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xml"/>
  <Override PartName="/ppt/media/image3.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17"/>
  </p:notesMasterIdLst>
  <p:sldIdLst>
    <p:sldId id="258" r:id="rId4"/>
    <p:sldId id="259" r:id="rId5"/>
    <p:sldId id="261" r:id="rId6"/>
    <p:sldId id="282" r:id="rId7"/>
    <p:sldId id="283" r:id="rId8"/>
    <p:sldId id="262" r:id="rId9"/>
    <p:sldId id="263" r:id="rId10"/>
    <p:sldId id="264" r:id="rId11"/>
    <p:sldId id="265" r:id="rId12"/>
    <p:sldId id="266" r:id="rId13"/>
    <p:sldId id="276" r:id="rId14"/>
    <p:sldId id="269" r:id="rId15"/>
    <p:sldId id="27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521" userDrawn="1">
          <p15:clr>
            <a:srgbClr val="A4A3A4"/>
          </p15:clr>
        </p15:guide>
        <p15:guide id="2" pos="3840" userDrawn="1">
          <p15:clr>
            <a:srgbClr val="A4A3A4"/>
          </p15:clr>
        </p15:guide>
        <p15:guide id="3" orient="horz" pos="3929" userDrawn="1">
          <p15:clr>
            <a:srgbClr val="A4A3A4"/>
          </p15:clr>
        </p15:guide>
        <p15:guide id="4" pos="529" userDrawn="1">
          <p15:clr>
            <a:srgbClr val="A4A3A4"/>
          </p15:clr>
        </p15:guide>
        <p15:guide id="5" pos="715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2848"/>
    <a:srgbClr val="FBB901"/>
    <a:srgbClr val="E62A76"/>
    <a:srgbClr val="774898"/>
    <a:srgbClr val="00A8B5"/>
    <a:srgbClr val="9A0A18"/>
    <a:srgbClr val="FFFAC5"/>
    <a:srgbClr val="081033"/>
    <a:srgbClr val="19398A"/>
    <a:srgbClr val="061E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38" autoAdjust="0"/>
    <p:restoredTop sz="94660"/>
  </p:normalViewPr>
  <p:slideViewPr>
    <p:cSldViewPr snapToGrid="0" showGuides="1">
      <p:cViewPr varScale="1">
        <p:scale>
          <a:sx n="83" d="100"/>
          <a:sy n="83" d="100"/>
        </p:scale>
        <p:origin x="864" y="78"/>
      </p:cViewPr>
      <p:guideLst>
        <p:guide orient="horz" pos="3521"/>
        <p:guide pos="3840"/>
        <p:guide orient="horz" pos="3929"/>
        <p:guide pos="529"/>
        <p:guide pos="715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notesMaster" Target="notesMasters/notesMaster1.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C49F22D1-3B31-4360-B61C-4EDA096BEFF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64A0C0-D345-4483-828B-D2AE835C7887}"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C49F22D1-3B31-4360-B61C-4EDA096BEFF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64A0C0-D345-4483-828B-D2AE835C7887}"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C49F22D1-3B31-4360-B61C-4EDA096BEFF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64A0C0-D345-4483-828B-D2AE835C7887}"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C49F22D1-3B31-4360-B61C-4EDA096BEFFB}"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64A0C0-D345-4483-828B-D2AE835C7887}"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C49F22D1-3B31-4360-B61C-4EDA096BEFFB}"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064A0C0-D345-4483-828B-D2AE835C7887}"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49F22D1-3B31-4360-B61C-4EDA096BEFFB}"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064A0C0-D345-4483-828B-D2AE835C7887}"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9F22D1-3B31-4360-B61C-4EDA096BEFFB}"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064A0C0-D345-4483-828B-D2AE835C7887}"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C49F22D1-3B31-4360-B61C-4EDA096BEFFB}"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64A0C0-D345-4483-828B-D2AE835C7887}"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C49F22D1-3B31-4360-B61C-4EDA096BEFFB}"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64A0C0-D345-4483-828B-D2AE835C7887}"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C49F22D1-3B31-4360-B61C-4EDA096BEFF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64A0C0-D345-4483-828B-D2AE835C7887}"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C49F22D1-3B31-4360-B61C-4EDA096BEFF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64A0C0-D345-4483-828B-D2AE835C7887}" type="slidenum">
              <a:rPr lang="en-IN" smtClean="0"/>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6000" y="394405"/>
            <a:ext cx="10800000" cy="792000"/>
          </a:xfrm>
        </p:spPr>
        <p:txBody>
          <a:bodyPr lIns="0" tIns="0" rIns="0" bIns="0"/>
          <a:lstStyle>
            <a:lvl1pPr algn="ctr" fontAlgn="base">
              <a:defRPr sz="3200">
                <a:solidFill>
                  <a:schemeClr val="tx1">
                    <a:lumMod val="85000"/>
                    <a:lumOff val="15000"/>
                  </a:schemeClr>
                </a:solidFill>
                <a:latin typeface="+mj-lt"/>
              </a:defRPr>
            </a:lvl1pPr>
          </a:lstStyle>
          <a:p>
            <a:r>
              <a:rPr lang="en-US" dirty="0"/>
              <a:t>Click to add title</a:t>
            </a:r>
            <a:endParaRPr lang="en-US" dirty="0"/>
          </a:p>
        </p:txBody>
      </p:sp>
      <p:sp>
        <p:nvSpPr>
          <p:cNvPr id="3" name="日期占位符 2"/>
          <p:cNvSpPr>
            <a:spLocks noGrp="1"/>
          </p:cNvSpPr>
          <p:nvPr>
            <p:ph type="dt" sz="half" idx="10"/>
            <p:custDataLst>
              <p:tags r:id="rId3"/>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5"/>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C49F22D1-3B31-4360-B61C-4EDA096BEFF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64A0C0-D345-4483-828B-D2AE835C7887}" type="slidenum">
              <a:rPr lang="en-IN" smtClean="0"/>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C49F22D1-3B31-4360-B61C-4EDA096BEFF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64A0C0-D345-4483-828B-D2AE835C7887}" type="slidenum">
              <a:rPr lang="en-IN" smtClean="0"/>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C49F22D1-3B31-4360-B61C-4EDA096BEFF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64A0C0-D345-4483-828B-D2AE835C7887}" type="slidenum">
              <a:rPr lang="en-IN" smtClean="0"/>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C49F22D1-3B31-4360-B61C-4EDA096BEFFB}"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64A0C0-D345-4483-828B-D2AE835C7887}" type="slidenum">
              <a:rPr lang="en-IN" smtClean="0"/>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C49F22D1-3B31-4360-B61C-4EDA096BEFFB}"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064A0C0-D345-4483-828B-D2AE835C7887}" type="slidenum">
              <a:rPr lang="en-IN" smtClean="0"/>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49F22D1-3B31-4360-B61C-4EDA096BEFFB}"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064A0C0-D345-4483-828B-D2AE835C7887}" type="slidenum">
              <a:rPr lang="en-IN" smtClean="0"/>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9F22D1-3B31-4360-B61C-4EDA096BEFFB}"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064A0C0-D345-4483-828B-D2AE835C7887}" type="slidenum">
              <a:rPr lang="en-IN" smtClean="0"/>
            </a:fld>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C49F22D1-3B31-4360-B61C-4EDA096BEFFB}"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64A0C0-D345-4483-828B-D2AE835C7887}" type="slidenum">
              <a:rPr lang="en-IN" smtClean="0"/>
            </a:fld>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C49F22D1-3B31-4360-B61C-4EDA096BEFFB}"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64A0C0-D345-4483-828B-D2AE835C7887}" type="slidenum">
              <a:rPr lang="en-IN" smtClean="0"/>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C49F22D1-3B31-4360-B61C-4EDA096BEFF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64A0C0-D345-4483-828B-D2AE835C7887}" type="slidenum">
              <a:rPr lang="en-IN" smtClean="0"/>
            </a:fld>
            <a:endParaRPr lang="en-I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C49F22D1-3B31-4360-B61C-4EDA096BEFF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64A0C0-D345-4483-828B-D2AE835C7887}" type="slidenum">
              <a:rPr lang="en-IN" smtClean="0"/>
            </a:fld>
            <a:endParaRPr lang="en-I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6000" y="394405"/>
            <a:ext cx="10800000" cy="792000"/>
          </a:xfrm>
        </p:spPr>
        <p:txBody>
          <a:bodyPr lIns="0" tIns="0" rIns="0" bIns="0"/>
          <a:lstStyle>
            <a:lvl1pPr algn="ctr" fontAlgn="base">
              <a:defRPr sz="3200">
                <a:solidFill>
                  <a:schemeClr val="tx1">
                    <a:lumMod val="85000"/>
                    <a:lumOff val="15000"/>
                  </a:schemeClr>
                </a:solidFill>
                <a:latin typeface="+mj-lt"/>
              </a:defRPr>
            </a:lvl1pPr>
          </a:lstStyle>
          <a:p>
            <a:r>
              <a:rPr lang="en-US" dirty="0"/>
              <a:t>Click to add title</a:t>
            </a:r>
            <a:endParaRPr lang="en-US" dirty="0"/>
          </a:p>
        </p:txBody>
      </p:sp>
      <p:sp>
        <p:nvSpPr>
          <p:cNvPr id="3" name="日期占位符 2"/>
          <p:cNvSpPr>
            <a:spLocks noGrp="1"/>
          </p:cNvSpPr>
          <p:nvPr>
            <p:ph type="dt" sz="half" idx="10"/>
            <p:custDataLst>
              <p:tags r:id="rId3"/>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5"/>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49F22D1-3B31-4360-B61C-4EDA096BEFFB}"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064A0C0-D345-4483-828B-D2AE835C7887}"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49F22D1-3B31-4360-B61C-4EDA096BEFFB}"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064A0C0-D345-4483-828B-D2AE835C7887}"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image" Target="../media/image5.png"/><Relationship Id="rId14" Type="http://schemas.openxmlformats.org/officeDocument/2006/relationships/slideLayout" Target="../slideLayouts/slideLayout7.xml"/><Relationship Id="rId13" Type="http://schemas.openxmlformats.org/officeDocument/2006/relationships/image" Target="../media/image7.png"/><Relationship Id="rId12" Type="http://schemas.openxmlformats.org/officeDocument/2006/relationships/tags" Target="../tags/tag18.xml"/><Relationship Id="rId11" Type="http://schemas.openxmlformats.org/officeDocument/2006/relationships/tags" Target="../tags/tag17.xml"/><Relationship Id="rId10" Type="http://schemas.openxmlformats.org/officeDocument/2006/relationships/tags" Target="../tags/tag16.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9" Type="http://schemas.openxmlformats.org/officeDocument/2006/relationships/tags" Target="../tags/tag25.xml"/><Relationship Id="rId8" Type="http://schemas.openxmlformats.org/officeDocument/2006/relationships/tags" Target="../tags/tag24.xml"/><Relationship Id="rId7" Type="http://schemas.openxmlformats.org/officeDocument/2006/relationships/tags" Target="../tags/tag23.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0" Type="http://schemas.openxmlformats.org/officeDocument/2006/relationships/slideLayout" Target="../slideLayouts/slideLayout19.xml"/><Relationship Id="rId2" Type="http://schemas.openxmlformats.org/officeDocument/2006/relationships/image" Target="../media/image5.png"/><Relationship Id="rId19" Type="http://schemas.openxmlformats.org/officeDocument/2006/relationships/image" Target="../media/image7.png"/><Relationship Id="rId18" Type="http://schemas.openxmlformats.org/officeDocument/2006/relationships/tags" Target="../tags/tag31.xml"/><Relationship Id="rId17" Type="http://schemas.openxmlformats.org/officeDocument/2006/relationships/image" Target="../media/image10.png"/><Relationship Id="rId16" Type="http://schemas.openxmlformats.org/officeDocument/2006/relationships/tags" Target="../tags/tag30.xml"/><Relationship Id="rId15" Type="http://schemas.openxmlformats.org/officeDocument/2006/relationships/image" Target="../media/image9.png"/><Relationship Id="rId14" Type="http://schemas.openxmlformats.org/officeDocument/2006/relationships/tags" Target="../tags/tag29.xml"/><Relationship Id="rId13" Type="http://schemas.openxmlformats.org/officeDocument/2006/relationships/image" Target="../media/image8.png"/><Relationship Id="rId12" Type="http://schemas.openxmlformats.org/officeDocument/2006/relationships/tags" Target="../tags/tag28.xml"/><Relationship Id="rId11" Type="http://schemas.openxmlformats.org/officeDocument/2006/relationships/tags" Target="../tags/tag27.xml"/><Relationship Id="rId10" Type="http://schemas.openxmlformats.org/officeDocument/2006/relationships/tags" Target="../tags/tag26.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image" Target="../media/image11.jpeg"/><Relationship Id="rId2" Type="http://schemas.openxmlformats.org/officeDocument/2006/relationships/image" Target="../media/image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image" Target="../media/image17.png"/><Relationship Id="rId7" Type="http://schemas.openxmlformats.org/officeDocument/2006/relationships/image" Target="../media/image16.png"/><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5.png"/><Relationship Id="rId14" Type="http://schemas.openxmlformats.org/officeDocument/2006/relationships/slideLayout" Target="../slideLayouts/slideLayout7.xml"/><Relationship Id="rId13" Type="http://schemas.openxmlformats.org/officeDocument/2006/relationships/image" Target="../media/image22.jpeg"/><Relationship Id="rId12" Type="http://schemas.openxmlformats.org/officeDocument/2006/relationships/image" Target="../media/image21.png"/><Relationship Id="rId11" Type="http://schemas.openxmlformats.org/officeDocument/2006/relationships/image" Target="../media/image20.png"/><Relationship Id="rId10" Type="http://schemas.openxmlformats.org/officeDocument/2006/relationships/image" Target="../media/image19.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26.png"/><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7.png"/><Relationship Id="rId2" Type="http://schemas.openxmlformats.org/officeDocument/2006/relationships/image" Target="../media/image5.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jpe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grpSp>
        <p:nvGrpSpPr>
          <p:cNvPr id="2010" name="Group 2009"/>
          <p:cNvGrpSpPr/>
          <p:nvPr/>
        </p:nvGrpSpPr>
        <p:grpSpPr>
          <a:xfrm>
            <a:off x="-4796" y="1932417"/>
            <a:ext cx="12191923" cy="3527893"/>
            <a:chOff x="-13" y="1665555"/>
            <a:chExt cx="12191923" cy="3527893"/>
          </a:xfrm>
          <a:gradFill>
            <a:gsLst>
              <a:gs pos="56000">
                <a:schemeClr val="bg1">
                  <a:alpha val="0"/>
                </a:schemeClr>
              </a:gs>
              <a:gs pos="0">
                <a:srgbClr val="00A8B5">
                  <a:alpha val="25000"/>
                </a:srgbClr>
              </a:gs>
              <a:gs pos="35778">
                <a:srgbClr val="C1ACD0">
                  <a:alpha val="0"/>
                </a:srgbClr>
              </a:gs>
              <a:gs pos="17000">
                <a:srgbClr val="774898">
                  <a:alpha val="25000"/>
                </a:srgbClr>
              </a:gs>
              <a:gs pos="85000">
                <a:srgbClr val="E62A76"/>
              </a:gs>
              <a:gs pos="100000">
                <a:srgbClr val="FBB901"/>
              </a:gs>
            </a:gsLst>
            <a:lin ang="0" scaled="1"/>
          </a:gradFill>
        </p:grpSpPr>
        <p:sp>
          <p:nvSpPr>
            <p:cNvPr id="2011" name="Freeform: Shape 2010"/>
            <p:cNvSpPr/>
            <p:nvPr/>
          </p:nvSpPr>
          <p:spPr>
            <a:xfrm>
              <a:off x="-13" y="1665555"/>
              <a:ext cx="12191923" cy="2941639"/>
            </a:xfrm>
            <a:custGeom>
              <a:avLst/>
              <a:gdLst>
                <a:gd name="connsiteX0" fmla="*/ 12190654 w 12191923"/>
                <a:gd name="connsiteY0" fmla="*/ 2933791 h 2941639"/>
                <a:gd name="connsiteX1" fmla="*/ 11614128 w 12191923"/>
                <a:gd name="connsiteY1" fmla="*/ 2041317 h 2941639"/>
                <a:gd name="connsiteX2" fmla="*/ 10838835 w 12191923"/>
                <a:gd name="connsiteY2" fmla="*/ 937509 h 2941639"/>
                <a:gd name="connsiteX3" fmla="*/ 9821219 w 12191923"/>
                <a:gd name="connsiteY3" fmla="*/ 116385 h 2941639"/>
                <a:gd name="connsiteX4" fmla="*/ 9188865 w 12191923"/>
                <a:gd name="connsiteY4" fmla="*/ 9715 h 2941639"/>
                <a:gd name="connsiteX5" fmla="*/ 8441255 w 12191923"/>
                <a:gd name="connsiteY5" fmla="*/ 342699 h 2941639"/>
                <a:gd name="connsiteX6" fmla="*/ 7530689 w 12191923"/>
                <a:gd name="connsiteY6" fmla="*/ 1633762 h 2941639"/>
                <a:gd name="connsiteX7" fmla="*/ 6860576 w 12191923"/>
                <a:gd name="connsiteY7" fmla="*/ 2240761 h 2941639"/>
                <a:gd name="connsiteX8" fmla="*/ 6023415 w 12191923"/>
                <a:gd name="connsiteY8" fmla="*/ 2680632 h 2941639"/>
                <a:gd name="connsiteX9" fmla="*/ 4079494 w 12191923"/>
                <a:gd name="connsiteY9" fmla="*/ 2584852 h 2941639"/>
                <a:gd name="connsiteX10" fmla="*/ 3213702 w 12191923"/>
                <a:gd name="connsiteY10" fmla="*/ 2143328 h 2941639"/>
                <a:gd name="connsiteX11" fmla="*/ 2672524 w 12191923"/>
                <a:gd name="connsiteY11" fmla="*/ 1588797 h 2941639"/>
                <a:gd name="connsiteX12" fmla="*/ 2171003 w 12191923"/>
                <a:gd name="connsiteY12" fmla="*/ 1045290 h 2941639"/>
                <a:gd name="connsiteX13" fmla="*/ 1431330 w 12191923"/>
                <a:gd name="connsiteY13" fmla="*/ 698247 h 2941639"/>
                <a:gd name="connsiteX14" fmla="*/ 723023 w 12191923"/>
                <a:gd name="connsiteY14" fmla="*/ 743375 h 2941639"/>
                <a:gd name="connsiteX15" fmla="*/ 208175 w 12191923"/>
                <a:gd name="connsiteY15" fmla="*/ 1036459 h 2941639"/>
                <a:gd name="connsiteX16" fmla="*/ 1715 w 12191923"/>
                <a:gd name="connsiteY16" fmla="*/ 1189421 h 2941639"/>
                <a:gd name="connsiteX17" fmla="*/ 5805 w 12191923"/>
                <a:gd name="connsiteY17" fmla="*/ 1196437 h 2941639"/>
                <a:gd name="connsiteX18" fmla="*/ 463012 w 12191923"/>
                <a:gd name="connsiteY18" fmla="*/ 875073 h 2941639"/>
                <a:gd name="connsiteX19" fmla="*/ 1113108 w 12191923"/>
                <a:gd name="connsiteY19" fmla="*/ 677607 h 2941639"/>
                <a:gd name="connsiteX20" fmla="*/ 1960020 w 12191923"/>
                <a:gd name="connsiteY20" fmla="*/ 906982 h 2941639"/>
                <a:gd name="connsiteX21" fmla="*/ 2522461 w 12191923"/>
                <a:gd name="connsiteY21" fmla="*/ 1417957 h 2941639"/>
                <a:gd name="connsiteX22" fmla="*/ 3013147 w 12191923"/>
                <a:gd name="connsiteY22" fmla="*/ 1983649 h 2941639"/>
                <a:gd name="connsiteX23" fmla="*/ 3716361 w 12191923"/>
                <a:gd name="connsiteY23" fmla="*/ 2438255 h 2941639"/>
                <a:gd name="connsiteX24" fmla="*/ 5553098 w 12191923"/>
                <a:gd name="connsiteY24" fmla="*/ 2799681 h 2941639"/>
                <a:gd name="connsiteX25" fmla="*/ 7160134 w 12191923"/>
                <a:gd name="connsiteY25" fmla="*/ 2022980 h 2941639"/>
                <a:gd name="connsiteX26" fmla="*/ 7462835 w 12191923"/>
                <a:gd name="connsiteY26" fmla="*/ 1734500 h 2941639"/>
                <a:gd name="connsiteX27" fmla="*/ 7675254 w 12191923"/>
                <a:gd name="connsiteY27" fmla="*/ 1432124 h 2941639"/>
                <a:gd name="connsiteX28" fmla="*/ 8101445 w 12191923"/>
                <a:gd name="connsiteY28" fmla="*/ 724251 h 2941639"/>
                <a:gd name="connsiteX29" fmla="*/ 8708201 w 12191923"/>
                <a:gd name="connsiteY29" fmla="*/ 183128 h 2941639"/>
                <a:gd name="connsiteX30" fmla="*/ 9535231 w 12191923"/>
                <a:gd name="connsiteY30" fmla="*/ 29543 h 2941639"/>
                <a:gd name="connsiteX31" fmla="*/ 10630507 w 12191923"/>
                <a:gd name="connsiteY31" fmla="*/ 719050 h 2941639"/>
                <a:gd name="connsiteX32" fmla="*/ 11462087 w 12191923"/>
                <a:gd name="connsiteY32" fmla="*/ 1814245 h 2941639"/>
                <a:gd name="connsiteX33" fmla="*/ 12073069 w 12191923"/>
                <a:gd name="connsiteY33" fmla="*/ 2787844 h 2941639"/>
                <a:gd name="connsiteX34" fmla="*/ 12185128 w 12191923"/>
                <a:gd name="connsiteY34" fmla="*/ 2939533 h 2941639"/>
                <a:gd name="connsiteX35" fmla="*/ 12190871 w 12191923"/>
                <a:gd name="connsiteY35" fmla="*/ 2933791 h 294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2191923" h="2941639">
                  <a:moveTo>
                    <a:pt x="12190654" y="2933791"/>
                  </a:moveTo>
                  <a:cubicBezTo>
                    <a:pt x="11969406" y="2658746"/>
                    <a:pt x="11799459" y="2340578"/>
                    <a:pt x="11614128" y="2041317"/>
                  </a:cubicBezTo>
                  <a:cubicBezTo>
                    <a:pt x="11377439" y="1659061"/>
                    <a:pt x="11130159" y="1280895"/>
                    <a:pt x="10838835" y="937509"/>
                  </a:cubicBezTo>
                  <a:cubicBezTo>
                    <a:pt x="10557046" y="605446"/>
                    <a:pt x="10225416" y="291938"/>
                    <a:pt x="9821219" y="116385"/>
                  </a:cubicBezTo>
                  <a:cubicBezTo>
                    <a:pt x="9620203" y="29028"/>
                    <a:pt x="9408408" y="-24469"/>
                    <a:pt x="9188865" y="9715"/>
                  </a:cubicBezTo>
                  <a:cubicBezTo>
                    <a:pt x="8919699" y="51456"/>
                    <a:pt x="8656004" y="177033"/>
                    <a:pt x="8441255" y="342699"/>
                  </a:cubicBezTo>
                  <a:cubicBezTo>
                    <a:pt x="8015606" y="670970"/>
                    <a:pt x="7839917" y="1211715"/>
                    <a:pt x="7530689" y="1633762"/>
                  </a:cubicBezTo>
                  <a:cubicBezTo>
                    <a:pt x="7351235" y="1878685"/>
                    <a:pt x="7107287" y="2067348"/>
                    <a:pt x="6860576" y="2240761"/>
                  </a:cubicBezTo>
                  <a:cubicBezTo>
                    <a:pt x="6602108" y="2422436"/>
                    <a:pt x="6323082" y="2578215"/>
                    <a:pt x="6023415" y="2680632"/>
                  </a:cubicBezTo>
                  <a:cubicBezTo>
                    <a:pt x="5384155" y="2899010"/>
                    <a:pt x="4702204" y="2819536"/>
                    <a:pt x="4079494" y="2584852"/>
                  </a:cubicBezTo>
                  <a:cubicBezTo>
                    <a:pt x="3781263" y="2472466"/>
                    <a:pt x="3470923" y="2334132"/>
                    <a:pt x="3213702" y="2143328"/>
                  </a:cubicBezTo>
                  <a:cubicBezTo>
                    <a:pt x="3004588" y="1988308"/>
                    <a:pt x="2835698" y="1789677"/>
                    <a:pt x="2672524" y="1588797"/>
                  </a:cubicBezTo>
                  <a:cubicBezTo>
                    <a:pt x="2517043" y="1397398"/>
                    <a:pt x="2362510" y="1202532"/>
                    <a:pt x="2171003" y="1045290"/>
                  </a:cubicBezTo>
                  <a:cubicBezTo>
                    <a:pt x="1957880" y="870387"/>
                    <a:pt x="1701390" y="752910"/>
                    <a:pt x="1431330" y="698247"/>
                  </a:cubicBezTo>
                  <a:cubicBezTo>
                    <a:pt x="1194776" y="650303"/>
                    <a:pt x="950882" y="662032"/>
                    <a:pt x="723023" y="743375"/>
                  </a:cubicBezTo>
                  <a:cubicBezTo>
                    <a:pt x="535363" y="810362"/>
                    <a:pt x="367611" y="918792"/>
                    <a:pt x="208175" y="1036459"/>
                  </a:cubicBezTo>
                  <a:cubicBezTo>
                    <a:pt x="139265" y="1087275"/>
                    <a:pt x="71546" y="1139771"/>
                    <a:pt x="1715" y="1189421"/>
                  </a:cubicBezTo>
                  <a:cubicBezTo>
                    <a:pt x="-2537" y="1192428"/>
                    <a:pt x="1526" y="1199471"/>
                    <a:pt x="5805" y="1196437"/>
                  </a:cubicBezTo>
                  <a:cubicBezTo>
                    <a:pt x="157874" y="1088521"/>
                    <a:pt x="301599" y="969418"/>
                    <a:pt x="463012" y="875073"/>
                  </a:cubicBezTo>
                  <a:cubicBezTo>
                    <a:pt x="661752" y="758923"/>
                    <a:pt x="881620" y="684270"/>
                    <a:pt x="1113108" y="677607"/>
                  </a:cubicBezTo>
                  <a:cubicBezTo>
                    <a:pt x="1405651" y="669210"/>
                    <a:pt x="1709029" y="758869"/>
                    <a:pt x="1960020" y="906982"/>
                  </a:cubicBezTo>
                  <a:cubicBezTo>
                    <a:pt x="2181079" y="1037299"/>
                    <a:pt x="2359260" y="1222468"/>
                    <a:pt x="2522461" y="1417957"/>
                  </a:cubicBezTo>
                  <a:cubicBezTo>
                    <a:pt x="2682466" y="1609573"/>
                    <a:pt x="2832448" y="1810452"/>
                    <a:pt x="3013147" y="1983649"/>
                  </a:cubicBezTo>
                  <a:cubicBezTo>
                    <a:pt x="3218226" y="2180221"/>
                    <a:pt x="3461388" y="2316444"/>
                    <a:pt x="3716361" y="2438255"/>
                  </a:cubicBezTo>
                  <a:cubicBezTo>
                    <a:pt x="4283651" y="2709291"/>
                    <a:pt x="4921205" y="2882026"/>
                    <a:pt x="5553098" y="2799681"/>
                  </a:cubicBezTo>
                  <a:cubicBezTo>
                    <a:pt x="6157308" y="2720965"/>
                    <a:pt x="6695559" y="2402689"/>
                    <a:pt x="7160134" y="2022980"/>
                  </a:cubicBezTo>
                  <a:cubicBezTo>
                    <a:pt x="7268836" y="1934160"/>
                    <a:pt x="7373257" y="1843093"/>
                    <a:pt x="7462835" y="1734500"/>
                  </a:cubicBezTo>
                  <a:cubicBezTo>
                    <a:pt x="7541388" y="1639369"/>
                    <a:pt x="7610406" y="1536762"/>
                    <a:pt x="7675254" y="1432124"/>
                  </a:cubicBezTo>
                  <a:cubicBezTo>
                    <a:pt x="7820225" y="1197954"/>
                    <a:pt x="7943797" y="950511"/>
                    <a:pt x="8101445" y="724251"/>
                  </a:cubicBezTo>
                  <a:cubicBezTo>
                    <a:pt x="8261423" y="494659"/>
                    <a:pt x="8459242" y="312686"/>
                    <a:pt x="8708201" y="183128"/>
                  </a:cubicBezTo>
                  <a:cubicBezTo>
                    <a:pt x="8959788" y="52215"/>
                    <a:pt x="9252277" y="-36279"/>
                    <a:pt x="9535231" y="29543"/>
                  </a:cubicBezTo>
                  <a:cubicBezTo>
                    <a:pt x="9964755" y="129360"/>
                    <a:pt x="10328889" y="407817"/>
                    <a:pt x="10630507" y="719050"/>
                  </a:cubicBezTo>
                  <a:cubicBezTo>
                    <a:pt x="10950137" y="1048947"/>
                    <a:pt x="11215159" y="1428250"/>
                    <a:pt x="11462087" y="1814245"/>
                  </a:cubicBezTo>
                  <a:cubicBezTo>
                    <a:pt x="11668357" y="2136800"/>
                    <a:pt x="11855639" y="2472466"/>
                    <a:pt x="12073069" y="2787844"/>
                  </a:cubicBezTo>
                  <a:cubicBezTo>
                    <a:pt x="12108769" y="2839608"/>
                    <a:pt x="12145690" y="2890532"/>
                    <a:pt x="12185128" y="2939533"/>
                  </a:cubicBezTo>
                  <a:cubicBezTo>
                    <a:pt x="12188406" y="2943596"/>
                    <a:pt x="12194122" y="2937827"/>
                    <a:pt x="12190871" y="2933791"/>
                  </a:cubicBezTo>
                  <a:close/>
                </a:path>
              </a:pathLst>
            </a:custGeom>
            <a:grpFill/>
            <a:ln w="2709" cap="flat">
              <a:noFill/>
              <a:prstDash val="solid"/>
              <a:miter/>
            </a:ln>
          </p:spPr>
          <p:txBody>
            <a:bodyPr rtlCol="0" anchor="ctr"/>
            <a:lstStyle/>
            <a:p>
              <a:endParaRPr lang="en-IN"/>
            </a:p>
          </p:txBody>
        </p:sp>
        <p:sp>
          <p:nvSpPr>
            <p:cNvPr id="2012" name="Freeform: Shape 2011"/>
            <p:cNvSpPr/>
            <p:nvPr/>
          </p:nvSpPr>
          <p:spPr>
            <a:xfrm>
              <a:off x="353" y="1854302"/>
              <a:ext cx="12191383" cy="2588822"/>
            </a:xfrm>
            <a:custGeom>
              <a:avLst/>
              <a:gdLst>
                <a:gd name="connsiteX0" fmla="*/ 12189827 w 12191383"/>
                <a:gd name="connsiteY0" fmla="*/ 2572010 h 2588822"/>
                <a:gd name="connsiteX1" fmla="*/ 11873285 w 12191383"/>
                <a:gd name="connsiteY1" fmla="*/ 2193384 h 2588822"/>
                <a:gd name="connsiteX2" fmla="*/ 11499074 w 12191383"/>
                <a:gd name="connsiteY2" fmla="*/ 1677289 h 2588822"/>
                <a:gd name="connsiteX3" fmla="*/ 10570548 w 12191383"/>
                <a:gd name="connsiteY3" fmla="*/ 598862 h 2588822"/>
                <a:gd name="connsiteX4" fmla="*/ 9968938 w 12191383"/>
                <a:gd name="connsiteY4" fmla="*/ 181121 h 2588822"/>
                <a:gd name="connsiteX5" fmla="*/ 9222900 w 12191383"/>
                <a:gd name="connsiteY5" fmla="*/ 2995 h 2588822"/>
                <a:gd name="connsiteX6" fmla="*/ 8518630 w 12191383"/>
                <a:gd name="connsiteY6" fmla="*/ 247323 h 2588822"/>
                <a:gd name="connsiteX7" fmla="*/ 7980920 w 12191383"/>
                <a:gd name="connsiteY7" fmla="*/ 721188 h 2588822"/>
                <a:gd name="connsiteX8" fmla="*/ 7564371 w 12191383"/>
                <a:gd name="connsiteY8" fmla="*/ 1311339 h 2588822"/>
                <a:gd name="connsiteX9" fmla="*/ 7325135 w 12191383"/>
                <a:gd name="connsiteY9" fmla="*/ 1596379 h 2588822"/>
                <a:gd name="connsiteX10" fmla="*/ 7007781 w 12191383"/>
                <a:gd name="connsiteY10" fmla="*/ 1843280 h 2588822"/>
                <a:gd name="connsiteX11" fmla="*/ 5330345 w 12191383"/>
                <a:gd name="connsiteY11" fmla="*/ 2547117 h 2588822"/>
                <a:gd name="connsiteX12" fmla="*/ 3569831 w 12191383"/>
                <a:gd name="connsiteY12" fmla="*/ 2296234 h 2588822"/>
                <a:gd name="connsiteX13" fmla="*/ 2900125 w 12191383"/>
                <a:gd name="connsiteY13" fmla="*/ 1873184 h 2588822"/>
                <a:gd name="connsiteX14" fmla="*/ 2456136 w 12191383"/>
                <a:gd name="connsiteY14" fmla="*/ 1361397 h 2588822"/>
                <a:gd name="connsiteX15" fmla="*/ 1988961 w 12191383"/>
                <a:gd name="connsiteY15" fmla="*/ 897472 h 2588822"/>
                <a:gd name="connsiteX16" fmla="*/ 1272285 w 12191383"/>
                <a:gd name="connsiteY16" fmla="*/ 610509 h 2588822"/>
                <a:gd name="connsiteX17" fmla="*/ 659868 w 12191383"/>
                <a:gd name="connsiteY17" fmla="*/ 674246 h 2588822"/>
                <a:gd name="connsiteX18" fmla="*/ 192856 w 12191383"/>
                <a:gd name="connsiteY18" fmla="*/ 930519 h 2588822"/>
                <a:gd name="connsiteX19" fmla="*/ 2242 w 12191383"/>
                <a:gd name="connsiteY19" fmla="*/ 1059536 h 2588822"/>
                <a:gd name="connsiteX20" fmla="*/ 7362 w 12191383"/>
                <a:gd name="connsiteY20" fmla="*/ 1068312 h 2588822"/>
                <a:gd name="connsiteX21" fmla="*/ 425942 w 12191383"/>
                <a:gd name="connsiteY21" fmla="*/ 794730 h 2588822"/>
                <a:gd name="connsiteX22" fmla="*/ 1006667 w 12191383"/>
                <a:gd name="connsiteY22" fmla="*/ 609941 h 2588822"/>
                <a:gd name="connsiteX23" fmla="*/ 1783504 w 12191383"/>
                <a:gd name="connsiteY23" fmla="*/ 784328 h 2588822"/>
                <a:gd name="connsiteX24" fmla="*/ 2327282 w 12191383"/>
                <a:gd name="connsiteY24" fmla="*/ 1225012 h 2588822"/>
                <a:gd name="connsiteX25" fmla="*/ 3281704 w 12191383"/>
                <a:gd name="connsiteY25" fmla="*/ 2167299 h 2588822"/>
                <a:gd name="connsiteX26" fmla="*/ 4882916 w 12191383"/>
                <a:gd name="connsiteY26" fmla="*/ 2588073 h 2588822"/>
                <a:gd name="connsiteX27" fmla="*/ 6549680 w 12191383"/>
                <a:gd name="connsiteY27" fmla="*/ 2131787 h 2588822"/>
                <a:gd name="connsiteX28" fmla="*/ 7251024 w 12191383"/>
                <a:gd name="connsiteY28" fmla="*/ 1678454 h 2588822"/>
                <a:gd name="connsiteX29" fmla="*/ 7686047 w 12191383"/>
                <a:gd name="connsiteY29" fmla="*/ 1155669 h 2588822"/>
                <a:gd name="connsiteX30" fmla="*/ 8141466 w 12191383"/>
                <a:gd name="connsiteY30" fmla="*/ 551188 h 2588822"/>
                <a:gd name="connsiteX31" fmla="*/ 8792211 w 12191383"/>
                <a:gd name="connsiteY31" fmla="*/ 124861 h 2588822"/>
                <a:gd name="connsiteX32" fmla="*/ 9186846 w 12191383"/>
                <a:gd name="connsiteY32" fmla="*/ 17081 h 2588822"/>
                <a:gd name="connsiteX33" fmla="*/ 9572651 w 12191383"/>
                <a:gd name="connsiteY33" fmla="*/ 45820 h 2588822"/>
                <a:gd name="connsiteX34" fmla="*/ 10322374 w 12191383"/>
                <a:gd name="connsiteY34" fmla="*/ 410036 h 2588822"/>
                <a:gd name="connsiteX35" fmla="*/ 11323764 w 12191383"/>
                <a:gd name="connsiteY35" fmla="*/ 1458315 h 2588822"/>
                <a:gd name="connsiteX36" fmla="*/ 12038869 w 12191383"/>
                <a:gd name="connsiteY36" fmla="*/ 2422217 h 2588822"/>
                <a:gd name="connsiteX37" fmla="*/ 12182568 w 12191383"/>
                <a:gd name="connsiteY37" fmla="*/ 2579324 h 2588822"/>
                <a:gd name="connsiteX38" fmla="*/ 12189773 w 12191383"/>
                <a:gd name="connsiteY38" fmla="*/ 2572145 h 25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2191383" h="2588822">
                  <a:moveTo>
                    <a:pt x="12189827" y="2572010"/>
                  </a:moveTo>
                  <a:cubicBezTo>
                    <a:pt x="12071726" y="2457431"/>
                    <a:pt x="11971314" y="2325028"/>
                    <a:pt x="11873285" y="2193384"/>
                  </a:cubicBezTo>
                  <a:cubicBezTo>
                    <a:pt x="11746354" y="2022950"/>
                    <a:pt x="11624325" y="1848941"/>
                    <a:pt x="11499074" y="1677289"/>
                  </a:cubicBezTo>
                  <a:cubicBezTo>
                    <a:pt x="11219614" y="1294301"/>
                    <a:pt x="10925446" y="915648"/>
                    <a:pt x="10570548" y="598862"/>
                  </a:cubicBezTo>
                  <a:cubicBezTo>
                    <a:pt x="10388006" y="435959"/>
                    <a:pt x="10188617" y="290066"/>
                    <a:pt x="9968938" y="181121"/>
                  </a:cubicBezTo>
                  <a:cubicBezTo>
                    <a:pt x="9742163" y="68736"/>
                    <a:pt x="9479064" y="-20246"/>
                    <a:pt x="9222900" y="2995"/>
                  </a:cubicBezTo>
                  <a:cubicBezTo>
                    <a:pt x="8974915" y="25478"/>
                    <a:pt x="8732619" y="123615"/>
                    <a:pt x="8518630" y="247323"/>
                  </a:cubicBezTo>
                  <a:cubicBezTo>
                    <a:pt x="8307105" y="369568"/>
                    <a:pt x="8131742" y="529518"/>
                    <a:pt x="7980920" y="721188"/>
                  </a:cubicBezTo>
                  <a:cubicBezTo>
                    <a:pt x="7831939" y="910582"/>
                    <a:pt x="7706389" y="1116852"/>
                    <a:pt x="7564371" y="1311339"/>
                  </a:cubicBezTo>
                  <a:cubicBezTo>
                    <a:pt x="7491235" y="1411562"/>
                    <a:pt x="7413359" y="1508887"/>
                    <a:pt x="7325135" y="1596379"/>
                  </a:cubicBezTo>
                  <a:cubicBezTo>
                    <a:pt x="7229381" y="1691347"/>
                    <a:pt x="7119272" y="1768059"/>
                    <a:pt x="7007781" y="1843280"/>
                  </a:cubicBezTo>
                  <a:cubicBezTo>
                    <a:pt x="6506097" y="2181872"/>
                    <a:pt x="5933985" y="2459381"/>
                    <a:pt x="5330345" y="2547117"/>
                  </a:cubicBezTo>
                  <a:cubicBezTo>
                    <a:pt x="4734722" y="2633796"/>
                    <a:pt x="4120327" y="2534494"/>
                    <a:pt x="3569831" y="2296234"/>
                  </a:cubicBezTo>
                  <a:cubicBezTo>
                    <a:pt x="3323580" y="2189646"/>
                    <a:pt x="3094720" y="2059789"/>
                    <a:pt x="2900125" y="1873184"/>
                  </a:cubicBezTo>
                  <a:cubicBezTo>
                    <a:pt x="2736707" y="1716457"/>
                    <a:pt x="2599455" y="1536001"/>
                    <a:pt x="2456136" y="1361397"/>
                  </a:cubicBezTo>
                  <a:cubicBezTo>
                    <a:pt x="2316583" y="1191370"/>
                    <a:pt x="2168523" y="1026408"/>
                    <a:pt x="1988961" y="897472"/>
                  </a:cubicBezTo>
                  <a:cubicBezTo>
                    <a:pt x="1779712" y="747246"/>
                    <a:pt x="1527285" y="646671"/>
                    <a:pt x="1272285" y="610509"/>
                  </a:cubicBezTo>
                  <a:cubicBezTo>
                    <a:pt x="1066015" y="580849"/>
                    <a:pt x="855607" y="602735"/>
                    <a:pt x="659868" y="674246"/>
                  </a:cubicBezTo>
                  <a:cubicBezTo>
                    <a:pt x="491927" y="735734"/>
                    <a:pt x="339832" y="830079"/>
                    <a:pt x="192856" y="930519"/>
                  </a:cubicBezTo>
                  <a:cubicBezTo>
                    <a:pt x="129499" y="973859"/>
                    <a:pt x="66819" y="1018092"/>
                    <a:pt x="2242" y="1059536"/>
                  </a:cubicBezTo>
                  <a:cubicBezTo>
                    <a:pt x="-3175" y="1063057"/>
                    <a:pt x="1836" y="1071860"/>
                    <a:pt x="7362" y="1068312"/>
                  </a:cubicBezTo>
                  <a:cubicBezTo>
                    <a:pt x="147701" y="978220"/>
                    <a:pt x="280429" y="876886"/>
                    <a:pt x="425942" y="794730"/>
                  </a:cubicBezTo>
                  <a:cubicBezTo>
                    <a:pt x="605043" y="693722"/>
                    <a:pt x="800370" y="623647"/>
                    <a:pt x="1006667" y="609941"/>
                  </a:cubicBezTo>
                  <a:cubicBezTo>
                    <a:pt x="1273884" y="592198"/>
                    <a:pt x="1545976" y="664467"/>
                    <a:pt x="1783504" y="784328"/>
                  </a:cubicBezTo>
                  <a:cubicBezTo>
                    <a:pt x="1994785" y="890917"/>
                    <a:pt x="2171340" y="1048972"/>
                    <a:pt x="2327282" y="1225012"/>
                  </a:cubicBezTo>
                  <a:cubicBezTo>
                    <a:pt x="2626976" y="1563279"/>
                    <a:pt x="2874067" y="1945968"/>
                    <a:pt x="3281704" y="2167299"/>
                  </a:cubicBezTo>
                  <a:cubicBezTo>
                    <a:pt x="3770928" y="2432944"/>
                    <a:pt x="4325242" y="2585500"/>
                    <a:pt x="4882916" y="2588073"/>
                  </a:cubicBezTo>
                  <a:cubicBezTo>
                    <a:pt x="5471550" y="2590781"/>
                    <a:pt x="6034127" y="2406831"/>
                    <a:pt x="6549680" y="2131787"/>
                  </a:cubicBezTo>
                  <a:cubicBezTo>
                    <a:pt x="6791868" y="2002580"/>
                    <a:pt x="7041477" y="1857067"/>
                    <a:pt x="7251024" y="1678454"/>
                  </a:cubicBezTo>
                  <a:cubicBezTo>
                    <a:pt x="7424383" y="1530584"/>
                    <a:pt x="7558222" y="1342571"/>
                    <a:pt x="7686047" y="1155669"/>
                  </a:cubicBezTo>
                  <a:cubicBezTo>
                    <a:pt x="7828336" y="947557"/>
                    <a:pt x="7965506" y="733107"/>
                    <a:pt x="8141466" y="551188"/>
                  </a:cubicBezTo>
                  <a:cubicBezTo>
                    <a:pt x="8323330" y="363012"/>
                    <a:pt x="8550240" y="222646"/>
                    <a:pt x="8792211" y="124861"/>
                  </a:cubicBezTo>
                  <a:cubicBezTo>
                    <a:pt x="8918601" y="73747"/>
                    <a:pt x="9051247" y="33766"/>
                    <a:pt x="9186846" y="17081"/>
                  </a:cubicBezTo>
                  <a:cubicBezTo>
                    <a:pt x="9317949" y="828"/>
                    <a:pt x="9444609" y="14859"/>
                    <a:pt x="9572651" y="45820"/>
                  </a:cubicBezTo>
                  <a:cubicBezTo>
                    <a:pt x="9845177" y="111696"/>
                    <a:pt x="10097278" y="244912"/>
                    <a:pt x="10322374" y="410036"/>
                  </a:cubicBezTo>
                  <a:cubicBezTo>
                    <a:pt x="10713568" y="696999"/>
                    <a:pt x="11032061" y="1073919"/>
                    <a:pt x="11323764" y="1458315"/>
                  </a:cubicBezTo>
                  <a:cubicBezTo>
                    <a:pt x="11565329" y="1776672"/>
                    <a:pt x="11782922" y="2115047"/>
                    <a:pt x="12038869" y="2422217"/>
                  </a:cubicBezTo>
                  <a:cubicBezTo>
                    <a:pt x="12084323" y="2476771"/>
                    <a:pt x="12131589" y="2529835"/>
                    <a:pt x="12182568" y="2579324"/>
                  </a:cubicBezTo>
                  <a:cubicBezTo>
                    <a:pt x="12187281" y="2583874"/>
                    <a:pt x="12194459" y="2576615"/>
                    <a:pt x="12189773" y="2572145"/>
                  </a:cubicBezTo>
                  <a:close/>
                </a:path>
              </a:pathLst>
            </a:custGeom>
            <a:grpFill/>
            <a:ln w="2709" cap="flat">
              <a:noFill/>
              <a:prstDash val="solid"/>
              <a:miter/>
            </a:ln>
          </p:spPr>
          <p:txBody>
            <a:bodyPr rtlCol="0" anchor="ctr"/>
            <a:lstStyle/>
            <a:p>
              <a:endParaRPr lang="en-IN"/>
            </a:p>
          </p:txBody>
        </p:sp>
        <p:sp>
          <p:nvSpPr>
            <p:cNvPr id="2013" name="Freeform: Shape 2012"/>
            <p:cNvSpPr/>
            <p:nvPr/>
          </p:nvSpPr>
          <p:spPr>
            <a:xfrm>
              <a:off x="511" y="2044589"/>
              <a:ext cx="12190715" cy="2372962"/>
            </a:xfrm>
            <a:custGeom>
              <a:avLst/>
              <a:gdLst>
                <a:gd name="connsiteX0" fmla="*/ 12187963 w 12190715"/>
                <a:gd name="connsiteY0" fmla="*/ 2207713 h 2372962"/>
                <a:gd name="connsiteX1" fmla="*/ 11836451 w 12190715"/>
                <a:gd name="connsiteY1" fmla="*/ 1869420 h 2372962"/>
                <a:gd name="connsiteX2" fmla="*/ 11435207 w 12190715"/>
                <a:gd name="connsiteY2" fmla="*/ 1404710 h 2372962"/>
                <a:gd name="connsiteX3" fmla="*/ 10457165 w 12190715"/>
                <a:gd name="connsiteY3" fmla="*/ 450559 h 2372962"/>
                <a:gd name="connsiteX4" fmla="*/ 9091477 w 12190715"/>
                <a:gd name="connsiteY4" fmla="*/ 15808 h 2372962"/>
                <a:gd name="connsiteX5" fmla="*/ 7838472 w 12190715"/>
                <a:gd name="connsiteY5" fmla="*/ 742615 h 2372962"/>
                <a:gd name="connsiteX6" fmla="*/ 7388254 w 12190715"/>
                <a:gd name="connsiteY6" fmla="*/ 1274284 h 2372962"/>
                <a:gd name="connsiteX7" fmla="*/ 7121010 w 12190715"/>
                <a:gd name="connsiteY7" fmla="*/ 1508807 h 2372962"/>
                <a:gd name="connsiteX8" fmla="*/ 6785995 w 12190715"/>
                <a:gd name="connsiteY8" fmla="*/ 1699691 h 2372962"/>
                <a:gd name="connsiteX9" fmla="*/ 5975190 w 12190715"/>
                <a:gd name="connsiteY9" fmla="*/ 2058137 h 2372962"/>
                <a:gd name="connsiteX10" fmla="*/ 5130716 w 12190715"/>
                <a:gd name="connsiteY10" fmla="*/ 2303927 h 2372962"/>
                <a:gd name="connsiteX11" fmla="*/ 3456232 w 12190715"/>
                <a:gd name="connsiteY11" fmla="*/ 2176617 h 2372962"/>
                <a:gd name="connsiteX12" fmla="*/ 2807952 w 12190715"/>
                <a:gd name="connsiteY12" fmla="*/ 1793359 h 2372962"/>
                <a:gd name="connsiteX13" fmla="*/ 2383981 w 12190715"/>
                <a:gd name="connsiteY13" fmla="*/ 1310988 h 2372962"/>
                <a:gd name="connsiteX14" fmla="*/ 1938747 w 12190715"/>
                <a:gd name="connsiteY14" fmla="*/ 848255 h 2372962"/>
                <a:gd name="connsiteX15" fmla="*/ 1275920 w 12190715"/>
                <a:gd name="connsiteY15" fmla="*/ 548751 h 2372962"/>
                <a:gd name="connsiteX16" fmla="*/ 671331 w 12190715"/>
                <a:gd name="connsiteY16" fmla="*/ 577193 h 2372962"/>
                <a:gd name="connsiteX17" fmla="*/ 194188 w 12190715"/>
                <a:gd name="connsiteY17" fmla="*/ 811200 h 2372962"/>
                <a:gd name="connsiteX18" fmla="*/ 2870 w 12190715"/>
                <a:gd name="connsiteY18" fmla="*/ 928109 h 2372962"/>
                <a:gd name="connsiteX19" fmla="*/ 9046 w 12190715"/>
                <a:gd name="connsiteY19" fmla="*/ 938646 h 2372962"/>
                <a:gd name="connsiteX20" fmla="*/ 427735 w 12190715"/>
                <a:gd name="connsiteY20" fmla="*/ 690688 h 2372962"/>
                <a:gd name="connsiteX21" fmla="*/ 1009354 w 12190715"/>
                <a:gd name="connsiteY21" fmla="*/ 535695 h 2372962"/>
                <a:gd name="connsiteX22" fmla="*/ 1761406 w 12190715"/>
                <a:gd name="connsiteY22" fmla="*/ 743888 h 2372962"/>
                <a:gd name="connsiteX23" fmla="*/ 2260706 w 12190715"/>
                <a:gd name="connsiteY23" fmla="*/ 1180833 h 2372962"/>
                <a:gd name="connsiteX24" fmla="*/ 2670348 w 12190715"/>
                <a:gd name="connsiteY24" fmla="*/ 1672468 h 2372962"/>
                <a:gd name="connsiteX25" fmla="*/ 3191101 w 12190715"/>
                <a:gd name="connsiteY25" fmla="*/ 2073604 h 2372962"/>
                <a:gd name="connsiteX26" fmla="*/ 4724812 w 12190715"/>
                <a:gd name="connsiteY26" fmla="*/ 2365416 h 2372962"/>
                <a:gd name="connsiteX27" fmla="*/ 6345609 w 12190715"/>
                <a:gd name="connsiteY27" fmla="*/ 1921915 h 2372962"/>
                <a:gd name="connsiteX28" fmla="*/ 7077264 w 12190715"/>
                <a:gd name="connsiteY28" fmla="*/ 1551740 h 2372962"/>
                <a:gd name="connsiteX29" fmla="*/ 7552511 w 12190715"/>
                <a:gd name="connsiteY29" fmla="*/ 1105395 h 2372962"/>
                <a:gd name="connsiteX30" fmla="*/ 8013591 w 12190715"/>
                <a:gd name="connsiteY30" fmla="*/ 577193 h 2372962"/>
                <a:gd name="connsiteX31" fmla="*/ 8647434 w 12190715"/>
                <a:gd name="connsiteY31" fmla="*/ 167280 h 2372962"/>
                <a:gd name="connsiteX32" fmla="*/ 9397617 w 12190715"/>
                <a:gd name="connsiteY32" fmla="*/ 17514 h 2372962"/>
                <a:gd name="connsiteX33" fmla="*/ 10191818 w 12190715"/>
                <a:gd name="connsiteY33" fmla="*/ 291801 h 2372962"/>
                <a:gd name="connsiteX34" fmla="*/ 11246516 w 12190715"/>
                <a:gd name="connsiteY34" fmla="*/ 1207840 h 2372962"/>
                <a:gd name="connsiteX35" fmla="*/ 12030748 w 12190715"/>
                <a:gd name="connsiteY35" fmla="*/ 2089613 h 2372962"/>
                <a:gd name="connsiteX36" fmla="*/ 12181869 w 12190715"/>
                <a:gd name="connsiteY36" fmla="*/ 2218169 h 2372962"/>
                <a:gd name="connsiteX37" fmla="*/ 12188017 w 12190715"/>
                <a:gd name="connsiteY37" fmla="*/ 2207632 h 237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190715" h="2372962">
                  <a:moveTo>
                    <a:pt x="12187963" y="2207713"/>
                  </a:moveTo>
                  <a:cubicBezTo>
                    <a:pt x="12057132" y="2110930"/>
                    <a:pt x="11944855" y="1990012"/>
                    <a:pt x="11836451" y="1869420"/>
                  </a:cubicBezTo>
                  <a:cubicBezTo>
                    <a:pt x="11699632" y="1717216"/>
                    <a:pt x="11568801" y="1559703"/>
                    <a:pt x="11435207" y="1404710"/>
                  </a:cubicBezTo>
                  <a:cubicBezTo>
                    <a:pt x="11137870" y="1059834"/>
                    <a:pt x="10826771" y="719780"/>
                    <a:pt x="10457165" y="450559"/>
                  </a:cubicBezTo>
                  <a:cubicBezTo>
                    <a:pt x="10076263" y="173104"/>
                    <a:pt x="9574119" y="-66808"/>
                    <a:pt x="9091477" y="15808"/>
                  </a:cubicBezTo>
                  <a:cubicBezTo>
                    <a:pt x="8605829" y="98885"/>
                    <a:pt x="8161434" y="377721"/>
                    <a:pt x="7838472" y="742615"/>
                  </a:cubicBezTo>
                  <a:cubicBezTo>
                    <a:pt x="7684535" y="916542"/>
                    <a:pt x="7547635" y="1105151"/>
                    <a:pt x="7388254" y="1274284"/>
                  </a:cubicBezTo>
                  <a:cubicBezTo>
                    <a:pt x="7306992" y="1360639"/>
                    <a:pt x="7219093" y="1441657"/>
                    <a:pt x="7121010" y="1508807"/>
                  </a:cubicBezTo>
                  <a:cubicBezTo>
                    <a:pt x="7015370" y="1581157"/>
                    <a:pt x="6899436" y="1640667"/>
                    <a:pt x="6785995" y="1699691"/>
                  </a:cubicBezTo>
                  <a:cubicBezTo>
                    <a:pt x="6523627" y="1836238"/>
                    <a:pt x="6251860" y="1953878"/>
                    <a:pt x="5975190" y="2058137"/>
                  </a:cubicBezTo>
                  <a:cubicBezTo>
                    <a:pt x="5700118" y="2161773"/>
                    <a:pt x="5420496" y="2251920"/>
                    <a:pt x="5130716" y="2303927"/>
                  </a:cubicBezTo>
                  <a:cubicBezTo>
                    <a:pt x="4574532" y="2403771"/>
                    <a:pt x="3987983" y="2376196"/>
                    <a:pt x="3456232" y="2176617"/>
                  </a:cubicBezTo>
                  <a:cubicBezTo>
                    <a:pt x="3217864" y="2087229"/>
                    <a:pt x="2995748" y="1966636"/>
                    <a:pt x="2807952" y="1793359"/>
                  </a:cubicBezTo>
                  <a:cubicBezTo>
                    <a:pt x="2650141" y="1647791"/>
                    <a:pt x="2518469" y="1477548"/>
                    <a:pt x="2383981" y="1310988"/>
                  </a:cubicBezTo>
                  <a:cubicBezTo>
                    <a:pt x="2249492" y="1144428"/>
                    <a:pt x="2109234" y="979873"/>
                    <a:pt x="1938747" y="848255"/>
                  </a:cubicBezTo>
                  <a:cubicBezTo>
                    <a:pt x="1745993" y="699275"/>
                    <a:pt x="1514749" y="596099"/>
                    <a:pt x="1275920" y="548751"/>
                  </a:cubicBezTo>
                  <a:cubicBezTo>
                    <a:pt x="1074688" y="508824"/>
                    <a:pt x="867633" y="516950"/>
                    <a:pt x="671331" y="577193"/>
                  </a:cubicBezTo>
                  <a:cubicBezTo>
                    <a:pt x="500681" y="629579"/>
                    <a:pt x="345064" y="717478"/>
                    <a:pt x="194188" y="811200"/>
                  </a:cubicBezTo>
                  <a:cubicBezTo>
                    <a:pt x="130722" y="850639"/>
                    <a:pt x="67744" y="890945"/>
                    <a:pt x="2870" y="928109"/>
                  </a:cubicBezTo>
                  <a:cubicBezTo>
                    <a:pt x="-3929" y="932009"/>
                    <a:pt x="2220" y="942546"/>
                    <a:pt x="9046" y="938646"/>
                  </a:cubicBezTo>
                  <a:cubicBezTo>
                    <a:pt x="149900" y="857953"/>
                    <a:pt x="282980" y="764610"/>
                    <a:pt x="427735" y="690688"/>
                  </a:cubicBezTo>
                  <a:cubicBezTo>
                    <a:pt x="608949" y="598185"/>
                    <a:pt x="804790" y="538566"/>
                    <a:pt x="1009354" y="535695"/>
                  </a:cubicBezTo>
                  <a:cubicBezTo>
                    <a:pt x="1270448" y="532011"/>
                    <a:pt x="1536202" y="614627"/>
                    <a:pt x="1761406" y="743888"/>
                  </a:cubicBezTo>
                  <a:cubicBezTo>
                    <a:pt x="1955487" y="855271"/>
                    <a:pt x="2116250" y="1011782"/>
                    <a:pt x="2260706" y="1180833"/>
                  </a:cubicBezTo>
                  <a:cubicBezTo>
                    <a:pt x="2399312" y="1343005"/>
                    <a:pt x="2525350" y="1515768"/>
                    <a:pt x="2670348" y="1672468"/>
                  </a:cubicBezTo>
                  <a:cubicBezTo>
                    <a:pt x="2821414" y="1835723"/>
                    <a:pt x="2992091" y="1973137"/>
                    <a:pt x="3191101" y="2073604"/>
                  </a:cubicBezTo>
                  <a:cubicBezTo>
                    <a:pt x="3662827" y="2311973"/>
                    <a:pt x="4199915" y="2398652"/>
                    <a:pt x="4724812" y="2365416"/>
                  </a:cubicBezTo>
                  <a:cubicBezTo>
                    <a:pt x="5290206" y="2329579"/>
                    <a:pt x="5828972" y="2145061"/>
                    <a:pt x="6345609" y="1921915"/>
                  </a:cubicBezTo>
                  <a:cubicBezTo>
                    <a:pt x="6595706" y="1813891"/>
                    <a:pt x="6844937" y="1694653"/>
                    <a:pt x="7077264" y="1551740"/>
                  </a:cubicBezTo>
                  <a:cubicBezTo>
                    <a:pt x="7264167" y="1436781"/>
                    <a:pt x="7413364" y="1272741"/>
                    <a:pt x="7552511" y="1105395"/>
                  </a:cubicBezTo>
                  <a:cubicBezTo>
                    <a:pt x="7701979" y="925725"/>
                    <a:pt x="7843917" y="738877"/>
                    <a:pt x="8013591" y="577193"/>
                  </a:cubicBezTo>
                  <a:cubicBezTo>
                    <a:pt x="8197623" y="401938"/>
                    <a:pt x="8415106" y="268831"/>
                    <a:pt x="8647434" y="167280"/>
                  </a:cubicBezTo>
                  <a:cubicBezTo>
                    <a:pt x="8880738" y="65269"/>
                    <a:pt x="9140695" y="-12932"/>
                    <a:pt x="9397617" y="17514"/>
                  </a:cubicBezTo>
                  <a:cubicBezTo>
                    <a:pt x="9678594" y="50778"/>
                    <a:pt x="9947490" y="151163"/>
                    <a:pt x="10191818" y="291801"/>
                  </a:cubicBezTo>
                  <a:cubicBezTo>
                    <a:pt x="10597829" y="525429"/>
                    <a:pt x="10936015" y="861393"/>
                    <a:pt x="11246516" y="1207840"/>
                  </a:cubicBezTo>
                  <a:cubicBezTo>
                    <a:pt x="11508289" y="1499949"/>
                    <a:pt x="11746223" y="1818685"/>
                    <a:pt x="12030748" y="2089613"/>
                  </a:cubicBezTo>
                  <a:cubicBezTo>
                    <a:pt x="12078422" y="2135553"/>
                    <a:pt x="12128886" y="2178486"/>
                    <a:pt x="12181869" y="2218169"/>
                  </a:cubicBezTo>
                  <a:cubicBezTo>
                    <a:pt x="12188180" y="2222828"/>
                    <a:pt x="12194247" y="2212264"/>
                    <a:pt x="12188017" y="2207632"/>
                  </a:cubicBezTo>
                  <a:close/>
                </a:path>
              </a:pathLst>
            </a:custGeom>
            <a:grpFill/>
            <a:ln w="2709" cap="flat">
              <a:noFill/>
              <a:prstDash val="solid"/>
              <a:miter/>
            </a:ln>
          </p:spPr>
          <p:txBody>
            <a:bodyPr rtlCol="0" anchor="ctr"/>
            <a:lstStyle/>
            <a:p>
              <a:endParaRPr lang="en-IN"/>
            </a:p>
          </p:txBody>
        </p:sp>
        <p:sp>
          <p:nvSpPr>
            <p:cNvPr id="2014" name="Freeform: Shape 2013"/>
            <p:cNvSpPr/>
            <p:nvPr/>
          </p:nvSpPr>
          <p:spPr>
            <a:xfrm>
              <a:off x="858" y="2235579"/>
              <a:ext cx="12190587" cy="2176683"/>
            </a:xfrm>
            <a:custGeom>
              <a:avLst/>
              <a:gdLst>
                <a:gd name="connsiteX0" fmla="*/ 12186830 w 12190587"/>
                <a:gd name="connsiteY0" fmla="*/ 1843527 h 2176683"/>
                <a:gd name="connsiteX1" fmla="*/ 11798561 w 12190587"/>
                <a:gd name="connsiteY1" fmla="*/ 1550686 h 2176683"/>
                <a:gd name="connsiteX2" fmla="*/ 11370581 w 12190587"/>
                <a:gd name="connsiteY2" fmla="*/ 1142697 h 2176683"/>
                <a:gd name="connsiteX3" fmla="*/ 10330076 w 12190587"/>
                <a:gd name="connsiteY3" fmla="*/ 312065 h 2176683"/>
                <a:gd name="connsiteX4" fmla="*/ 8957724 w 12190587"/>
                <a:gd name="connsiteY4" fmla="*/ 35097 h 2176683"/>
                <a:gd name="connsiteX5" fmla="*/ 7712439 w 12190587"/>
                <a:gd name="connsiteY5" fmla="*/ 727367 h 2176683"/>
                <a:gd name="connsiteX6" fmla="*/ 7240904 w 12190587"/>
                <a:gd name="connsiteY6" fmla="*/ 1179184 h 2176683"/>
                <a:gd name="connsiteX7" fmla="*/ 6589508 w 12190587"/>
                <a:gd name="connsiteY7" fmla="*/ 1518073 h 2176683"/>
                <a:gd name="connsiteX8" fmla="*/ 5793276 w 12190587"/>
                <a:gd name="connsiteY8" fmla="*/ 1804630 h 2176683"/>
                <a:gd name="connsiteX9" fmla="*/ 4970553 w 12190587"/>
                <a:gd name="connsiteY9" fmla="*/ 2056731 h 2176683"/>
                <a:gd name="connsiteX10" fmla="*/ 3356149 w 12190587"/>
                <a:gd name="connsiteY10" fmla="*/ 2057815 h 2176683"/>
                <a:gd name="connsiteX11" fmla="*/ 2722577 w 12190587"/>
                <a:gd name="connsiteY11" fmla="*/ 1717002 h 2176683"/>
                <a:gd name="connsiteX12" fmla="*/ 2306678 w 12190587"/>
                <a:gd name="connsiteY12" fmla="*/ 1253240 h 2176683"/>
                <a:gd name="connsiteX13" fmla="*/ 1888829 w 12190587"/>
                <a:gd name="connsiteY13" fmla="*/ 800882 h 2176683"/>
                <a:gd name="connsiteX14" fmla="*/ 1282209 w 12190587"/>
                <a:gd name="connsiteY14" fmla="*/ 491247 h 2176683"/>
                <a:gd name="connsiteX15" fmla="*/ 670307 w 12190587"/>
                <a:gd name="connsiteY15" fmla="*/ 485586 h 2176683"/>
                <a:gd name="connsiteX16" fmla="*/ 201533 w 12190587"/>
                <a:gd name="connsiteY16" fmla="*/ 688470 h 2176683"/>
                <a:gd name="connsiteX17" fmla="*/ 3498 w 12190587"/>
                <a:gd name="connsiteY17" fmla="*/ 796115 h 2176683"/>
                <a:gd name="connsiteX18" fmla="*/ 10676 w 12190587"/>
                <a:gd name="connsiteY18" fmla="*/ 808412 h 2176683"/>
                <a:gd name="connsiteX19" fmla="*/ 436678 w 12190587"/>
                <a:gd name="connsiteY19" fmla="*/ 583750 h 2176683"/>
                <a:gd name="connsiteX20" fmla="*/ 1022767 w 12190587"/>
                <a:gd name="connsiteY20" fmla="*/ 464268 h 2176683"/>
                <a:gd name="connsiteX21" fmla="*/ 1736436 w 12190587"/>
                <a:gd name="connsiteY21" fmla="*/ 705779 h 2176683"/>
                <a:gd name="connsiteX22" fmla="*/ 2193697 w 12190587"/>
                <a:gd name="connsiteY22" fmla="*/ 1136332 h 2176683"/>
                <a:gd name="connsiteX23" fmla="*/ 2587330 w 12190587"/>
                <a:gd name="connsiteY23" fmla="*/ 1606974 h 2176683"/>
                <a:gd name="connsiteX24" fmla="*/ 3099957 w 12190587"/>
                <a:gd name="connsiteY24" fmla="*/ 1976444 h 2176683"/>
                <a:gd name="connsiteX25" fmla="*/ 4570799 w 12190587"/>
                <a:gd name="connsiteY25" fmla="*/ 2143790 h 2176683"/>
                <a:gd name="connsiteX26" fmla="*/ 6181140 w 12190587"/>
                <a:gd name="connsiteY26" fmla="*/ 1684064 h 2176683"/>
                <a:gd name="connsiteX27" fmla="*/ 6903206 w 12190587"/>
                <a:gd name="connsiteY27" fmla="*/ 1403683 h 2176683"/>
                <a:gd name="connsiteX28" fmla="*/ 7408466 w 12190587"/>
                <a:gd name="connsiteY28" fmla="*/ 1048596 h 2176683"/>
                <a:gd name="connsiteX29" fmla="*/ 7895197 w 12190587"/>
                <a:gd name="connsiteY29" fmla="*/ 581529 h 2176683"/>
                <a:gd name="connsiteX30" fmla="*/ 8525709 w 12190587"/>
                <a:gd name="connsiteY30" fmla="*/ 198704 h 2176683"/>
                <a:gd name="connsiteX31" fmla="*/ 9253843 w 12190587"/>
                <a:gd name="connsiteY31" fmla="*/ 10366 h 2176683"/>
                <a:gd name="connsiteX32" fmla="*/ 10043546 w 12190587"/>
                <a:gd name="connsiteY32" fmla="*/ 186027 h 2176683"/>
                <a:gd name="connsiteX33" fmla="*/ 11166587 w 12190587"/>
                <a:gd name="connsiteY33" fmla="*/ 969095 h 2176683"/>
                <a:gd name="connsiteX34" fmla="*/ 12001336 w 12190587"/>
                <a:gd name="connsiteY34" fmla="*/ 1739105 h 2176683"/>
                <a:gd name="connsiteX35" fmla="*/ 12179787 w 12190587"/>
                <a:gd name="connsiteY35" fmla="*/ 1855960 h 2176683"/>
                <a:gd name="connsiteX36" fmla="*/ 12186965 w 12190587"/>
                <a:gd name="connsiteY36" fmla="*/ 1843663 h 2176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190587" h="2176683">
                  <a:moveTo>
                    <a:pt x="12186830" y="1843527"/>
                  </a:moveTo>
                  <a:cubicBezTo>
                    <a:pt x="12044025" y="1765922"/>
                    <a:pt x="11918666" y="1659144"/>
                    <a:pt x="11798561" y="1550686"/>
                  </a:cubicBezTo>
                  <a:cubicBezTo>
                    <a:pt x="11652290" y="1418608"/>
                    <a:pt x="11512599" y="1279380"/>
                    <a:pt x="11370581" y="1142697"/>
                  </a:cubicBezTo>
                  <a:cubicBezTo>
                    <a:pt x="11050951" y="834904"/>
                    <a:pt x="10717912" y="532474"/>
                    <a:pt x="10330076" y="312065"/>
                  </a:cubicBezTo>
                  <a:cubicBezTo>
                    <a:pt x="9922331" y="80278"/>
                    <a:pt x="9425685" y="-74146"/>
                    <a:pt x="8957724" y="35097"/>
                  </a:cubicBezTo>
                  <a:cubicBezTo>
                    <a:pt x="8488680" y="144638"/>
                    <a:pt x="8057911" y="395656"/>
                    <a:pt x="7712439" y="727367"/>
                  </a:cubicBezTo>
                  <a:cubicBezTo>
                    <a:pt x="7555523" y="878027"/>
                    <a:pt x="7409604" y="1041201"/>
                    <a:pt x="7240904" y="1179184"/>
                  </a:cubicBezTo>
                  <a:cubicBezTo>
                    <a:pt x="7047364" y="1337509"/>
                    <a:pt x="6820535" y="1428089"/>
                    <a:pt x="6589508" y="1518073"/>
                  </a:cubicBezTo>
                  <a:cubicBezTo>
                    <a:pt x="6326761" y="1620490"/>
                    <a:pt x="6059463" y="1711260"/>
                    <a:pt x="5793276" y="1804630"/>
                  </a:cubicBezTo>
                  <a:cubicBezTo>
                    <a:pt x="5522241" y="1899679"/>
                    <a:pt x="5250934" y="1992670"/>
                    <a:pt x="4970553" y="2056731"/>
                  </a:cubicBezTo>
                  <a:cubicBezTo>
                    <a:pt x="4444626" y="2176890"/>
                    <a:pt x="3878420" y="2216926"/>
                    <a:pt x="3356149" y="2057815"/>
                  </a:cubicBezTo>
                  <a:cubicBezTo>
                    <a:pt x="3123767" y="1987036"/>
                    <a:pt x="2905850" y="1877576"/>
                    <a:pt x="2722577" y="1717002"/>
                  </a:cubicBezTo>
                  <a:cubicBezTo>
                    <a:pt x="2565769" y="1579615"/>
                    <a:pt x="2436345" y="1415493"/>
                    <a:pt x="2306678" y="1253240"/>
                  </a:cubicBezTo>
                  <a:cubicBezTo>
                    <a:pt x="2178420" y="1092721"/>
                    <a:pt x="2047507" y="932581"/>
                    <a:pt x="1888829" y="800882"/>
                  </a:cubicBezTo>
                  <a:cubicBezTo>
                    <a:pt x="1712762" y="654611"/>
                    <a:pt x="1503756" y="549187"/>
                    <a:pt x="1282209" y="491247"/>
                  </a:cubicBezTo>
                  <a:cubicBezTo>
                    <a:pt x="1081438" y="438698"/>
                    <a:pt x="871728" y="434093"/>
                    <a:pt x="670307" y="485586"/>
                  </a:cubicBezTo>
                  <a:cubicBezTo>
                    <a:pt x="504045" y="528086"/>
                    <a:pt x="350676" y="605528"/>
                    <a:pt x="201533" y="688470"/>
                  </a:cubicBezTo>
                  <a:cubicBezTo>
                    <a:pt x="135847" y="724984"/>
                    <a:pt x="70648" y="762364"/>
                    <a:pt x="3498" y="796115"/>
                  </a:cubicBezTo>
                  <a:cubicBezTo>
                    <a:pt x="-4628" y="800232"/>
                    <a:pt x="2496" y="812367"/>
                    <a:pt x="10676" y="808412"/>
                  </a:cubicBezTo>
                  <a:cubicBezTo>
                    <a:pt x="154239" y="736225"/>
                    <a:pt x="289919" y="649654"/>
                    <a:pt x="436678" y="583750"/>
                  </a:cubicBezTo>
                  <a:cubicBezTo>
                    <a:pt x="621387" y="500809"/>
                    <a:pt x="819449" y="453569"/>
                    <a:pt x="1022767" y="464268"/>
                  </a:cubicBezTo>
                  <a:cubicBezTo>
                    <a:pt x="1273893" y="477460"/>
                    <a:pt x="1526591" y="569123"/>
                    <a:pt x="1736436" y="705779"/>
                  </a:cubicBezTo>
                  <a:cubicBezTo>
                    <a:pt x="1913560" y="821008"/>
                    <a:pt x="2059588" y="974539"/>
                    <a:pt x="2193697" y="1136332"/>
                  </a:cubicBezTo>
                  <a:cubicBezTo>
                    <a:pt x="2324204" y="1293763"/>
                    <a:pt x="2445609" y="1459131"/>
                    <a:pt x="2587330" y="1606974"/>
                  </a:cubicBezTo>
                  <a:cubicBezTo>
                    <a:pt x="2735498" y="1761371"/>
                    <a:pt x="2904739" y="1887490"/>
                    <a:pt x="3099957" y="1976444"/>
                  </a:cubicBezTo>
                  <a:cubicBezTo>
                    <a:pt x="3557977" y="2185206"/>
                    <a:pt x="4078134" y="2209097"/>
                    <a:pt x="4570799" y="2143790"/>
                  </a:cubicBezTo>
                  <a:cubicBezTo>
                    <a:pt x="5127958" y="2069950"/>
                    <a:pt x="5654292" y="1870858"/>
                    <a:pt x="6181140" y="1684064"/>
                  </a:cubicBezTo>
                  <a:cubicBezTo>
                    <a:pt x="6424492" y="1597764"/>
                    <a:pt x="6667005" y="1508240"/>
                    <a:pt x="6903206" y="1403683"/>
                  </a:cubicBezTo>
                  <a:cubicBezTo>
                    <a:pt x="7095743" y="1318440"/>
                    <a:pt x="7257075" y="1193513"/>
                    <a:pt x="7408466" y="1048596"/>
                  </a:cubicBezTo>
                  <a:cubicBezTo>
                    <a:pt x="7570989" y="893033"/>
                    <a:pt x="7722678" y="726257"/>
                    <a:pt x="7895197" y="581529"/>
                  </a:cubicBezTo>
                  <a:cubicBezTo>
                    <a:pt x="8085080" y="422256"/>
                    <a:pt x="8299422" y="298656"/>
                    <a:pt x="8525709" y="198704"/>
                  </a:cubicBezTo>
                  <a:cubicBezTo>
                    <a:pt x="8752863" y="98346"/>
                    <a:pt x="9002933" y="12750"/>
                    <a:pt x="9253843" y="10366"/>
                  </a:cubicBezTo>
                  <a:cubicBezTo>
                    <a:pt x="9522007" y="7820"/>
                    <a:pt x="9797973" y="82418"/>
                    <a:pt x="10043546" y="186027"/>
                  </a:cubicBezTo>
                  <a:cubicBezTo>
                    <a:pt x="10467761" y="364966"/>
                    <a:pt x="10831408" y="658809"/>
                    <a:pt x="11166587" y="969095"/>
                  </a:cubicBezTo>
                  <a:cubicBezTo>
                    <a:pt x="11443392" y="1225340"/>
                    <a:pt x="11699692" y="1511193"/>
                    <a:pt x="12001336" y="1739105"/>
                  </a:cubicBezTo>
                  <a:cubicBezTo>
                    <a:pt x="12058220" y="1782012"/>
                    <a:pt x="12117189" y="1821939"/>
                    <a:pt x="12179787" y="1855960"/>
                  </a:cubicBezTo>
                  <a:cubicBezTo>
                    <a:pt x="12187913" y="1860321"/>
                    <a:pt x="12195011" y="1848051"/>
                    <a:pt x="12186965" y="1843663"/>
                  </a:cubicBezTo>
                  <a:close/>
                </a:path>
              </a:pathLst>
            </a:custGeom>
            <a:grpFill/>
            <a:ln w="2709" cap="flat">
              <a:noFill/>
              <a:prstDash val="solid"/>
              <a:miter/>
            </a:ln>
          </p:spPr>
          <p:txBody>
            <a:bodyPr rtlCol="0" anchor="ctr"/>
            <a:lstStyle/>
            <a:p>
              <a:endParaRPr lang="en-IN"/>
            </a:p>
          </p:txBody>
        </p:sp>
        <p:sp>
          <p:nvSpPr>
            <p:cNvPr id="2015" name="Freeform: Shape 2014"/>
            <p:cNvSpPr/>
            <p:nvPr/>
          </p:nvSpPr>
          <p:spPr>
            <a:xfrm>
              <a:off x="949" y="2423269"/>
              <a:ext cx="12189842" cy="2005370"/>
            </a:xfrm>
            <a:custGeom>
              <a:avLst/>
              <a:gdLst>
                <a:gd name="connsiteX0" fmla="*/ 12184219 w 12189842"/>
                <a:gd name="connsiteY0" fmla="*/ 1481802 h 2005370"/>
                <a:gd name="connsiteX1" fmla="*/ 11758271 w 12189842"/>
                <a:gd name="connsiteY1" fmla="*/ 1239045 h 2005370"/>
                <a:gd name="connsiteX2" fmla="*/ 11286167 w 12189842"/>
                <a:gd name="connsiteY2" fmla="*/ 878432 h 2005370"/>
                <a:gd name="connsiteX3" fmla="*/ 10193817 w 12189842"/>
                <a:gd name="connsiteY3" fmla="*/ 193312 h 2005370"/>
                <a:gd name="connsiteX4" fmla="*/ 9492500 w 12189842"/>
                <a:gd name="connsiteY4" fmla="*/ 10879 h 2005370"/>
                <a:gd name="connsiteX5" fmla="*/ 8791670 w 12189842"/>
                <a:gd name="connsiteY5" fmla="*/ 71663 h 2005370"/>
                <a:gd name="connsiteX6" fmla="*/ 7551721 w 12189842"/>
                <a:gd name="connsiteY6" fmla="*/ 731158 h 2005370"/>
                <a:gd name="connsiteX7" fmla="*/ 7046271 w 12189842"/>
                <a:gd name="connsiteY7" fmla="*/ 1098868 h 2005370"/>
                <a:gd name="connsiteX8" fmla="*/ 6389567 w 12189842"/>
                <a:gd name="connsiteY8" fmla="*/ 1322420 h 2005370"/>
                <a:gd name="connsiteX9" fmla="*/ 5604522 w 12189842"/>
                <a:gd name="connsiteY9" fmla="*/ 1554937 h 2005370"/>
                <a:gd name="connsiteX10" fmla="*/ 4824191 w 12189842"/>
                <a:gd name="connsiteY10" fmla="*/ 1811698 h 2005370"/>
                <a:gd name="connsiteX11" fmla="*/ 3271627 w 12189842"/>
                <a:gd name="connsiteY11" fmla="*/ 1941717 h 2005370"/>
                <a:gd name="connsiteX12" fmla="*/ 2648619 w 12189842"/>
                <a:gd name="connsiteY12" fmla="*/ 1651612 h 2005370"/>
                <a:gd name="connsiteX13" fmla="*/ 2244747 w 12189842"/>
                <a:gd name="connsiteY13" fmla="*/ 1218621 h 2005370"/>
                <a:gd name="connsiteX14" fmla="*/ 1845372 w 12189842"/>
                <a:gd name="connsiteY14" fmla="*/ 765071 h 2005370"/>
                <a:gd name="connsiteX15" fmla="*/ 1273829 w 12189842"/>
                <a:gd name="connsiteY15" fmla="*/ 437315 h 2005370"/>
                <a:gd name="connsiteX16" fmla="*/ 677664 w 12189842"/>
                <a:gd name="connsiteY16" fmla="*/ 397334 h 2005370"/>
                <a:gd name="connsiteX17" fmla="*/ 207916 w 12189842"/>
                <a:gd name="connsiteY17" fmla="*/ 570693 h 2005370"/>
                <a:gd name="connsiteX18" fmla="*/ 4165 w 12189842"/>
                <a:gd name="connsiteY18" fmla="*/ 667286 h 2005370"/>
                <a:gd name="connsiteX19" fmla="*/ 12292 w 12189842"/>
                <a:gd name="connsiteY19" fmla="*/ 681317 h 2005370"/>
                <a:gd name="connsiteX20" fmla="*/ 453815 w 12189842"/>
                <a:gd name="connsiteY20" fmla="*/ 478921 h 2005370"/>
                <a:gd name="connsiteX21" fmla="*/ 1025899 w 12189842"/>
                <a:gd name="connsiteY21" fmla="*/ 399555 h 2005370"/>
                <a:gd name="connsiteX22" fmla="*/ 1710341 w 12189842"/>
                <a:gd name="connsiteY22" fmla="*/ 675195 h 2005370"/>
                <a:gd name="connsiteX23" fmla="*/ 2141030 w 12189842"/>
                <a:gd name="connsiteY23" fmla="*/ 1114010 h 2005370"/>
                <a:gd name="connsiteX24" fmla="*/ 2525426 w 12189842"/>
                <a:gd name="connsiteY24" fmla="*/ 1563659 h 2005370"/>
                <a:gd name="connsiteX25" fmla="*/ 3018117 w 12189842"/>
                <a:gd name="connsiteY25" fmla="*/ 1882667 h 2005370"/>
                <a:gd name="connsiteX26" fmla="*/ 4436355 w 12189842"/>
                <a:gd name="connsiteY26" fmla="*/ 1923758 h 2005370"/>
                <a:gd name="connsiteX27" fmla="*/ 5992629 w 12189842"/>
                <a:gd name="connsiteY27" fmla="*/ 1450380 h 2005370"/>
                <a:gd name="connsiteX28" fmla="*/ 6728997 w 12189842"/>
                <a:gd name="connsiteY28" fmla="*/ 1242377 h 2005370"/>
                <a:gd name="connsiteX29" fmla="*/ 7262239 w 12189842"/>
                <a:gd name="connsiteY29" fmla="*/ 978898 h 2005370"/>
                <a:gd name="connsiteX30" fmla="*/ 7768636 w 12189842"/>
                <a:gd name="connsiteY30" fmla="*/ 585347 h 2005370"/>
                <a:gd name="connsiteX31" fmla="*/ 8401477 w 12189842"/>
                <a:gd name="connsiteY31" fmla="*/ 232372 h 2005370"/>
                <a:gd name="connsiteX32" fmla="*/ 9127417 w 12189842"/>
                <a:gd name="connsiteY32" fmla="*/ 18382 h 2005370"/>
                <a:gd name="connsiteX33" fmla="*/ 9890493 w 12189842"/>
                <a:gd name="connsiteY33" fmla="*/ 104764 h 2005370"/>
                <a:gd name="connsiteX34" fmla="*/ 11081197 w 12189842"/>
                <a:gd name="connsiteY34" fmla="*/ 742209 h 2005370"/>
                <a:gd name="connsiteX35" fmla="*/ 11989733 w 12189842"/>
                <a:gd name="connsiteY35" fmla="*/ 1407691 h 2005370"/>
                <a:gd name="connsiteX36" fmla="*/ 12179941 w 12189842"/>
                <a:gd name="connsiteY36" fmla="*/ 1497323 h 2005370"/>
                <a:gd name="connsiteX37" fmla="*/ 12184247 w 12189842"/>
                <a:gd name="connsiteY37" fmla="*/ 1481666 h 2005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189842" h="2005370">
                  <a:moveTo>
                    <a:pt x="12184219" y="1481802"/>
                  </a:moveTo>
                  <a:cubicBezTo>
                    <a:pt x="12030607" y="1424349"/>
                    <a:pt x="11891270" y="1333688"/>
                    <a:pt x="11758271" y="1239045"/>
                  </a:cubicBezTo>
                  <a:cubicBezTo>
                    <a:pt x="11596913" y="1124222"/>
                    <a:pt x="11442596" y="999783"/>
                    <a:pt x="11286167" y="878432"/>
                  </a:cubicBezTo>
                  <a:cubicBezTo>
                    <a:pt x="10946221" y="614655"/>
                    <a:pt x="10593436" y="359412"/>
                    <a:pt x="10193817" y="193312"/>
                  </a:cubicBezTo>
                  <a:cubicBezTo>
                    <a:pt x="9969805" y="100213"/>
                    <a:pt x="9733685" y="37641"/>
                    <a:pt x="9492500" y="10879"/>
                  </a:cubicBezTo>
                  <a:cubicBezTo>
                    <a:pt x="9251314" y="-15883"/>
                    <a:pt x="9024810" y="3376"/>
                    <a:pt x="8791670" y="71663"/>
                  </a:cubicBezTo>
                  <a:cubicBezTo>
                    <a:pt x="8335546" y="205231"/>
                    <a:pt x="7921733" y="435798"/>
                    <a:pt x="7551721" y="731158"/>
                  </a:cubicBezTo>
                  <a:cubicBezTo>
                    <a:pt x="7389062" y="860988"/>
                    <a:pt x="7229382" y="998157"/>
                    <a:pt x="7046271" y="1098868"/>
                  </a:cubicBezTo>
                  <a:cubicBezTo>
                    <a:pt x="6843685" y="1210224"/>
                    <a:pt x="6610870" y="1261392"/>
                    <a:pt x="6389567" y="1322420"/>
                  </a:cubicBezTo>
                  <a:cubicBezTo>
                    <a:pt x="6126413" y="1395122"/>
                    <a:pt x="5863016" y="1467066"/>
                    <a:pt x="5604522" y="1554937"/>
                  </a:cubicBezTo>
                  <a:cubicBezTo>
                    <a:pt x="5345080" y="1642998"/>
                    <a:pt x="5088048" y="1737208"/>
                    <a:pt x="4824191" y="1811698"/>
                  </a:cubicBezTo>
                  <a:cubicBezTo>
                    <a:pt x="4327030" y="1952037"/>
                    <a:pt x="3784850" y="2053425"/>
                    <a:pt x="3271627" y="1941717"/>
                  </a:cubicBezTo>
                  <a:cubicBezTo>
                    <a:pt x="3044960" y="1892337"/>
                    <a:pt x="2829643" y="1797910"/>
                    <a:pt x="2648619" y="1651612"/>
                  </a:cubicBezTo>
                  <a:cubicBezTo>
                    <a:pt x="2494221" y="1526875"/>
                    <a:pt x="2367696" y="1373236"/>
                    <a:pt x="2244747" y="1218621"/>
                  </a:cubicBezTo>
                  <a:cubicBezTo>
                    <a:pt x="2119306" y="1060919"/>
                    <a:pt x="1995273" y="900724"/>
                    <a:pt x="1845372" y="765071"/>
                  </a:cubicBezTo>
                  <a:cubicBezTo>
                    <a:pt x="1680499" y="616199"/>
                    <a:pt x="1485598" y="504410"/>
                    <a:pt x="1273829" y="437315"/>
                  </a:cubicBezTo>
                  <a:cubicBezTo>
                    <a:pt x="1080832" y="375854"/>
                    <a:pt x="876973" y="358762"/>
                    <a:pt x="677664" y="397334"/>
                  </a:cubicBezTo>
                  <a:cubicBezTo>
                    <a:pt x="512432" y="429324"/>
                    <a:pt x="358332" y="497340"/>
                    <a:pt x="207916" y="570693"/>
                  </a:cubicBezTo>
                  <a:cubicBezTo>
                    <a:pt x="140360" y="603685"/>
                    <a:pt x="73211" y="637517"/>
                    <a:pt x="4165" y="667286"/>
                  </a:cubicBezTo>
                  <a:cubicBezTo>
                    <a:pt x="-5396" y="671430"/>
                    <a:pt x="2865" y="685435"/>
                    <a:pt x="12292" y="681317"/>
                  </a:cubicBezTo>
                  <a:cubicBezTo>
                    <a:pt x="161028" y="617148"/>
                    <a:pt x="301963" y="536346"/>
                    <a:pt x="453815" y="478921"/>
                  </a:cubicBezTo>
                  <a:cubicBezTo>
                    <a:pt x="636898" y="409658"/>
                    <a:pt x="830518" y="377343"/>
                    <a:pt x="1025899" y="399555"/>
                  </a:cubicBezTo>
                  <a:cubicBezTo>
                    <a:pt x="1270633" y="427374"/>
                    <a:pt x="1512604" y="529574"/>
                    <a:pt x="1710341" y="675195"/>
                  </a:cubicBezTo>
                  <a:cubicBezTo>
                    <a:pt x="1876549" y="797630"/>
                    <a:pt x="2012446" y="953924"/>
                    <a:pt x="2141030" y="1114010"/>
                  </a:cubicBezTo>
                  <a:cubicBezTo>
                    <a:pt x="2264466" y="1267785"/>
                    <a:pt x="2383326" y="1426354"/>
                    <a:pt x="2525426" y="1563659"/>
                  </a:cubicBezTo>
                  <a:cubicBezTo>
                    <a:pt x="2668149" y="1701805"/>
                    <a:pt x="2832704" y="1810669"/>
                    <a:pt x="3018117" y="1882667"/>
                  </a:cubicBezTo>
                  <a:cubicBezTo>
                    <a:pt x="3468091" y="2057434"/>
                    <a:pt x="3973026" y="2019485"/>
                    <a:pt x="4436355" y="1923758"/>
                  </a:cubicBezTo>
                  <a:cubicBezTo>
                    <a:pt x="4969677" y="1813594"/>
                    <a:pt x="5471334" y="1602151"/>
                    <a:pt x="5992629" y="1450380"/>
                  </a:cubicBezTo>
                  <a:cubicBezTo>
                    <a:pt x="6237525" y="1379086"/>
                    <a:pt x="6484887" y="1316352"/>
                    <a:pt x="6728997" y="1242377"/>
                  </a:cubicBezTo>
                  <a:cubicBezTo>
                    <a:pt x="6924514" y="1183164"/>
                    <a:pt x="7096816" y="1099356"/>
                    <a:pt x="7262239" y="978898"/>
                  </a:cubicBezTo>
                  <a:cubicBezTo>
                    <a:pt x="7435110" y="853024"/>
                    <a:pt x="7595196" y="710545"/>
                    <a:pt x="7768636" y="585347"/>
                  </a:cubicBezTo>
                  <a:cubicBezTo>
                    <a:pt x="7965750" y="443030"/>
                    <a:pt x="8178765" y="329182"/>
                    <a:pt x="8401477" y="232372"/>
                  </a:cubicBezTo>
                  <a:cubicBezTo>
                    <a:pt x="8631583" y="132366"/>
                    <a:pt x="8876425" y="44467"/>
                    <a:pt x="9127417" y="18382"/>
                  </a:cubicBezTo>
                  <a:cubicBezTo>
                    <a:pt x="9380168" y="-7757"/>
                    <a:pt x="9647493" y="36423"/>
                    <a:pt x="9890493" y="104764"/>
                  </a:cubicBezTo>
                  <a:cubicBezTo>
                    <a:pt x="10329308" y="228173"/>
                    <a:pt x="10718661" y="472041"/>
                    <a:pt x="11081197" y="742209"/>
                  </a:cubicBezTo>
                  <a:cubicBezTo>
                    <a:pt x="11380566" y="965328"/>
                    <a:pt x="11663142" y="1223849"/>
                    <a:pt x="11989733" y="1407691"/>
                  </a:cubicBezTo>
                  <a:cubicBezTo>
                    <a:pt x="12050734" y="1442444"/>
                    <a:pt x="12114307" y="1472402"/>
                    <a:pt x="12179941" y="1497323"/>
                  </a:cubicBezTo>
                  <a:cubicBezTo>
                    <a:pt x="12189745" y="1501006"/>
                    <a:pt x="12193971" y="1485296"/>
                    <a:pt x="12184247" y="1481666"/>
                  </a:cubicBezTo>
                  <a:close/>
                </a:path>
              </a:pathLst>
            </a:custGeom>
            <a:grpFill/>
            <a:ln w="2709" cap="flat">
              <a:noFill/>
              <a:prstDash val="solid"/>
              <a:miter/>
            </a:ln>
          </p:spPr>
          <p:txBody>
            <a:bodyPr rtlCol="0" anchor="ctr"/>
            <a:lstStyle/>
            <a:p>
              <a:endParaRPr lang="en-IN"/>
            </a:p>
          </p:txBody>
        </p:sp>
        <p:sp>
          <p:nvSpPr>
            <p:cNvPr id="2016" name="Freeform: Shape 2015"/>
            <p:cNvSpPr/>
            <p:nvPr/>
          </p:nvSpPr>
          <p:spPr>
            <a:xfrm>
              <a:off x="1993" y="2605267"/>
              <a:ext cx="12188866" cy="1857293"/>
            </a:xfrm>
            <a:custGeom>
              <a:avLst/>
              <a:gdLst>
                <a:gd name="connsiteX0" fmla="*/ 12182283 w 12188866"/>
                <a:gd name="connsiteY0" fmla="*/ 1126444 h 1857293"/>
                <a:gd name="connsiteX1" fmla="*/ 11217975 w 12188866"/>
                <a:gd name="connsiteY1" fmla="*/ 646620 h 1857293"/>
                <a:gd name="connsiteX2" fmla="*/ 10040652 w 12188866"/>
                <a:gd name="connsiteY2" fmla="*/ 97587 h 1857293"/>
                <a:gd name="connsiteX3" fmla="*/ 9308048 w 12188866"/>
                <a:gd name="connsiteY3" fmla="*/ -659 h 1857293"/>
                <a:gd name="connsiteX4" fmla="*/ 8639695 w 12188866"/>
                <a:gd name="connsiteY4" fmla="*/ 113893 h 1857293"/>
                <a:gd name="connsiteX5" fmla="*/ 7977222 w 12188866"/>
                <a:gd name="connsiteY5" fmla="*/ 380460 h 1857293"/>
                <a:gd name="connsiteX6" fmla="*/ 7379296 w 12188866"/>
                <a:gd name="connsiteY6" fmla="*/ 723358 h 1857293"/>
                <a:gd name="connsiteX7" fmla="*/ 6849685 w 12188866"/>
                <a:gd name="connsiteY7" fmla="*/ 989518 h 1857293"/>
                <a:gd name="connsiteX8" fmla="*/ 6195770 w 12188866"/>
                <a:gd name="connsiteY8" fmla="*/ 1114391 h 1857293"/>
                <a:gd name="connsiteX9" fmla="*/ 5441903 w 12188866"/>
                <a:gd name="connsiteY9" fmla="*/ 1300426 h 1857293"/>
                <a:gd name="connsiteX10" fmla="*/ 4676470 w 12188866"/>
                <a:gd name="connsiteY10" fmla="*/ 1573250 h 1857293"/>
                <a:gd name="connsiteX11" fmla="*/ 3192301 w 12188866"/>
                <a:gd name="connsiteY11" fmla="*/ 1824186 h 1857293"/>
                <a:gd name="connsiteX12" fmla="*/ 2575496 w 12188866"/>
                <a:gd name="connsiteY12" fmla="*/ 1589204 h 1857293"/>
                <a:gd name="connsiteX13" fmla="*/ 2166261 w 12188866"/>
                <a:gd name="connsiteY13" fmla="*/ 1169920 h 1857293"/>
                <a:gd name="connsiteX14" fmla="*/ 1790885 w 12188866"/>
                <a:gd name="connsiteY14" fmla="*/ 728775 h 1857293"/>
                <a:gd name="connsiteX15" fmla="*/ 1269508 w 12188866"/>
                <a:gd name="connsiteY15" fmla="*/ 394437 h 1857293"/>
                <a:gd name="connsiteX16" fmla="*/ 683935 w 12188866"/>
                <a:gd name="connsiteY16" fmla="*/ 317292 h 1857293"/>
                <a:gd name="connsiteX17" fmla="*/ 205708 w 12188866"/>
                <a:gd name="connsiteY17" fmla="*/ 462941 h 1857293"/>
                <a:gd name="connsiteX18" fmla="*/ 6156 w 12188866"/>
                <a:gd name="connsiteY18" fmla="*/ 543092 h 1857293"/>
                <a:gd name="connsiteX19" fmla="*/ 11032 w 12188866"/>
                <a:gd name="connsiteY19" fmla="*/ 560726 h 1857293"/>
                <a:gd name="connsiteX20" fmla="*/ 442560 w 12188866"/>
                <a:gd name="connsiteY20" fmla="*/ 391701 h 1857293"/>
                <a:gd name="connsiteX21" fmla="*/ 1017353 w 12188866"/>
                <a:gd name="connsiteY21" fmla="*/ 342538 h 1857293"/>
                <a:gd name="connsiteX22" fmla="*/ 1657128 w 12188866"/>
                <a:gd name="connsiteY22" fmla="*/ 634864 h 1857293"/>
                <a:gd name="connsiteX23" fmla="*/ 2051600 w 12188866"/>
                <a:gd name="connsiteY23" fmla="*/ 1053932 h 1857293"/>
                <a:gd name="connsiteX24" fmla="*/ 2914629 w 12188866"/>
                <a:gd name="connsiteY24" fmla="*/ 1783068 h 1857293"/>
                <a:gd name="connsiteX25" fmla="*/ 4277284 w 12188866"/>
                <a:gd name="connsiteY25" fmla="*/ 1715891 h 1857293"/>
                <a:gd name="connsiteX26" fmla="*/ 5796882 w 12188866"/>
                <a:gd name="connsiteY26" fmla="*/ 1216699 h 1857293"/>
                <a:gd name="connsiteX27" fmla="*/ 6517648 w 12188866"/>
                <a:gd name="connsiteY27" fmla="*/ 1077850 h 1857293"/>
                <a:gd name="connsiteX28" fmla="*/ 7075241 w 12188866"/>
                <a:gd name="connsiteY28" fmla="*/ 918035 h 1857293"/>
                <a:gd name="connsiteX29" fmla="*/ 7589900 w 12188866"/>
                <a:gd name="connsiteY29" fmla="*/ 614196 h 1857293"/>
                <a:gd name="connsiteX30" fmla="*/ 8251182 w 12188866"/>
                <a:gd name="connsiteY30" fmla="*/ 278991 h 1857293"/>
                <a:gd name="connsiteX31" fmla="*/ 8940798 w 12188866"/>
                <a:gd name="connsiteY31" fmla="*/ 51701 h 1857293"/>
                <a:gd name="connsiteX32" fmla="*/ 9705717 w 12188866"/>
                <a:gd name="connsiteY32" fmla="*/ 47313 h 1857293"/>
                <a:gd name="connsiteX33" fmla="*/ 10977222 w 12188866"/>
                <a:gd name="connsiteY33" fmla="*/ 525919 h 1857293"/>
                <a:gd name="connsiteX34" fmla="*/ 11961900 w 12188866"/>
                <a:gd name="connsiteY34" fmla="*/ 1075791 h 1857293"/>
                <a:gd name="connsiteX35" fmla="*/ 12177407 w 12188866"/>
                <a:gd name="connsiteY35" fmla="*/ 1144160 h 1857293"/>
                <a:gd name="connsiteX36" fmla="*/ 12182283 w 12188866"/>
                <a:gd name="connsiteY36" fmla="*/ 1126526 h 1857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188866" h="1857293">
                  <a:moveTo>
                    <a:pt x="12182283" y="1126444"/>
                  </a:moveTo>
                  <a:cubicBezTo>
                    <a:pt x="11832126" y="1047241"/>
                    <a:pt x="11521190" y="828918"/>
                    <a:pt x="11217975" y="646620"/>
                  </a:cubicBezTo>
                  <a:cubicBezTo>
                    <a:pt x="10846093" y="422960"/>
                    <a:pt x="10462455" y="210785"/>
                    <a:pt x="10040652" y="97587"/>
                  </a:cubicBezTo>
                  <a:cubicBezTo>
                    <a:pt x="9801904" y="33499"/>
                    <a:pt x="9555166" y="1454"/>
                    <a:pt x="9308048" y="-659"/>
                  </a:cubicBezTo>
                  <a:cubicBezTo>
                    <a:pt x="9077941" y="-2636"/>
                    <a:pt x="8858128" y="43277"/>
                    <a:pt x="8639695" y="113893"/>
                  </a:cubicBezTo>
                  <a:cubicBezTo>
                    <a:pt x="8413733" y="187029"/>
                    <a:pt x="8191400" y="277880"/>
                    <a:pt x="7977222" y="380460"/>
                  </a:cubicBezTo>
                  <a:cubicBezTo>
                    <a:pt x="7769408" y="479979"/>
                    <a:pt x="7574704" y="601953"/>
                    <a:pt x="7379296" y="723358"/>
                  </a:cubicBezTo>
                  <a:cubicBezTo>
                    <a:pt x="7211355" y="827726"/>
                    <a:pt x="7039567" y="930143"/>
                    <a:pt x="6849685" y="989518"/>
                  </a:cubicBezTo>
                  <a:cubicBezTo>
                    <a:pt x="6639054" y="1055395"/>
                    <a:pt x="6412441" y="1075358"/>
                    <a:pt x="6195770" y="1114391"/>
                  </a:cubicBezTo>
                  <a:cubicBezTo>
                    <a:pt x="5940662" y="1160439"/>
                    <a:pt x="5687883" y="1217973"/>
                    <a:pt x="5441903" y="1300426"/>
                  </a:cubicBezTo>
                  <a:cubicBezTo>
                    <a:pt x="5185088" y="1386537"/>
                    <a:pt x="4933203" y="1486760"/>
                    <a:pt x="4676470" y="1573250"/>
                  </a:cubicBezTo>
                  <a:cubicBezTo>
                    <a:pt x="4206125" y="1731683"/>
                    <a:pt x="3693904" y="1883128"/>
                    <a:pt x="3192301" y="1824186"/>
                  </a:cubicBezTo>
                  <a:cubicBezTo>
                    <a:pt x="2969779" y="1798047"/>
                    <a:pt x="2757144" y="1721417"/>
                    <a:pt x="2575496" y="1589204"/>
                  </a:cubicBezTo>
                  <a:cubicBezTo>
                    <a:pt x="2416494" y="1473460"/>
                    <a:pt x="2288019" y="1322882"/>
                    <a:pt x="2166261" y="1169920"/>
                  </a:cubicBezTo>
                  <a:cubicBezTo>
                    <a:pt x="2045966" y="1018854"/>
                    <a:pt x="1929762" y="863643"/>
                    <a:pt x="1790885" y="728775"/>
                  </a:cubicBezTo>
                  <a:cubicBezTo>
                    <a:pt x="1641501" y="583208"/>
                    <a:pt x="1464128" y="469469"/>
                    <a:pt x="1269508" y="394437"/>
                  </a:cubicBezTo>
                  <a:cubicBezTo>
                    <a:pt x="1082904" y="322385"/>
                    <a:pt x="882945" y="291695"/>
                    <a:pt x="683935" y="317292"/>
                  </a:cubicBezTo>
                  <a:cubicBezTo>
                    <a:pt x="516996" y="338772"/>
                    <a:pt x="359998" y="398256"/>
                    <a:pt x="205708" y="462941"/>
                  </a:cubicBezTo>
                  <a:cubicBezTo>
                    <a:pt x="139588" y="490678"/>
                    <a:pt x="73685" y="518876"/>
                    <a:pt x="6156" y="543092"/>
                  </a:cubicBezTo>
                  <a:cubicBezTo>
                    <a:pt x="-4841" y="547047"/>
                    <a:pt x="-101" y="564762"/>
                    <a:pt x="11032" y="560726"/>
                  </a:cubicBezTo>
                  <a:cubicBezTo>
                    <a:pt x="156518" y="508529"/>
                    <a:pt x="295448" y="439429"/>
                    <a:pt x="442560" y="391701"/>
                  </a:cubicBezTo>
                  <a:cubicBezTo>
                    <a:pt x="628893" y="331323"/>
                    <a:pt x="823380" y="309274"/>
                    <a:pt x="1017353" y="342538"/>
                  </a:cubicBezTo>
                  <a:cubicBezTo>
                    <a:pt x="1249003" y="382275"/>
                    <a:pt x="1473774" y="488592"/>
                    <a:pt x="1657128" y="634864"/>
                  </a:cubicBezTo>
                  <a:cubicBezTo>
                    <a:pt x="1807923" y="755186"/>
                    <a:pt x="1932281" y="903381"/>
                    <a:pt x="2051600" y="1053932"/>
                  </a:cubicBezTo>
                  <a:cubicBezTo>
                    <a:pt x="2291838" y="1357066"/>
                    <a:pt x="2532725" y="1658629"/>
                    <a:pt x="2914629" y="1783068"/>
                  </a:cubicBezTo>
                  <a:cubicBezTo>
                    <a:pt x="3355015" y="1926631"/>
                    <a:pt x="3842695" y="1835807"/>
                    <a:pt x="4277284" y="1715891"/>
                  </a:cubicBezTo>
                  <a:cubicBezTo>
                    <a:pt x="4791943" y="1573900"/>
                    <a:pt x="5278783" y="1344579"/>
                    <a:pt x="5796882" y="1216699"/>
                  </a:cubicBezTo>
                  <a:cubicBezTo>
                    <a:pt x="6034709" y="1158028"/>
                    <a:pt x="6276327" y="1118914"/>
                    <a:pt x="6517648" y="1077850"/>
                  </a:cubicBezTo>
                  <a:cubicBezTo>
                    <a:pt x="6712298" y="1044722"/>
                    <a:pt x="6896871" y="1005337"/>
                    <a:pt x="7075241" y="918035"/>
                  </a:cubicBezTo>
                  <a:cubicBezTo>
                    <a:pt x="7254369" y="830516"/>
                    <a:pt x="7419846" y="717724"/>
                    <a:pt x="7589900" y="614196"/>
                  </a:cubicBezTo>
                  <a:cubicBezTo>
                    <a:pt x="7802075" y="484990"/>
                    <a:pt x="8022051" y="374799"/>
                    <a:pt x="8251182" y="278991"/>
                  </a:cubicBezTo>
                  <a:cubicBezTo>
                    <a:pt x="8474219" y="185702"/>
                    <a:pt x="8703540" y="100756"/>
                    <a:pt x="8940798" y="51701"/>
                  </a:cubicBezTo>
                  <a:cubicBezTo>
                    <a:pt x="9191572" y="-117"/>
                    <a:pt x="9453426" y="10854"/>
                    <a:pt x="9705717" y="47313"/>
                  </a:cubicBezTo>
                  <a:cubicBezTo>
                    <a:pt x="10161244" y="113108"/>
                    <a:pt x="10580637" y="299036"/>
                    <a:pt x="10977222" y="525919"/>
                  </a:cubicBezTo>
                  <a:cubicBezTo>
                    <a:pt x="11301999" y="711684"/>
                    <a:pt x="11613368" y="935343"/>
                    <a:pt x="11961900" y="1075791"/>
                  </a:cubicBezTo>
                  <a:cubicBezTo>
                    <a:pt x="12031786" y="1104314"/>
                    <a:pt x="12103865" y="1127176"/>
                    <a:pt x="12177407" y="1144160"/>
                  </a:cubicBezTo>
                  <a:cubicBezTo>
                    <a:pt x="12188865" y="1146868"/>
                    <a:pt x="12193659" y="1129126"/>
                    <a:pt x="12182283" y="1126526"/>
                  </a:cubicBezTo>
                  <a:close/>
                </a:path>
              </a:pathLst>
            </a:custGeom>
            <a:grpFill/>
            <a:ln w="2709" cap="flat">
              <a:noFill/>
              <a:prstDash val="solid"/>
              <a:miter/>
            </a:ln>
          </p:spPr>
          <p:txBody>
            <a:bodyPr rtlCol="0" anchor="ctr"/>
            <a:lstStyle/>
            <a:p>
              <a:endParaRPr lang="en-IN"/>
            </a:p>
          </p:txBody>
        </p:sp>
        <p:sp>
          <p:nvSpPr>
            <p:cNvPr id="2017" name="Freeform: Shape 2016"/>
            <p:cNvSpPr/>
            <p:nvPr/>
          </p:nvSpPr>
          <p:spPr>
            <a:xfrm>
              <a:off x="2043" y="2782539"/>
              <a:ext cx="12188273" cy="1724824"/>
            </a:xfrm>
            <a:custGeom>
              <a:avLst/>
              <a:gdLst>
                <a:gd name="connsiteX0" fmla="*/ 12178602 w 12188273"/>
                <a:gd name="connsiteY0" fmla="*/ 775598 h 1724824"/>
                <a:gd name="connsiteX1" fmla="*/ 11122197 w 12188273"/>
                <a:gd name="connsiteY1" fmla="*/ 416664 h 1724824"/>
                <a:gd name="connsiteX2" fmla="*/ 9887882 w 12188273"/>
                <a:gd name="connsiteY2" fmla="*/ 30940 h 1724824"/>
                <a:gd name="connsiteX3" fmla="*/ 9143740 w 12188273"/>
                <a:gd name="connsiteY3" fmla="*/ 9785 h 1724824"/>
                <a:gd name="connsiteX4" fmla="*/ 8494755 w 12188273"/>
                <a:gd name="connsiteY4" fmla="*/ 160119 h 1724824"/>
                <a:gd name="connsiteX5" fmla="*/ 7823233 w 12188273"/>
                <a:gd name="connsiteY5" fmla="*/ 413955 h 1724824"/>
                <a:gd name="connsiteX6" fmla="*/ 7226907 w 12188273"/>
                <a:gd name="connsiteY6" fmla="*/ 685505 h 1724824"/>
                <a:gd name="connsiteX7" fmla="*/ 6674758 w 12188273"/>
                <a:gd name="connsiteY7" fmla="*/ 852038 h 1724824"/>
                <a:gd name="connsiteX8" fmla="*/ 6015345 w 12188273"/>
                <a:gd name="connsiteY8" fmla="*/ 896732 h 1724824"/>
                <a:gd name="connsiteX9" fmla="*/ 5290542 w 12188273"/>
                <a:gd name="connsiteY9" fmla="*/ 1047337 h 1724824"/>
                <a:gd name="connsiteX10" fmla="*/ 4550192 w 12188273"/>
                <a:gd name="connsiteY10" fmla="*/ 1333027 h 1724824"/>
                <a:gd name="connsiteX11" fmla="*/ 3139430 w 12188273"/>
                <a:gd name="connsiteY11" fmla="*/ 1702146 h 1724824"/>
                <a:gd name="connsiteX12" fmla="*/ 2534408 w 12188273"/>
                <a:gd name="connsiteY12" fmla="*/ 1546638 h 1724824"/>
                <a:gd name="connsiteX13" fmla="*/ 2115395 w 12188273"/>
                <a:gd name="connsiteY13" fmla="*/ 1158991 h 1724824"/>
                <a:gd name="connsiteX14" fmla="*/ 1756704 w 12188273"/>
                <a:gd name="connsiteY14" fmla="*/ 720637 h 1724824"/>
                <a:gd name="connsiteX15" fmla="*/ 1266749 w 12188273"/>
                <a:gd name="connsiteY15" fmla="*/ 361947 h 1724824"/>
                <a:gd name="connsiteX16" fmla="*/ 687649 w 12188273"/>
                <a:gd name="connsiteY16" fmla="*/ 245472 h 1724824"/>
                <a:gd name="connsiteX17" fmla="*/ 217495 w 12188273"/>
                <a:gd name="connsiteY17" fmla="*/ 355473 h 1724824"/>
                <a:gd name="connsiteX18" fmla="*/ 7080 w 12188273"/>
                <a:gd name="connsiteY18" fmla="*/ 424519 h 1724824"/>
                <a:gd name="connsiteX19" fmla="*/ 12498 w 12188273"/>
                <a:gd name="connsiteY19" fmla="*/ 444103 h 1724824"/>
                <a:gd name="connsiteX20" fmla="*/ 451502 w 12188273"/>
                <a:gd name="connsiteY20" fmla="*/ 304224 h 1724824"/>
                <a:gd name="connsiteX21" fmla="*/ 1026322 w 12188273"/>
                <a:gd name="connsiteY21" fmla="*/ 297534 h 1724824"/>
                <a:gd name="connsiteX22" fmla="*/ 1633078 w 12188273"/>
                <a:gd name="connsiteY22" fmla="*/ 626997 h 1724824"/>
                <a:gd name="connsiteX23" fmla="*/ 2008562 w 12188273"/>
                <a:gd name="connsiteY23" fmla="*/ 1057116 h 1724824"/>
                <a:gd name="connsiteX24" fmla="*/ 2875167 w 12188273"/>
                <a:gd name="connsiteY24" fmla="*/ 1699085 h 1724824"/>
                <a:gd name="connsiteX25" fmla="*/ 4181723 w 12188273"/>
                <a:gd name="connsiteY25" fmla="*/ 1493682 h 1724824"/>
                <a:gd name="connsiteX26" fmla="*/ 5649531 w 12188273"/>
                <a:gd name="connsiteY26" fmla="*/ 971683 h 1724824"/>
                <a:gd name="connsiteX27" fmla="*/ 6377881 w 12188273"/>
                <a:gd name="connsiteY27" fmla="*/ 891640 h 1724824"/>
                <a:gd name="connsiteX28" fmla="*/ 6944982 w 12188273"/>
                <a:gd name="connsiteY28" fmla="*/ 814657 h 1724824"/>
                <a:gd name="connsiteX29" fmla="*/ 7462972 w 12188273"/>
                <a:gd name="connsiteY29" fmla="*/ 599124 h 1724824"/>
                <a:gd name="connsiteX30" fmla="*/ 8137175 w 12188273"/>
                <a:gd name="connsiteY30" fmla="*/ 310888 h 1724824"/>
                <a:gd name="connsiteX31" fmla="*/ 8824245 w 12188273"/>
                <a:gd name="connsiteY31" fmla="*/ 84600 h 1724824"/>
                <a:gd name="connsiteX32" fmla="*/ 9535937 w 12188273"/>
                <a:gd name="connsiteY32" fmla="*/ 22299 h 1724824"/>
                <a:gd name="connsiteX33" fmla="*/ 10885454 w 12188273"/>
                <a:gd name="connsiteY33" fmla="*/ 338246 h 1724824"/>
                <a:gd name="connsiteX34" fmla="*/ 11946871 w 12188273"/>
                <a:gd name="connsiteY34" fmla="*/ 755797 h 1724824"/>
                <a:gd name="connsiteX35" fmla="*/ 12178467 w 12188273"/>
                <a:gd name="connsiteY35" fmla="*/ 795886 h 1724824"/>
                <a:gd name="connsiteX36" fmla="*/ 12178467 w 12188273"/>
                <a:gd name="connsiteY36" fmla="*/ 775571 h 1724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188273" h="1724824">
                  <a:moveTo>
                    <a:pt x="12178602" y="775598"/>
                  </a:moveTo>
                  <a:cubicBezTo>
                    <a:pt x="11806775" y="739842"/>
                    <a:pt x="11459922" y="563395"/>
                    <a:pt x="11122197" y="416664"/>
                  </a:cubicBezTo>
                  <a:cubicBezTo>
                    <a:pt x="10725179" y="244226"/>
                    <a:pt x="10319302" y="89178"/>
                    <a:pt x="9887882" y="30940"/>
                  </a:cubicBezTo>
                  <a:cubicBezTo>
                    <a:pt x="9641279" y="-2296"/>
                    <a:pt x="9391833" y="-9393"/>
                    <a:pt x="9143740" y="9785"/>
                  </a:cubicBezTo>
                  <a:cubicBezTo>
                    <a:pt x="8922003" y="27013"/>
                    <a:pt x="8704790" y="90072"/>
                    <a:pt x="8494755" y="160119"/>
                  </a:cubicBezTo>
                  <a:cubicBezTo>
                    <a:pt x="8268088" y="235666"/>
                    <a:pt x="8043209" y="320693"/>
                    <a:pt x="7823233" y="413955"/>
                  </a:cubicBezTo>
                  <a:cubicBezTo>
                    <a:pt x="7622056" y="499280"/>
                    <a:pt x="7426837" y="597499"/>
                    <a:pt x="7226907" y="685505"/>
                  </a:cubicBezTo>
                  <a:cubicBezTo>
                    <a:pt x="7050216" y="763273"/>
                    <a:pt x="6867350" y="828878"/>
                    <a:pt x="6674758" y="852038"/>
                  </a:cubicBezTo>
                  <a:cubicBezTo>
                    <a:pt x="6456272" y="878340"/>
                    <a:pt x="6234454" y="874737"/>
                    <a:pt x="6015345" y="896732"/>
                  </a:cubicBezTo>
                  <a:cubicBezTo>
                    <a:pt x="5768850" y="921463"/>
                    <a:pt x="5525579" y="968513"/>
                    <a:pt x="5290542" y="1047337"/>
                  </a:cubicBezTo>
                  <a:cubicBezTo>
                    <a:pt x="5039822" y="1131308"/>
                    <a:pt x="4796199" y="1236353"/>
                    <a:pt x="4550192" y="1333027"/>
                  </a:cubicBezTo>
                  <a:cubicBezTo>
                    <a:pt x="4103956" y="1508363"/>
                    <a:pt x="3626217" y="1700277"/>
                    <a:pt x="3139430" y="1702146"/>
                  </a:cubicBezTo>
                  <a:cubicBezTo>
                    <a:pt x="2926280" y="1702959"/>
                    <a:pt x="2718115" y="1657317"/>
                    <a:pt x="2534408" y="1546638"/>
                  </a:cubicBezTo>
                  <a:cubicBezTo>
                    <a:pt x="2369419" y="1447227"/>
                    <a:pt x="2236285" y="1307132"/>
                    <a:pt x="2115395" y="1158991"/>
                  </a:cubicBezTo>
                  <a:cubicBezTo>
                    <a:pt x="1996021" y="1012720"/>
                    <a:pt x="1885992" y="858620"/>
                    <a:pt x="1756704" y="720637"/>
                  </a:cubicBezTo>
                  <a:cubicBezTo>
                    <a:pt x="1616175" y="570628"/>
                    <a:pt x="1454301" y="447624"/>
                    <a:pt x="1266749" y="361947"/>
                  </a:cubicBezTo>
                  <a:cubicBezTo>
                    <a:pt x="1084966" y="278871"/>
                    <a:pt x="888041" y="232984"/>
                    <a:pt x="687649" y="245472"/>
                  </a:cubicBezTo>
                  <a:cubicBezTo>
                    <a:pt x="525396" y="255629"/>
                    <a:pt x="370240" y="302707"/>
                    <a:pt x="217495" y="355473"/>
                  </a:cubicBezTo>
                  <a:cubicBezTo>
                    <a:pt x="147691" y="379581"/>
                    <a:pt x="78103" y="404230"/>
                    <a:pt x="7080" y="424519"/>
                  </a:cubicBezTo>
                  <a:cubicBezTo>
                    <a:pt x="-5488" y="428094"/>
                    <a:pt x="-152" y="447706"/>
                    <a:pt x="12498" y="444103"/>
                  </a:cubicBezTo>
                  <a:cubicBezTo>
                    <a:pt x="160313" y="402036"/>
                    <a:pt x="302332" y="341903"/>
                    <a:pt x="451502" y="304224"/>
                  </a:cubicBezTo>
                  <a:cubicBezTo>
                    <a:pt x="641113" y="256361"/>
                    <a:pt x="835925" y="249562"/>
                    <a:pt x="1026322" y="297534"/>
                  </a:cubicBezTo>
                  <a:cubicBezTo>
                    <a:pt x="1251445" y="354254"/>
                    <a:pt x="1461534" y="471434"/>
                    <a:pt x="1633078" y="626997"/>
                  </a:cubicBezTo>
                  <a:cubicBezTo>
                    <a:pt x="1774636" y="755309"/>
                    <a:pt x="1891247" y="907188"/>
                    <a:pt x="2008562" y="1057116"/>
                  </a:cubicBezTo>
                  <a:cubicBezTo>
                    <a:pt x="2237802" y="1350038"/>
                    <a:pt x="2493615" y="1625462"/>
                    <a:pt x="2875167" y="1699085"/>
                  </a:cubicBezTo>
                  <a:cubicBezTo>
                    <a:pt x="3312735" y="1783462"/>
                    <a:pt x="3773165" y="1639141"/>
                    <a:pt x="4181723" y="1493682"/>
                  </a:cubicBezTo>
                  <a:cubicBezTo>
                    <a:pt x="4668834" y="1320323"/>
                    <a:pt x="5140614" y="1075806"/>
                    <a:pt x="5649531" y="971683"/>
                  </a:cubicBezTo>
                  <a:cubicBezTo>
                    <a:pt x="5889660" y="922546"/>
                    <a:pt x="6133554" y="904398"/>
                    <a:pt x="6377881" y="891640"/>
                  </a:cubicBezTo>
                  <a:cubicBezTo>
                    <a:pt x="6571014" y="881563"/>
                    <a:pt x="6758810" y="871433"/>
                    <a:pt x="6944982" y="814657"/>
                  </a:cubicBezTo>
                  <a:cubicBezTo>
                    <a:pt x="7124137" y="759995"/>
                    <a:pt x="7293812" y="678463"/>
                    <a:pt x="7462972" y="599124"/>
                  </a:cubicBezTo>
                  <a:cubicBezTo>
                    <a:pt x="7684682" y="495108"/>
                    <a:pt x="7908369" y="398325"/>
                    <a:pt x="8137175" y="310888"/>
                  </a:cubicBezTo>
                  <a:cubicBezTo>
                    <a:pt x="8362271" y="224885"/>
                    <a:pt x="8589858" y="141944"/>
                    <a:pt x="8824245" y="84600"/>
                  </a:cubicBezTo>
                  <a:cubicBezTo>
                    <a:pt x="9058036" y="27392"/>
                    <a:pt x="9295916" y="14850"/>
                    <a:pt x="9535937" y="22299"/>
                  </a:cubicBezTo>
                  <a:cubicBezTo>
                    <a:pt x="10005983" y="36926"/>
                    <a:pt x="10452517" y="160878"/>
                    <a:pt x="10885454" y="338246"/>
                  </a:cubicBezTo>
                  <a:cubicBezTo>
                    <a:pt x="11235638" y="481808"/>
                    <a:pt x="11577752" y="664377"/>
                    <a:pt x="11946871" y="755797"/>
                  </a:cubicBezTo>
                  <a:cubicBezTo>
                    <a:pt x="12022986" y="774812"/>
                    <a:pt x="12100401" y="788220"/>
                    <a:pt x="12178467" y="795886"/>
                  </a:cubicBezTo>
                  <a:cubicBezTo>
                    <a:pt x="12191469" y="797132"/>
                    <a:pt x="12191388" y="776925"/>
                    <a:pt x="12178467" y="775571"/>
                  </a:cubicBezTo>
                  <a:close/>
                </a:path>
              </a:pathLst>
            </a:custGeom>
            <a:grpFill/>
            <a:ln w="2709" cap="flat">
              <a:noFill/>
              <a:prstDash val="solid"/>
              <a:miter/>
            </a:ln>
          </p:spPr>
          <p:txBody>
            <a:bodyPr rtlCol="0" anchor="ctr"/>
            <a:lstStyle/>
            <a:p>
              <a:endParaRPr lang="en-IN"/>
            </a:p>
          </p:txBody>
        </p:sp>
        <p:sp>
          <p:nvSpPr>
            <p:cNvPr id="2018" name="Freeform: Shape 2017"/>
            <p:cNvSpPr/>
            <p:nvPr/>
          </p:nvSpPr>
          <p:spPr>
            <a:xfrm>
              <a:off x="2394" y="2946121"/>
              <a:ext cx="12187942" cy="1613988"/>
            </a:xfrm>
            <a:custGeom>
              <a:avLst/>
              <a:gdLst>
                <a:gd name="connsiteX0" fmla="*/ 12177168 w 12187942"/>
                <a:gd name="connsiteY0" fmla="*/ 438684 h 1613988"/>
                <a:gd name="connsiteX1" fmla="*/ 11040124 w 12187942"/>
                <a:gd name="connsiteY1" fmla="*/ 221985 h 1613988"/>
                <a:gd name="connsiteX2" fmla="*/ 9698435 w 12187942"/>
                <a:gd name="connsiteY2" fmla="*/ -510 h 1613988"/>
                <a:gd name="connsiteX3" fmla="*/ 8994680 w 12187942"/>
                <a:gd name="connsiteY3" fmla="*/ 46568 h 1613988"/>
                <a:gd name="connsiteX4" fmla="*/ 8313461 w 12187942"/>
                <a:gd name="connsiteY4" fmla="*/ 230626 h 1613988"/>
                <a:gd name="connsiteX5" fmla="*/ 7615421 w 12187942"/>
                <a:gd name="connsiteY5" fmla="*/ 467748 h 1613988"/>
                <a:gd name="connsiteX6" fmla="*/ 7042903 w 12187942"/>
                <a:gd name="connsiteY6" fmla="*/ 650642 h 1613988"/>
                <a:gd name="connsiteX7" fmla="*/ 6508904 w 12187942"/>
                <a:gd name="connsiteY7" fmla="*/ 709015 h 1613988"/>
                <a:gd name="connsiteX8" fmla="*/ 5842963 w 12187942"/>
                <a:gd name="connsiteY8" fmla="*/ 682822 h 1613988"/>
                <a:gd name="connsiteX9" fmla="*/ 5135712 w 12187942"/>
                <a:gd name="connsiteY9" fmla="*/ 809022 h 1613988"/>
                <a:gd name="connsiteX10" fmla="*/ 4449483 w 12187942"/>
                <a:gd name="connsiteY10" fmla="*/ 1093845 h 1613988"/>
                <a:gd name="connsiteX11" fmla="*/ 3117355 w 12187942"/>
                <a:gd name="connsiteY11" fmla="*/ 1573290 h 1613988"/>
                <a:gd name="connsiteX12" fmla="*/ 2529913 w 12187942"/>
                <a:gd name="connsiteY12" fmla="*/ 1522447 h 1613988"/>
                <a:gd name="connsiteX13" fmla="*/ 2080263 w 12187942"/>
                <a:gd name="connsiteY13" fmla="*/ 1177869 h 1613988"/>
                <a:gd name="connsiteX14" fmla="*/ 1303806 w 12187942"/>
                <a:gd name="connsiteY14" fmla="*/ 371697 h 1613988"/>
                <a:gd name="connsiteX15" fmla="*/ 706070 w 12187942"/>
                <a:gd name="connsiteY15" fmla="*/ 191079 h 1613988"/>
                <a:gd name="connsiteX16" fmla="*/ 223916 w 12187942"/>
                <a:gd name="connsiteY16" fmla="*/ 265650 h 1613988"/>
                <a:gd name="connsiteX17" fmla="*/ 7948 w 12187942"/>
                <a:gd name="connsiteY17" fmla="*/ 319825 h 1613988"/>
                <a:gd name="connsiteX18" fmla="*/ 13880 w 12187942"/>
                <a:gd name="connsiteY18" fmla="*/ 341495 h 1613988"/>
                <a:gd name="connsiteX19" fmla="*/ 468947 w 12187942"/>
                <a:gd name="connsiteY19" fmla="*/ 231926 h 1613988"/>
                <a:gd name="connsiteX20" fmla="*/ 1055334 w 12187942"/>
                <a:gd name="connsiteY20" fmla="*/ 279844 h 1613988"/>
                <a:gd name="connsiteX21" fmla="*/ 1615228 w 12187942"/>
                <a:gd name="connsiteY21" fmla="*/ 647933 h 1613988"/>
                <a:gd name="connsiteX22" fmla="*/ 1970478 w 12187942"/>
                <a:gd name="connsiteY22" fmla="*/ 1080843 h 1613988"/>
                <a:gd name="connsiteX23" fmla="*/ 2841715 w 12187942"/>
                <a:gd name="connsiteY23" fmla="*/ 1611754 h 1613988"/>
                <a:gd name="connsiteX24" fmla="*/ 4073565 w 12187942"/>
                <a:gd name="connsiteY24" fmla="*/ 1284620 h 1613988"/>
                <a:gd name="connsiteX25" fmla="*/ 4756626 w 12187942"/>
                <a:gd name="connsiteY25" fmla="*/ 982678 h 1613988"/>
                <a:gd name="connsiteX26" fmla="*/ 5498818 w 12187942"/>
                <a:gd name="connsiteY26" fmla="*/ 739163 h 1613988"/>
                <a:gd name="connsiteX27" fmla="*/ 6205255 w 12187942"/>
                <a:gd name="connsiteY27" fmla="*/ 712076 h 1613988"/>
                <a:gd name="connsiteX28" fmla="*/ 6793050 w 12187942"/>
                <a:gd name="connsiteY28" fmla="*/ 720419 h 1613988"/>
                <a:gd name="connsiteX29" fmla="*/ 7947755 w 12187942"/>
                <a:gd name="connsiteY29" fmla="*/ 377304 h 1613988"/>
                <a:gd name="connsiteX30" fmla="*/ 8643168 w 12187942"/>
                <a:gd name="connsiteY30" fmla="*/ 151531 h 1613988"/>
                <a:gd name="connsiteX31" fmla="*/ 9349767 w 12187942"/>
                <a:gd name="connsiteY31" fmla="*/ 32347 h 1613988"/>
                <a:gd name="connsiteX32" fmla="*/ 10766027 w 12187942"/>
                <a:gd name="connsiteY32" fmla="*/ 172036 h 1613988"/>
                <a:gd name="connsiteX33" fmla="*/ 11912227 w 12187942"/>
                <a:gd name="connsiteY33" fmla="*/ 447677 h 1613988"/>
                <a:gd name="connsiteX34" fmla="*/ 12177059 w 12187942"/>
                <a:gd name="connsiteY34" fmla="*/ 461058 h 1613988"/>
                <a:gd name="connsiteX35" fmla="*/ 12177059 w 12187942"/>
                <a:gd name="connsiteY35" fmla="*/ 438711 h 1613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2187942" h="1613988">
                  <a:moveTo>
                    <a:pt x="12177168" y="438684"/>
                  </a:moveTo>
                  <a:cubicBezTo>
                    <a:pt x="11788384" y="446160"/>
                    <a:pt x="11410786" y="324321"/>
                    <a:pt x="11040124" y="221985"/>
                  </a:cubicBezTo>
                  <a:cubicBezTo>
                    <a:pt x="10600253" y="100363"/>
                    <a:pt x="10156887" y="3201"/>
                    <a:pt x="9698435" y="-510"/>
                  </a:cubicBezTo>
                  <a:cubicBezTo>
                    <a:pt x="9464752" y="-2406"/>
                    <a:pt x="9225463" y="8158"/>
                    <a:pt x="8994680" y="46568"/>
                  </a:cubicBezTo>
                  <a:cubicBezTo>
                    <a:pt x="8762568" y="85167"/>
                    <a:pt x="8536443" y="157003"/>
                    <a:pt x="8313461" y="230626"/>
                  </a:cubicBezTo>
                  <a:cubicBezTo>
                    <a:pt x="8080158" y="307663"/>
                    <a:pt x="7847478" y="386703"/>
                    <a:pt x="7615421" y="467748"/>
                  </a:cubicBezTo>
                  <a:cubicBezTo>
                    <a:pt x="7426405" y="533706"/>
                    <a:pt x="7237363" y="602156"/>
                    <a:pt x="7042903" y="650642"/>
                  </a:cubicBezTo>
                  <a:cubicBezTo>
                    <a:pt x="6868028" y="694253"/>
                    <a:pt x="6689251" y="717006"/>
                    <a:pt x="6508904" y="709015"/>
                  </a:cubicBezTo>
                  <a:cubicBezTo>
                    <a:pt x="6286788" y="699182"/>
                    <a:pt x="6065783" y="675671"/>
                    <a:pt x="5842963" y="682822"/>
                  </a:cubicBezTo>
                  <a:cubicBezTo>
                    <a:pt x="5601885" y="690569"/>
                    <a:pt x="5364086" y="731281"/>
                    <a:pt x="5135712" y="809022"/>
                  </a:cubicBezTo>
                  <a:cubicBezTo>
                    <a:pt x="4901353" y="888794"/>
                    <a:pt x="4675228" y="992863"/>
                    <a:pt x="4449483" y="1093845"/>
                  </a:cubicBezTo>
                  <a:cubicBezTo>
                    <a:pt x="4023237" y="1284539"/>
                    <a:pt x="3583907" y="1503703"/>
                    <a:pt x="3117355" y="1573290"/>
                  </a:cubicBezTo>
                  <a:cubicBezTo>
                    <a:pt x="2921189" y="1602517"/>
                    <a:pt x="2715299" y="1599971"/>
                    <a:pt x="2529913" y="1522447"/>
                  </a:cubicBezTo>
                  <a:cubicBezTo>
                    <a:pt x="2352437" y="1448201"/>
                    <a:pt x="2205949" y="1321161"/>
                    <a:pt x="2080263" y="1177869"/>
                  </a:cubicBezTo>
                  <a:cubicBezTo>
                    <a:pt x="1832089" y="894888"/>
                    <a:pt x="1638740" y="565100"/>
                    <a:pt x="1303806" y="371697"/>
                  </a:cubicBezTo>
                  <a:cubicBezTo>
                    <a:pt x="1121237" y="266246"/>
                    <a:pt x="918082" y="196198"/>
                    <a:pt x="706070" y="191079"/>
                  </a:cubicBezTo>
                  <a:cubicBezTo>
                    <a:pt x="541704" y="187097"/>
                    <a:pt x="381699" y="223340"/>
                    <a:pt x="223916" y="265650"/>
                  </a:cubicBezTo>
                  <a:cubicBezTo>
                    <a:pt x="152188" y="284882"/>
                    <a:pt x="80651" y="304737"/>
                    <a:pt x="7948" y="319825"/>
                  </a:cubicBezTo>
                  <a:cubicBezTo>
                    <a:pt x="-6110" y="322777"/>
                    <a:pt x="-178" y="344203"/>
                    <a:pt x="13880" y="341495"/>
                  </a:cubicBezTo>
                  <a:cubicBezTo>
                    <a:pt x="166707" y="309531"/>
                    <a:pt x="314821" y="258228"/>
                    <a:pt x="468947" y="231926"/>
                  </a:cubicBezTo>
                  <a:cubicBezTo>
                    <a:pt x="666685" y="198175"/>
                    <a:pt x="865993" y="212044"/>
                    <a:pt x="1055334" y="279844"/>
                  </a:cubicBezTo>
                  <a:cubicBezTo>
                    <a:pt x="1269323" y="356420"/>
                    <a:pt x="1458014" y="485003"/>
                    <a:pt x="1615228" y="647933"/>
                  </a:cubicBezTo>
                  <a:cubicBezTo>
                    <a:pt x="1745248" y="782557"/>
                    <a:pt x="1853949" y="935059"/>
                    <a:pt x="1970478" y="1080843"/>
                  </a:cubicBezTo>
                  <a:cubicBezTo>
                    <a:pt x="2194789" y="1361521"/>
                    <a:pt x="2467097" y="1594120"/>
                    <a:pt x="2841715" y="1611754"/>
                  </a:cubicBezTo>
                  <a:cubicBezTo>
                    <a:pt x="3267230" y="1631799"/>
                    <a:pt x="3691065" y="1449230"/>
                    <a:pt x="4073565" y="1284620"/>
                  </a:cubicBezTo>
                  <a:cubicBezTo>
                    <a:pt x="4302209" y="1186185"/>
                    <a:pt x="4527954" y="1081113"/>
                    <a:pt x="4756626" y="982678"/>
                  </a:cubicBezTo>
                  <a:cubicBezTo>
                    <a:pt x="4996809" y="879286"/>
                    <a:pt x="5239944" y="783532"/>
                    <a:pt x="5498818" y="739163"/>
                  </a:cubicBezTo>
                  <a:cubicBezTo>
                    <a:pt x="5732473" y="699128"/>
                    <a:pt x="5969243" y="698532"/>
                    <a:pt x="6205255" y="712076"/>
                  </a:cubicBezTo>
                  <a:cubicBezTo>
                    <a:pt x="6401774" y="723290"/>
                    <a:pt x="6596667" y="744391"/>
                    <a:pt x="6793050" y="720419"/>
                  </a:cubicBezTo>
                  <a:cubicBezTo>
                    <a:pt x="7191044" y="671851"/>
                    <a:pt x="7570456" y="503720"/>
                    <a:pt x="7947755" y="377304"/>
                  </a:cubicBezTo>
                  <a:cubicBezTo>
                    <a:pt x="8178810" y="299888"/>
                    <a:pt x="8408645" y="218085"/>
                    <a:pt x="8643168" y="151531"/>
                  </a:cubicBezTo>
                  <a:cubicBezTo>
                    <a:pt x="8876118" y="85411"/>
                    <a:pt x="9108202" y="48302"/>
                    <a:pt x="9349767" y="32347"/>
                  </a:cubicBezTo>
                  <a:cubicBezTo>
                    <a:pt x="9830540" y="763"/>
                    <a:pt x="10299692" y="54423"/>
                    <a:pt x="10766027" y="172036"/>
                  </a:cubicBezTo>
                  <a:cubicBezTo>
                    <a:pt x="11146090" y="267871"/>
                    <a:pt x="11521357" y="401845"/>
                    <a:pt x="11912227" y="447677"/>
                  </a:cubicBezTo>
                  <a:cubicBezTo>
                    <a:pt x="12000098" y="458132"/>
                    <a:pt x="12088592" y="462629"/>
                    <a:pt x="12177059" y="461058"/>
                  </a:cubicBezTo>
                  <a:cubicBezTo>
                    <a:pt x="12191443" y="460760"/>
                    <a:pt x="12191469" y="438413"/>
                    <a:pt x="12177059" y="438711"/>
                  </a:cubicBezTo>
                  <a:close/>
                </a:path>
              </a:pathLst>
            </a:custGeom>
            <a:grpFill/>
            <a:ln w="2709" cap="flat">
              <a:noFill/>
              <a:prstDash val="solid"/>
              <a:miter/>
            </a:ln>
          </p:spPr>
          <p:txBody>
            <a:bodyPr rtlCol="0" anchor="ctr"/>
            <a:lstStyle/>
            <a:p>
              <a:endParaRPr lang="en-IN"/>
            </a:p>
          </p:txBody>
        </p:sp>
        <p:sp>
          <p:nvSpPr>
            <p:cNvPr id="2019" name="Freeform: Shape 2018"/>
            <p:cNvSpPr/>
            <p:nvPr/>
          </p:nvSpPr>
          <p:spPr>
            <a:xfrm>
              <a:off x="3165" y="3081557"/>
              <a:ext cx="12186718" cy="1537737"/>
            </a:xfrm>
            <a:custGeom>
              <a:avLst/>
              <a:gdLst>
                <a:gd name="connsiteX0" fmla="*/ 12175123 w 12186718"/>
                <a:gd name="connsiteY0" fmla="*/ 129889 h 1537737"/>
                <a:gd name="connsiteX1" fmla="*/ 10972040 w 12186718"/>
                <a:gd name="connsiteY1" fmla="*/ 69511 h 1537737"/>
                <a:gd name="connsiteX2" fmla="*/ 9570137 w 12186718"/>
                <a:gd name="connsiteY2" fmla="*/ 17829 h 1537737"/>
                <a:gd name="connsiteX3" fmla="*/ 8880494 w 12186718"/>
                <a:gd name="connsiteY3" fmla="*/ 113257 h 1537737"/>
                <a:gd name="connsiteX4" fmla="*/ 8177931 w 12186718"/>
                <a:gd name="connsiteY4" fmla="*/ 309938 h 1537737"/>
                <a:gd name="connsiteX5" fmla="*/ 6889089 w 12186718"/>
                <a:gd name="connsiteY5" fmla="*/ 613126 h 1537737"/>
                <a:gd name="connsiteX6" fmla="*/ 5722167 w 12186718"/>
                <a:gd name="connsiteY6" fmla="*/ 491450 h 1537737"/>
                <a:gd name="connsiteX7" fmla="*/ 5032850 w 12186718"/>
                <a:gd name="connsiteY7" fmla="*/ 580838 h 1537737"/>
                <a:gd name="connsiteX8" fmla="*/ 4368723 w 12186718"/>
                <a:gd name="connsiteY8" fmla="*/ 868479 h 1537737"/>
                <a:gd name="connsiteX9" fmla="*/ 3115691 w 12186718"/>
                <a:gd name="connsiteY9" fmla="*/ 1440021 h 1537737"/>
                <a:gd name="connsiteX10" fmla="*/ 2549728 w 12186718"/>
                <a:gd name="connsiteY10" fmla="*/ 1502322 h 1537737"/>
                <a:gd name="connsiteX11" fmla="*/ 2066951 w 12186718"/>
                <a:gd name="connsiteY11" fmla="*/ 1238654 h 1537737"/>
                <a:gd name="connsiteX12" fmla="*/ 1328930 w 12186718"/>
                <a:gd name="connsiteY12" fmla="*/ 419290 h 1537737"/>
                <a:gd name="connsiteX13" fmla="*/ 744304 w 12186718"/>
                <a:gd name="connsiteY13" fmla="*/ 173039 h 1537737"/>
                <a:gd name="connsiteX14" fmla="*/ 252074 w 12186718"/>
                <a:gd name="connsiteY14" fmla="*/ 200722 h 1537737"/>
                <a:gd name="connsiteX15" fmla="*/ 11484 w 12186718"/>
                <a:gd name="connsiteY15" fmla="*/ 242437 h 1537737"/>
                <a:gd name="connsiteX16" fmla="*/ 11484 w 12186718"/>
                <a:gd name="connsiteY16" fmla="*/ 266815 h 1537737"/>
                <a:gd name="connsiteX17" fmla="*/ 492257 w 12186718"/>
                <a:gd name="connsiteY17" fmla="*/ 191241 h 1537737"/>
                <a:gd name="connsiteX18" fmla="*/ 1092702 w 12186718"/>
                <a:gd name="connsiteY18" fmla="*/ 306146 h 1537737"/>
                <a:gd name="connsiteX19" fmla="*/ 1594819 w 12186718"/>
                <a:gd name="connsiteY19" fmla="*/ 705386 h 1537737"/>
                <a:gd name="connsiteX20" fmla="*/ 1938991 w 12186718"/>
                <a:gd name="connsiteY20" fmla="*/ 1137672 h 1537737"/>
                <a:gd name="connsiteX21" fmla="*/ 2346573 w 12186718"/>
                <a:gd name="connsiteY21" fmla="*/ 1464914 h 1537737"/>
                <a:gd name="connsiteX22" fmla="*/ 2824556 w 12186718"/>
                <a:gd name="connsiteY22" fmla="*/ 1528813 h 1537737"/>
                <a:gd name="connsiteX23" fmla="*/ 3994132 w 12186718"/>
                <a:gd name="connsiteY23" fmla="*/ 1084581 h 1537737"/>
                <a:gd name="connsiteX24" fmla="*/ 4632634 w 12186718"/>
                <a:gd name="connsiteY24" fmla="*/ 768906 h 1537737"/>
                <a:gd name="connsiteX25" fmla="*/ 5368461 w 12186718"/>
                <a:gd name="connsiteY25" fmla="*/ 529860 h 1537737"/>
                <a:gd name="connsiteX26" fmla="*/ 6077932 w 12186718"/>
                <a:gd name="connsiteY26" fmla="*/ 556026 h 1537737"/>
                <a:gd name="connsiteX27" fmla="*/ 6643190 w 12186718"/>
                <a:gd name="connsiteY27" fmla="*/ 640783 h 1537737"/>
                <a:gd name="connsiteX28" fmla="*/ 7781264 w 12186718"/>
                <a:gd name="connsiteY28" fmla="*/ 452038 h 1537737"/>
                <a:gd name="connsiteX29" fmla="*/ 9197091 w 12186718"/>
                <a:gd name="connsiteY29" fmla="*/ 85222 h 1537737"/>
                <a:gd name="connsiteX30" fmla="*/ 10647318 w 12186718"/>
                <a:gd name="connsiteY30" fmla="*/ 55913 h 1537737"/>
                <a:gd name="connsiteX31" fmla="*/ 11885208 w 12186718"/>
                <a:gd name="connsiteY31" fmla="*/ 173066 h 1537737"/>
                <a:gd name="connsiteX32" fmla="*/ 12175043 w 12186718"/>
                <a:gd name="connsiteY32" fmla="*/ 154105 h 1537737"/>
                <a:gd name="connsiteX33" fmla="*/ 12175043 w 12186718"/>
                <a:gd name="connsiteY33" fmla="*/ 129726 h 1537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2186718" h="1537737">
                  <a:moveTo>
                    <a:pt x="12175123" y="129889"/>
                  </a:moveTo>
                  <a:cubicBezTo>
                    <a:pt x="11773392" y="179052"/>
                    <a:pt x="11370630" y="119731"/>
                    <a:pt x="10972040" y="69511"/>
                  </a:cubicBezTo>
                  <a:cubicBezTo>
                    <a:pt x="10505137" y="10678"/>
                    <a:pt x="10040237" y="-24319"/>
                    <a:pt x="9570137" y="17829"/>
                  </a:cubicBezTo>
                  <a:cubicBezTo>
                    <a:pt x="9339895" y="38469"/>
                    <a:pt x="9106510" y="64202"/>
                    <a:pt x="8880494" y="113257"/>
                  </a:cubicBezTo>
                  <a:cubicBezTo>
                    <a:pt x="8642775" y="164723"/>
                    <a:pt x="8410366" y="238888"/>
                    <a:pt x="8177931" y="309938"/>
                  </a:cubicBezTo>
                  <a:cubicBezTo>
                    <a:pt x="7760244" y="437628"/>
                    <a:pt x="7327389" y="580974"/>
                    <a:pt x="6889089" y="613126"/>
                  </a:cubicBezTo>
                  <a:cubicBezTo>
                    <a:pt x="6492395" y="642272"/>
                    <a:pt x="6115692" y="509572"/>
                    <a:pt x="5722167" y="491450"/>
                  </a:cubicBezTo>
                  <a:cubicBezTo>
                    <a:pt x="5488865" y="480615"/>
                    <a:pt x="5255263" y="508894"/>
                    <a:pt x="5032850" y="580838"/>
                  </a:cubicBezTo>
                  <a:cubicBezTo>
                    <a:pt x="4803393" y="655220"/>
                    <a:pt x="4584527" y="761701"/>
                    <a:pt x="4368723" y="868479"/>
                  </a:cubicBezTo>
                  <a:cubicBezTo>
                    <a:pt x="3959217" y="1071092"/>
                    <a:pt x="3555047" y="1306778"/>
                    <a:pt x="3115691" y="1440021"/>
                  </a:cubicBezTo>
                  <a:cubicBezTo>
                    <a:pt x="2934395" y="1494981"/>
                    <a:pt x="2739177" y="1533337"/>
                    <a:pt x="2549728" y="1502322"/>
                  </a:cubicBezTo>
                  <a:cubicBezTo>
                    <a:pt x="2364180" y="1472065"/>
                    <a:pt x="2200302" y="1367698"/>
                    <a:pt x="2066951" y="1238654"/>
                  </a:cubicBezTo>
                  <a:cubicBezTo>
                    <a:pt x="1801251" y="981324"/>
                    <a:pt x="1631306" y="641568"/>
                    <a:pt x="1328930" y="419290"/>
                  </a:cubicBezTo>
                  <a:cubicBezTo>
                    <a:pt x="1157847" y="293550"/>
                    <a:pt x="955613" y="201697"/>
                    <a:pt x="744304" y="173039"/>
                  </a:cubicBezTo>
                  <a:cubicBezTo>
                    <a:pt x="579072" y="150638"/>
                    <a:pt x="414814" y="170764"/>
                    <a:pt x="252074" y="200722"/>
                  </a:cubicBezTo>
                  <a:cubicBezTo>
                    <a:pt x="172004" y="215458"/>
                    <a:pt x="92259" y="231764"/>
                    <a:pt x="11484" y="242437"/>
                  </a:cubicBezTo>
                  <a:cubicBezTo>
                    <a:pt x="-3847" y="244468"/>
                    <a:pt x="-4037" y="268874"/>
                    <a:pt x="11484" y="266815"/>
                  </a:cubicBezTo>
                  <a:cubicBezTo>
                    <a:pt x="172410" y="245552"/>
                    <a:pt x="330112" y="203621"/>
                    <a:pt x="492257" y="191241"/>
                  </a:cubicBezTo>
                  <a:cubicBezTo>
                    <a:pt x="699079" y="175152"/>
                    <a:pt x="906430" y="214835"/>
                    <a:pt x="1092702" y="306146"/>
                  </a:cubicBezTo>
                  <a:cubicBezTo>
                    <a:pt x="1289220" y="401629"/>
                    <a:pt x="1453125" y="540424"/>
                    <a:pt x="1594819" y="705386"/>
                  </a:cubicBezTo>
                  <a:cubicBezTo>
                    <a:pt x="1714870" y="845211"/>
                    <a:pt x="1818804" y="997929"/>
                    <a:pt x="1938991" y="1137672"/>
                  </a:cubicBezTo>
                  <a:cubicBezTo>
                    <a:pt x="2053597" y="1270915"/>
                    <a:pt x="2185702" y="1390559"/>
                    <a:pt x="2346573" y="1464914"/>
                  </a:cubicBezTo>
                  <a:cubicBezTo>
                    <a:pt x="2497070" y="1534474"/>
                    <a:pt x="2661192" y="1548641"/>
                    <a:pt x="2824556" y="1528813"/>
                  </a:cubicBezTo>
                  <a:cubicBezTo>
                    <a:pt x="3238017" y="1478593"/>
                    <a:pt x="3627587" y="1269452"/>
                    <a:pt x="3994132" y="1084581"/>
                  </a:cubicBezTo>
                  <a:cubicBezTo>
                    <a:pt x="4206118" y="977695"/>
                    <a:pt x="4416965" y="868289"/>
                    <a:pt x="4632634" y="768906"/>
                  </a:cubicBezTo>
                  <a:cubicBezTo>
                    <a:pt x="4868294" y="660285"/>
                    <a:pt x="5109588" y="563828"/>
                    <a:pt x="5368461" y="529860"/>
                  </a:cubicBezTo>
                  <a:cubicBezTo>
                    <a:pt x="5605421" y="498791"/>
                    <a:pt x="5843085" y="517102"/>
                    <a:pt x="6077932" y="556026"/>
                  </a:cubicBezTo>
                  <a:cubicBezTo>
                    <a:pt x="6266162" y="587231"/>
                    <a:pt x="6452062" y="631437"/>
                    <a:pt x="6643190" y="640783"/>
                  </a:cubicBezTo>
                  <a:cubicBezTo>
                    <a:pt x="7030539" y="659744"/>
                    <a:pt x="7411766" y="555349"/>
                    <a:pt x="7781264" y="452038"/>
                  </a:cubicBezTo>
                  <a:cubicBezTo>
                    <a:pt x="8251933" y="320448"/>
                    <a:pt x="8711008" y="151803"/>
                    <a:pt x="9197091" y="85222"/>
                  </a:cubicBezTo>
                  <a:cubicBezTo>
                    <a:pt x="9681276" y="18885"/>
                    <a:pt x="10160911" y="5775"/>
                    <a:pt x="10647318" y="55913"/>
                  </a:cubicBezTo>
                  <a:cubicBezTo>
                    <a:pt x="11059045" y="98332"/>
                    <a:pt x="11470095" y="176967"/>
                    <a:pt x="11885208" y="173066"/>
                  </a:cubicBezTo>
                  <a:cubicBezTo>
                    <a:pt x="11982100" y="172199"/>
                    <a:pt x="12078856" y="165861"/>
                    <a:pt x="12175043" y="154105"/>
                  </a:cubicBezTo>
                  <a:cubicBezTo>
                    <a:pt x="12190401" y="152236"/>
                    <a:pt x="12190591" y="127830"/>
                    <a:pt x="12175043" y="129726"/>
                  </a:cubicBezTo>
                  <a:close/>
                </a:path>
              </a:pathLst>
            </a:custGeom>
            <a:grpFill/>
            <a:ln w="2709" cap="flat">
              <a:noFill/>
              <a:prstDash val="solid"/>
              <a:miter/>
            </a:ln>
          </p:spPr>
          <p:txBody>
            <a:bodyPr rtlCol="0" anchor="ctr"/>
            <a:lstStyle/>
            <a:p>
              <a:endParaRPr lang="en-IN"/>
            </a:p>
          </p:txBody>
        </p:sp>
        <p:sp>
          <p:nvSpPr>
            <p:cNvPr id="2020" name="Freeform: Shape 2019"/>
            <p:cNvSpPr/>
            <p:nvPr/>
          </p:nvSpPr>
          <p:spPr>
            <a:xfrm>
              <a:off x="3372" y="3038843"/>
              <a:ext cx="12186808" cy="1645403"/>
            </a:xfrm>
            <a:custGeom>
              <a:avLst/>
              <a:gdLst>
                <a:gd name="connsiteX0" fmla="*/ 12170204 w 12186808"/>
                <a:gd name="connsiteY0" fmla="*/ -241 h 1645403"/>
                <a:gd name="connsiteX1" fmla="*/ 10876839 w 12186808"/>
                <a:gd name="connsiteY1" fmla="*/ 102934 h 1645403"/>
                <a:gd name="connsiteX2" fmla="*/ 9459712 w 12186808"/>
                <a:gd name="connsiteY2" fmla="*/ 224177 h 1645403"/>
                <a:gd name="connsiteX3" fmla="*/ 8748236 w 12186808"/>
                <a:gd name="connsiteY3" fmla="*/ 366900 h 1645403"/>
                <a:gd name="connsiteX4" fmla="*/ 8044211 w 12186808"/>
                <a:gd name="connsiteY4" fmla="*/ 562606 h 1645403"/>
                <a:gd name="connsiteX5" fmla="*/ 6755911 w 12186808"/>
                <a:gd name="connsiteY5" fmla="*/ 739676 h 1645403"/>
                <a:gd name="connsiteX6" fmla="*/ 5591915 w 12186808"/>
                <a:gd name="connsiteY6" fmla="*/ 477200 h 1645403"/>
                <a:gd name="connsiteX7" fmla="*/ 4902678 w 12186808"/>
                <a:gd name="connsiteY7" fmla="*/ 540611 h 1645403"/>
                <a:gd name="connsiteX8" fmla="*/ 4257269 w 12186808"/>
                <a:gd name="connsiteY8" fmla="*/ 833344 h 1645403"/>
                <a:gd name="connsiteX9" fmla="*/ 3075557 w 12186808"/>
                <a:gd name="connsiteY9" fmla="*/ 1470898 h 1645403"/>
                <a:gd name="connsiteX10" fmla="*/ 2538903 w 12186808"/>
                <a:gd name="connsiteY10" fmla="*/ 1617169 h 1645403"/>
                <a:gd name="connsiteX11" fmla="*/ 2064306 w 12186808"/>
                <a:gd name="connsiteY11" fmla="*/ 1465480 h 1645403"/>
                <a:gd name="connsiteX12" fmla="*/ 1312471 w 12186808"/>
                <a:gd name="connsiteY12" fmla="*/ 628889 h 1645403"/>
                <a:gd name="connsiteX13" fmla="*/ 765822 w 12186808"/>
                <a:gd name="connsiteY13" fmla="*/ 340950 h 1645403"/>
                <a:gd name="connsiteX14" fmla="*/ 254251 w 12186808"/>
                <a:gd name="connsiteY14" fmla="*/ 322585 h 1645403"/>
                <a:gd name="connsiteX15" fmla="*/ 12632 w 12186808"/>
                <a:gd name="connsiteY15" fmla="*/ 344093 h 1645403"/>
                <a:gd name="connsiteX16" fmla="*/ 12632 w 12186808"/>
                <a:gd name="connsiteY16" fmla="*/ 370503 h 1645403"/>
                <a:gd name="connsiteX17" fmla="*/ 514506 w 12186808"/>
                <a:gd name="connsiteY17" fmla="*/ 335696 h 1645403"/>
                <a:gd name="connsiteX18" fmla="*/ 1125975 w 12186808"/>
                <a:gd name="connsiteY18" fmla="*/ 524603 h 1645403"/>
                <a:gd name="connsiteX19" fmla="*/ 1572753 w 12186808"/>
                <a:gd name="connsiteY19" fmla="*/ 949061 h 1645403"/>
                <a:gd name="connsiteX20" fmla="*/ 1915760 w 12186808"/>
                <a:gd name="connsiteY20" fmla="*/ 1371379 h 1645403"/>
                <a:gd name="connsiteX21" fmla="*/ 2331089 w 12186808"/>
                <a:gd name="connsiteY21" fmla="*/ 1625431 h 1645403"/>
                <a:gd name="connsiteX22" fmla="*/ 2788242 w 12186808"/>
                <a:gd name="connsiteY22" fmla="*/ 1601784 h 1645403"/>
                <a:gd name="connsiteX23" fmla="*/ 3914126 w 12186808"/>
                <a:gd name="connsiteY23" fmla="*/ 1055622 h 1645403"/>
                <a:gd name="connsiteX24" fmla="*/ 4520720 w 12186808"/>
                <a:gd name="connsiteY24" fmla="*/ 727270 h 1645403"/>
                <a:gd name="connsiteX25" fmla="*/ 5272176 w 12186808"/>
                <a:gd name="connsiteY25" fmla="*/ 495727 h 1645403"/>
                <a:gd name="connsiteX26" fmla="*/ 5964040 w 12186808"/>
                <a:gd name="connsiteY26" fmla="*/ 580104 h 1645403"/>
                <a:gd name="connsiteX27" fmla="*/ 6536585 w 12186808"/>
                <a:gd name="connsiteY27" fmla="*/ 736236 h 1645403"/>
                <a:gd name="connsiteX28" fmla="*/ 9097880 w 12186808"/>
                <a:gd name="connsiteY28" fmla="*/ 317899 h 1645403"/>
                <a:gd name="connsiteX29" fmla="*/ 10578689 w 12186808"/>
                <a:gd name="connsiteY29" fmla="*/ 136820 h 1645403"/>
                <a:gd name="connsiteX30" fmla="*/ 11880884 w 12186808"/>
                <a:gd name="connsiteY30" fmla="*/ 76551 h 1645403"/>
                <a:gd name="connsiteX31" fmla="*/ 12177247 w 12186808"/>
                <a:gd name="connsiteY31" fmla="*/ 25085 h 1645403"/>
                <a:gd name="connsiteX32" fmla="*/ 12170204 w 12186808"/>
                <a:gd name="connsiteY32" fmla="*/ -377 h 1645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186808" h="1645403">
                  <a:moveTo>
                    <a:pt x="12170204" y="-241"/>
                  </a:moveTo>
                  <a:cubicBezTo>
                    <a:pt x="11744933" y="91206"/>
                    <a:pt x="11309830" y="94564"/>
                    <a:pt x="10876839" y="102934"/>
                  </a:cubicBezTo>
                  <a:cubicBezTo>
                    <a:pt x="10400671" y="112036"/>
                    <a:pt x="9929433" y="142265"/>
                    <a:pt x="9459712" y="224177"/>
                  </a:cubicBezTo>
                  <a:cubicBezTo>
                    <a:pt x="9221696" y="265702"/>
                    <a:pt x="8982460" y="307146"/>
                    <a:pt x="8748236" y="366900"/>
                  </a:cubicBezTo>
                  <a:cubicBezTo>
                    <a:pt x="8512198" y="427088"/>
                    <a:pt x="8279329" y="498978"/>
                    <a:pt x="8044211" y="562606"/>
                  </a:cubicBezTo>
                  <a:cubicBezTo>
                    <a:pt x="7627553" y="675343"/>
                    <a:pt x="7190419" y="776244"/>
                    <a:pt x="6755911" y="739676"/>
                  </a:cubicBezTo>
                  <a:cubicBezTo>
                    <a:pt x="6355641" y="706006"/>
                    <a:pt x="5989665" y="523871"/>
                    <a:pt x="5591915" y="477200"/>
                  </a:cubicBezTo>
                  <a:cubicBezTo>
                    <a:pt x="5360237" y="450112"/>
                    <a:pt x="5125119" y="469588"/>
                    <a:pt x="4902678" y="540611"/>
                  </a:cubicBezTo>
                  <a:cubicBezTo>
                    <a:pt x="4677528" y="612474"/>
                    <a:pt x="4464730" y="721446"/>
                    <a:pt x="4257269" y="833344"/>
                  </a:cubicBezTo>
                  <a:cubicBezTo>
                    <a:pt x="3863934" y="1045465"/>
                    <a:pt x="3486607" y="1293151"/>
                    <a:pt x="3075557" y="1470898"/>
                  </a:cubicBezTo>
                  <a:cubicBezTo>
                    <a:pt x="2906234" y="1544033"/>
                    <a:pt x="2724749" y="1608257"/>
                    <a:pt x="2538903" y="1617169"/>
                  </a:cubicBezTo>
                  <a:cubicBezTo>
                    <a:pt x="2364244" y="1625593"/>
                    <a:pt x="2204456" y="1568737"/>
                    <a:pt x="2064306" y="1465480"/>
                  </a:cubicBezTo>
                  <a:cubicBezTo>
                    <a:pt x="1759493" y="1240926"/>
                    <a:pt x="1598594" y="874679"/>
                    <a:pt x="1312471" y="628889"/>
                  </a:cubicBezTo>
                  <a:cubicBezTo>
                    <a:pt x="1155825" y="494292"/>
                    <a:pt x="967460" y="389491"/>
                    <a:pt x="765822" y="340950"/>
                  </a:cubicBezTo>
                  <a:cubicBezTo>
                    <a:pt x="597230" y="300319"/>
                    <a:pt x="425497" y="305737"/>
                    <a:pt x="254251" y="322585"/>
                  </a:cubicBezTo>
                  <a:cubicBezTo>
                    <a:pt x="173774" y="330522"/>
                    <a:pt x="93433" y="339759"/>
                    <a:pt x="12632" y="344093"/>
                  </a:cubicBezTo>
                  <a:cubicBezTo>
                    <a:pt x="-4271" y="345014"/>
                    <a:pt x="-4379" y="371424"/>
                    <a:pt x="12632" y="370503"/>
                  </a:cubicBezTo>
                  <a:cubicBezTo>
                    <a:pt x="180167" y="361537"/>
                    <a:pt x="346321" y="331958"/>
                    <a:pt x="514506" y="335696"/>
                  </a:cubicBezTo>
                  <a:cubicBezTo>
                    <a:pt x="733913" y="340598"/>
                    <a:pt x="940102" y="408831"/>
                    <a:pt x="1125975" y="524603"/>
                  </a:cubicBezTo>
                  <a:cubicBezTo>
                    <a:pt x="1303180" y="635010"/>
                    <a:pt x="1444738" y="785887"/>
                    <a:pt x="1572753" y="949061"/>
                  </a:cubicBezTo>
                  <a:cubicBezTo>
                    <a:pt x="1684596" y="1091594"/>
                    <a:pt x="1787366" y="1242741"/>
                    <a:pt x="1915760" y="1371379"/>
                  </a:cubicBezTo>
                  <a:cubicBezTo>
                    <a:pt x="2030285" y="1486067"/>
                    <a:pt x="2171599" y="1586398"/>
                    <a:pt x="2331089" y="1625431"/>
                  </a:cubicBezTo>
                  <a:cubicBezTo>
                    <a:pt x="2481722" y="1662297"/>
                    <a:pt x="2640481" y="1641683"/>
                    <a:pt x="2788242" y="1601784"/>
                  </a:cubicBezTo>
                  <a:cubicBezTo>
                    <a:pt x="3190191" y="1493191"/>
                    <a:pt x="3555951" y="1260321"/>
                    <a:pt x="3914126" y="1055622"/>
                  </a:cubicBezTo>
                  <a:cubicBezTo>
                    <a:pt x="4113706" y="941531"/>
                    <a:pt x="4313908" y="827872"/>
                    <a:pt x="4520720" y="727270"/>
                  </a:cubicBezTo>
                  <a:cubicBezTo>
                    <a:pt x="4759088" y="611336"/>
                    <a:pt x="5005583" y="515041"/>
                    <a:pt x="5272176" y="495727"/>
                  </a:cubicBezTo>
                  <a:cubicBezTo>
                    <a:pt x="5506861" y="478744"/>
                    <a:pt x="5738349" y="518156"/>
                    <a:pt x="5964040" y="580104"/>
                  </a:cubicBezTo>
                  <a:cubicBezTo>
                    <a:pt x="6154979" y="632518"/>
                    <a:pt x="6341556" y="699668"/>
                    <a:pt x="6536585" y="736236"/>
                  </a:cubicBezTo>
                  <a:cubicBezTo>
                    <a:pt x="7410719" y="900141"/>
                    <a:pt x="8256033" y="478554"/>
                    <a:pt x="9097880" y="317899"/>
                  </a:cubicBezTo>
                  <a:cubicBezTo>
                    <a:pt x="9589406" y="224096"/>
                    <a:pt x="10077952" y="153804"/>
                    <a:pt x="10578689" y="136820"/>
                  </a:cubicBezTo>
                  <a:cubicBezTo>
                    <a:pt x="11012709" y="122085"/>
                    <a:pt x="11449438" y="133732"/>
                    <a:pt x="11880884" y="76551"/>
                  </a:cubicBezTo>
                  <a:cubicBezTo>
                    <a:pt x="11980350" y="63360"/>
                    <a:pt x="12079136" y="46186"/>
                    <a:pt x="12177247" y="25085"/>
                  </a:cubicBezTo>
                  <a:cubicBezTo>
                    <a:pt x="12193851" y="21510"/>
                    <a:pt x="12186808" y="-3952"/>
                    <a:pt x="12170204" y="-377"/>
                  </a:cubicBezTo>
                  <a:close/>
                </a:path>
              </a:pathLst>
            </a:custGeom>
            <a:grpFill/>
            <a:ln w="2709" cap="flat">
              <a:noFill/>
              <a:prstDash val="solid"/>
              <a:miter/>
            </a:ln>
          </p:spPr>
          <p:txBody>
            <a:bodyPr rtlCol="0" anchor="ctr"/>
            <a:lstStyle/>
            <a:p>
              <a:endParaRPr lang="en-IN"/>
            </a:p>
          </p:txBody>
        </p:sp>
        <p:sp>
          <p:nvSpPr>
            <p:cNvPr id="2021" name="Freeform: Shape 2020"/>
            <p:cNvSpPr/>
            <p:nvPr/>
          </p:nvSpPr>
          <p:spPr>
            <a:xfrm>
              <a:off x="3629" y="2865541"/>
              <a:ext cx="12186259" cy="1886291"/>
            </a:xfrm>
            <a:custGeom>
              <a:avLst/>
              <a:gdLst>
                <a:gd name="connsiteX0" fmla="*/ 12168510 w 12186259"/>
                <a:gd name="connsiteY0" fmla="*/ -244 h 1886291"/>
                <a:gd name="connsiteX1" fmla="*/ 10863904 w 12186259"/>
                <a:gd name="connsiteY1" fmla="*/ 268706 h 1886291"/>
                <a:gd name="connsiteX2" fmla="*/ 9435753 w 12186259"/>
                <a:gd name="connsiteY2" fmla="*/ 548301 h 1886291"/>
                <a:gd name="connsiteX3" fmla="*/ 8734679 w 12186259"/>
                <a:gd name="connsiteY3" fmla="*/ 722337 h 1886291"/>
                <a:gd name="connsiteX4" fmla="*/ 8008740 w 12186259"/>
                <a:gd name="connsiteY4" fmla="*/ 917366 h 1886291"/>
                <a:gd name="connsiteX5" fmla="*/ 6686445 w 12186259"/>
                <a:gd name="connsiteY5" fmla="*/ 1002311 h 1886291"/>
                <a:gd name="connsiteX6" fmla="*/ 5566466 w 12186259"/>
                <a:gd name="connsiteY6" fmla="*/ 614692 h 1886291"/>
                <a:gd name="connsiteX7" fmla="*/ 4889635 w 12186259"/>
                <a:gd name="connsiteY7" fmla="*/ 599063 h 1886291"/>
                <a:gd name="connsiteX8" fmla="*/ 4239323 w 12186259"/>
                <a:gd name="connsiteY8" fmla="*/ 873240 h 1886291"/>
                <a:gd name="connsiteX9" fmla="*/ 3100220 w 12186259"/>
                <a:gd name="connsiteY9" fmla="*/ 1574937 h 1886291"/>
                <a:gd name="connsiteX10" fmla="*/ 2136562 w 12186259"/>
                <a:gd name="connsiteY10" fmla="*/ 1825739 h 1886291"/>
                <a:gd name="connsiteX11" fmla="*/ 1340682 w 12186259"/>
                <a:gd name="connsiteY11" fmla="*/ 1026311 h 1886291"/>
                <a:gd name="connsiteX12" fmla="*/ 816759 w 12186259"/>
                <a:gd name="connsiteY12" fmla="*/ 659846 h 1886291"/>
                <a:gd name="connsiteX13" fmla="*/ 272738 w 12186259"/>
                <a:gd name="connsiteY13" fmla="*/ 575876 h 1886291"/>
                <a:gd name="connsiteX14" fmla="*/ 13648 w 12186259"/>
                <a:gd name="connsiteY14" fmla="*/ 576309 h 1886291"/>
                <a:gd name="connsiteX15" fmla="*/ 13648 w 12186259"/>
                <a:gd name="connsiteY15" fmla="*/ 604751 h 1886291"/>
                <a:gd name="connsiteX16" fmla="*/ 567773 w 12186259"/>
                <a:gd name="connsiteY16" fmla="*/ 622222 h 1886291"/>
                <a:gd name="connsiteX17" fmla="*/ 1182655 w 12186259"/>
                <a:gd name="connsiteY17" fmla="*/ 913384 h 1886291"/>
                <a:gd name="connsiteX18" fmla="*/ 1937768 w 12186259"/>
                <a:gd name="connsiteY18" fmla="*/ 1752603 h 1886291"/>
                <a:gd name="connsiteX19" fmla="*/ 2363039 w 12186259"/>
                <a:gd name="connsiteY19" fmla="*/ 1884545 h 1886291"/>
                <a:gd name="connsiteX20" fmla="*/ 2811957 w 12186259"/>
                <a:gd name="connsiteY20" fmla="*/ 1756802 h 1886291"/>
                <a:gd name="connsiteX21" fmla="*/ 3917932 w 12186259"/>
                <a:gd name="connsiteY21" fmla="*/ 1097523 h 1886291"/>
                <a:gd name="connsiteX22" fmla="*/ 5258998 w 12186259"/>
                <a:gd name="connsiteY22" fmla="*/ 596950 h 1886291"/>
                <a:gd name="connsiteX23" fmla="*/ 6475625 w 12186259"/>
                <a:gd name="connsiteY23" fmla="*/ 978204 h 1886291"/>
                <a:gd name="connsiteX24" fmla="*/ 9076007 w 12186259"/>
                <a:gd name="connsiteY24" fmla="*/ 667377 h 1886291"/>
                <a:gd name="connsiteX25" fmla="*/ 10536879 w 12186259"/>
                <a:gd name="connsiteY25" fmla="*/ 350049 h 1886291"/>
                <a:gd name="connsiteX26" fmla="*/ 11848448 w 12186259"/>
                <a:gd name="connsiteY26" fmla="*/ 115527 h 1886291"/>
                <a:gd name="connsiteX27" fmla="*/ 12176204 w 12186259"/>
                <a:gd name="connsiteY27" fmla="*/ 27358 h 1886291"/>
                <a:gd name="connsiteX28" fmla="*/ 12168647 w 12186259"/>
                <a:gd name="connsiteY28" fmla="*/ -55 h 188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186259" h="1886291">
                  <a:moveTo>
                    <a:pt x="12168510" y="-244"/>
                  </a:moveTo>
                  <a:cubicBezTo>
                    <a:pt x="11741859" y="127283"/>
                    <a:pt x="11302936" y="199362"/>
                    <a:pt x="10863904" y="268706"/>
                  </a:cubicBezTo>
                  <a:cubicBezTo>
                    <a:pt x="10383809" y="344550"/>
                    <a:pt x="9907506" y="430363"/>
                    <a:pt x="9435753" y="548301"/>
                  </a:cubicBezTo>
                  <a:cubicBezTo>
                    <a:pt x="9202206" y="606674"/>
                    <a:pt x="8967142" y="660144"/>
                    <a:pt x="8734679" y="722337"/>
                  </a:cubicBezTo>
                  <a:cubicBezTo>
                    <a:pt x="8492654" y="787049"/>
                    <a:pt x="8252390" y="858342"/>
                    <a:pt x="8008740" y="917366"/>
                  </a:cubicBezTo>
                  <a:cubicBezTo>
                    <a:pt x="7577130" y="1021896"/>
                    <a:pt x="7127156" y="1092160"/>
                    <a:pt x="6686445" y="1002311"/>
                  </a:cubicBezTo>
                  <a:cubicBezTo>
                    <a:pt x="6295656" y="922648"/>
                    <a:pt x="5951946" y="709768"/>
                    <a:pt x="5566466" y="614692"/>
                  </a:cubicBezTo>
                  <a:cubicBezTo>
                    <a:pt x="5345217" y="560111"/>
                    <a:pt x="5112889" y="549222"/>
                    <a:pt x="4889635" y="599063"/>
                  </a:cubicBezTo>
                  <a:cubicBezTo>
                    <a:pt x="4659637" y="650529"/>
                    <a:pt x="4443968" y="759392"/>
                    <a:pt x="4239323" y="873240"/>
                  </a:cubicBezTo>
                  <a:cubicBezTo>
                    <a:pt x="3849266" y="1090264"/>
                    <a:pt x="3487189" y="1352902"/>
                    <a:pt x="3100220" y="1574937"/>
                  </a:cubicBezTo>
                  <a:cubicBezTo>
                    <a:pt x="2829130" y="1730472"/>
                    <a:pt x="2458847" y="1941808"/>
                    <a:pt x="2136562" y="1825739"/>
                  </a:cubicBezTo>
                  <a:cubicBezTo>
                    <a:pt x="1767741" y="1693011"/>
                    <a:pt x="1591592" y="1297536"/>
                    <a:pt x="1340682" y="1026311"/>
                  </a:cubicBezTo>
                  <a:cubicBezTo>
                    <a:pt x="1194682" y="868554"/>
                    <a:pt x="1017666" y="738617"/>
                    <a:pt x="816759" y="659846"/>
                  </a:cubicBezTo>
                  <a:cubicBezTo>
                    <a:pt x="642426" y="591505"/>
                    <a:pt x="458421" y="575063"/>
                    <a:pt x="272738" y="575876"/>
                  </a:cubicBezTo>
                  <a:cubicBezTo>
                    <a:pt x="186356" y="576174"/>
                    <a:pt x="100002" y="578584"/>
                    <a:pt x="13648" y="576309"/>
                  </a:cubicBezTo>
                  <a:cubicBezTo>
                    <a:pt x="-4663" y="575822"/>
                    <a:pt x="-4663" y="604264"/>
                    <a:pt x="13648" y="604751"/>
                  </a:cubicBezTo>
                  <a:cubicBezTo>
                    <a:pt x="198437" y="609654"/>
                    <a:pt x="384202" y="593455"/>
                    <a:pt x="567773" y="622222"/>
                  </a:cubicBezTo>
                  <a:cubicBezTo>
                    <a:pt x="795306" y="657896"/>
                    <a:pt x="1007590" y="764702"/>
                    <a:pt x="1182655" y="913384"/>
                  </a:cubicBezTo>
                  <a:cubicBezTo>
                    <a:pt x="1470999" y="1158470"/>
                    <a:pt x="1626887" y="1533304"/>
                    <a:pt x="1937768" y="1752603"/>
                  </a:cubicBezTo>
                  <a:cubicBezTo>
                    <a:pt x="2063941" y="1841612"/>
                    <a:pt x="2207693" y="1893646"/>
                    <a:pt x="2363039" y="1884545"/>
                  </a:cubicBezTo>
                  <a:cubicBezTo>
                    <a:pt x="2519387" y="1875362"/>
                    <a:pt x="2670399" y="1820646"/>
                    <a:pt x="2811957" y="1756802"/>
                  </a:cubicBezTo>
                  <a:cubicBezTo>
                    <a:pt x="3203071" y="1580382"/>
                    <a:pt x="3555097" y="1323648"/>
                    <a:pt x="3917932" y="1097523"/>
                  </a:cubicBezTo>
                  <a:cubicBezTo>
                    <a:pt x="4322481" y="845394"/>
                    <a:pt x="4764655" y="572896"/>
                    <a:pt x="5258998" y="596950"/>
                  </a:cubicBezTo>
                  <a:cubicBezTo>
                    <a:pt x="5695104" y="618159"/>
                    <a:pt x="6066985" y="854686"/>
                    <a:pt x="6475625" y="978204"/>
                  </a:cubicBezTo>
                  <a:cubicBezTo>
                    <a:pt x="7347132" y="1241628"/>
                    <a:pt x="8232589" y="871913"/>
                    <a:pt x="9076007" y="667377"/>
                  </a:cubicBezTo>
                  <a:cubicBezTo>
                    <a:pt x="9561547" y="549628"/>
                    <a:pt x="10043511" y="431717"/>
                    <a:pt x="10536879" y="350049"/>
                  </a:cubicBezTo>
                  <a:cubicBezTo>
                    <a:pt x="10974962" y="277509"/>
                    <a:pt x="11416160" y="219055"/>
                    <a:pt x="11848448" y="115527"/>
                  </a:cubicBezTo>
                  <a:cubicBezTo>
                    <a:pt x="11958503" y="89171"/>
                    <a:pt x="12067746" y="59781"/>
                    <a:pt x="12176204" y="27358"/>
                  </a:cubicBezTo>
                  <a:cubicBezTo>
                    <a:pt x="12193702" y="22130"/>
                    <a:pt x="12186253" y="-5309"/>
                    <a:pt x="12168647" y="-55"/>
                  </a:cubicBezTo>
                  <a:close/>
                </a:path>
              </a:pathLst>
            </a:custGeom>
            <a:grpFill/>
            <a:ln w="2709" cap="flat">
              <a:noFill/>
              <a:prstDash val="solid"/>
              <a:miter/>
            </a:ln>
          </p:spPr>
          <p:txBody>
            <a:bodyPr rtlCol="0" anchor="ctr"/>
            <a:lstStyle/>
            <a:p>
              <a:endParaRPr lang="en-IN"/>
            </a:p>
          </p:txBody>
        </p:sp>
        <p:sp>
          <p:nvSpPr>
            <p:cNvPr id="2022" name="Freeform: Shape 2021"/>
            <p:cNvSpPr/>
            <p:nvPr/>
          </p:nvSpPr>
          <p:spPr>
            <a:xfrm>
              <a:off x="4360" y="2691698"/>
              <a:ext cx="12184845" cy="2129431"/>
            </a:xfrm>
            <a:custGeom>
              <a:avLst/>
              <a:gdLst>
                <a:gd name="connsiteX0" fmla="*/ 12166318 w 12184845"/>
                <a:gd name="connsiteY0" fmla="*/ 294 h 2129431"/>
                <a:gd name="connsiteX1" fmla="*/ 10812818 w 12184845"/>
                <a:gd name="connsiteY1" fmla="*/ 437564 h 2129431"/>
                <a:gd name="connsiteX2" fmla="*/ 9371448 w 12184845"/>
                <a:gd name="connsiteY2" fmla="*/ 881471 h 2129431"/>
                <a:gd name="connsiteX3" fmla="*/ 8659701 w 12184845"/>
                <a:gd name="connsiteY3" fmla="*/ 1094377 h 2129431"/>
                <a:gd name="connsiteX4" fmla="*/ 7952723 w 12184845"/>
                <a:gd name="connsiteY4" fmla="*/ 1278192 h 2129431"/>
                <a:gd name="connsiteX5" fmla="*/ 6612497 w 12184845"/>
                <a:gd name="connsiteY5" fmla="*/ 1272260 h 2129431"/>
                <a:gd name="connsiteX6" fmla="*/ 5521068 w 12184845"/>
                <a:gd name="connsiteY6" fmla="*/ 765727 h 2129431"/>
                <a:gd name="connsiteX7" fmla="*/ 4844643 w 12184845"/>
                <a:gd name="connsiteY7" fmla="*/ 676610 h 2129431"/>
                <a:gd name="connsiteX8" fmla="*/ 4199965 w 12184845"/>
                <a:gd name="connsiteY8" fmla="*/ 920179 h 2129431"/>
                <a:gd name="connsiteX9" fmla="*/ 3101087 w 12184845"/>
                <a:gd name="connsiteY9" fmla="*/ 1660773 h 2129431"/>
                <a:gd name="connsiteX10" fmla="*/ 2595909 w 12184845"/>
                <a:gd name="connsiteY10" fmla="*/ 1970435 h 2129431"/>
                <a:gd name="connsiteX11" fmla="*/ 2147830 w 12184845"/>
                <a:gd name="connsiteY11" fmla="*/ 2098938 h 2129431"/>
                <a:gd name="connsiteX12" fmla="*/ 1342281 w 12184845"/>
                <a:gd name="connsiteY12" fmla="*/ 1420563 h 2129431"/>
                <a:gd name="connsiteX13" fmla="*/ 849860 w 12184845"/>
                <a:gd name="connsiteY13" fmla="*/ 989875 h 2129431"/>
                <a:gd name="connsiteX14" fmla="*/ 297496 w 12184845"/>
                <a:gd name="connsiteY14" fmla="*/ 834556 h 2129431"/>
                <a:gd name="connsiteX15" fmla="*/ 14460 w 12184845"/>
                <a:gd name="connsiteY15" fmla="*/ 808688 h 2129431"/>
                <a:gd name="connsiteX16" fmla="*/ 14460 w 12184845"/>
                <a:gd name="connsiteY16" fmla="*/ 839161 h 2129431"/>
                <a:gd name="connsiteX17" fmla="*/ 602255 w 12184845"/>
                <a:gd name="connsiteY17" fmla="*/ 920558 h 2129431"/>
                <a:gd name="connsiteX18" fmla="*/ 1197770 w 12184845"/>
                <a:gd name="connsiteY18" fmla="*/ 1298589 h 2129431"/>
                <a:gd name="connsiteX19" fmla="*/ 1963718 w 12184845"/>
                <a:gd name="connsiteY19" fmla="*/ 2090920 h 2129431"/>
                <a:gd name="connsiteX20" fmla="*/ 2809709 w 12184845"/>
                <a:gd name="connsiteY20" fmla="*/ 1886844 h 2129431"/>
                <a:gd name="connsiteX21" fmla="*/ 3889761 w 12184845"/>
                <a:gd name="connsiteY21" fmla="*/ 1146358 h 2129431"/>
                <a:gd name="connsiteX22" fmla="*/ 4513176 w 12184845"/>
                <a:gd name="connsiteY22" fmla="*/ 800182 h 2129431"/>
                <a:gd name="connsiteX23" fmla="*/ 5246646 w 12184845"/>
                <a:gd name="connsiteY23" fmla="*/ 718920 h 2129431"/>
                <a:gd name="connsiteX24" fmla="*/ 6397045 w 12184845"/>
                <a:gd name="connsiteY24" fmla="*/ 1225453 h 2129431"/>
                <a:gd name="connsiteX25" fmla="*/ 7583469 w 12184845"/>
                <a:gd name="connsiteY25" fmla="*/ 1373539 h 2129431"/>
                <a:gd name="connsiteX26" fmla="*/ 8999891 w 12184845"/>
                <a:gd name="connsiteY26" fmla="*/ 1029531 h 2129431"/>
                <a:gd name="connsiteX27" fmla="*/ 10476773 w 12184845"/>
                <a:gd name="connsiteY27" fmla="*/ 567800 h 2129431"/>
                <a:gd name="connsiteX28" fmla="*/ 11837693 w 12184845"/>
                <a:gd name="connsiteY28" fmla="*/ 150656 h 2129431"/>
                <a:gd name="connsiteX29" fmla="*/ 12174444 w 12184845"/>
                <a:gd name="connsiteY29" fmla="*/ 29711 h 2129431"/>
                <a:gd name="connsiteX30" fmla="*/ 12166318 w 12184845"/>
                <a:gd name="connsiteY30" fmla="*/ 321 h 212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84845" h="2129431">
                  <a:moveTo>
                    <a:pt x="12166318" y="294"/>
                  </a:moveTo>
                  <a:cubicBezTo>
                    <a:pt x="11722086" y="166881"/>
                    <a:pt x="11267994" y="304241"/>
                    <a:pt x="10812818" y="437564"/>
                  </a:cubicBezTo>
                  <a:cubicBezTo>
                    <a:pt x="10330095" y="578960"/>
                    <a:pt x="9849539" y="725015"/>
                    <a:pt x="9371448" y="881471"/>
                  </a:cubicBezTo>
                  <a:cubicBezTo>
                    <a:pt x="9135788" y="958589"/>
                    <a:pt x="8897935" y="1026063"/>
                    <a:pt x="8659701" y="1094377"/>
                  </a:cubicBezTo>
                  <a:cubicBezTo>
                    <a:pt x="8425586" y="1161527"/>
                    <a:pt x="8191091" y="1227404"/>
                    <a:pt x="7952723" y="1278192"/>
                  </a:cubicBezTo>
                  <a:cubicBezTo>
                    <a:pt x="7507625" y="1372998"/>
                    <a:pt x="7052612" y="1410622"/>
                    <a:pt x="6612497" y="1272260"/>
                  </a:cubicBezTo>
                  <a:cubicBezTo>
                    <a:pt x="6226476" y="1150882"/>
                    <a:pt x="5897880" y="907448"/>
                    <a:pt x="5521068" y="765727"/>
                  </a:cubicBezTo>
                  <a:cubicBezTo>
                    <a:pt x="5304830" y="684465"/>
                    <a:pt x="5074994" y="646841"/>
                    <a:pt x="4844643" y="676610"/>
                  </a:cubicBezTo>
                  <a:cubicBezTo>
                    <a:pt x="4615187" y="706244"/>
                    <a:pt x="4399870" y="808281"/>
                    <a:pt x="4199965" y="920179"/>
                  </a:cubicBezTo>
                  <a:cubicBezTo>
                    <a:pt x="3814025" y="1136255"/>
                    <a:pt x="3464653" y="1410459"/>
                    <a:pt x="3101087" y="1660773"/>
                  </a:cubicBezTo>
                  <a:cubicBezTo>
                    <a:pt x="2938563" y="1772671"/>
                    <a:pt x="2772789" y="1882347"/>
                    <a:pt x="2595909" y="1970435"/>
                  </a:cubicBezTo>
                  <a:cubicBezTo>
                    <a:pt x="2458088" y="2039075"/>
                    <a:pt x="2304422" y="2101240"/>
                    <a:pt x="2147830" y="2098938"/>
                  </a:cubicBezTo>
                  <a:cubicBezTo>
                    <a:pt x="1766522" y="2093358"/>
                    <a:pt x="1548388" y="1680710"/>
                    <a:pt x="1342281" y="1420563"/>
                  </a:cubicBezTo>
                  <a:cubicBezTo>
                    <a:pt x="1205192" y="1247529"/>
                    <a:pt x="1045214" y="1095515"/>
                    <a:pt x="849860" y="989875"/>
                  </a:cubicBezTo>
                  <a:cubicBezTo>
                    <a:pt x="678018" y="896884"/>
                    <a:pt x="490520" y="854222"/>
                    <a:pt x="297496" y="834556"/>
                  </a:cubicBezTo>
                  <a:cubicBezTo>
                    <a:pt x="203232" y="824967"/>
                    <a:pt x="108670" y="818900"/>
                    <a:pt x="14460" y="808688"/>
                  </a:cubicBezTo>
                  <a:cubicBezTo>
                    <a:pt x="-5015" y="806575"/>
                    <a:pt x="-4853" y="837075"/>
                    <a:pt x="14460" y="839161"/>
                  </a:cubicBezTo>
                  <a:cubicBezTo>
                    <a:pt x="211277" y="860506"/>
                    <a:pt x="410965" y="864460"/>
                    <a:pt x="602255" y="920558"/>
                  </a:cubicBezTo>
                  <a:cubicBezTo>
                    <a:pt x="831658" y="987843"/>
                    <a:pt x="1034677" y="1125501"/>
                    <a:pt x="1197770" y="1298589"/>
                  </a:cubicBezTo>
                  <a:cubicBezTo>
                    <a:pt x="1445592" y="1561661"/>
                    <a:pt x="1610337" y="1948305"/>
                    <a:pt x="1963718" y="2090920"/>
                  </a:cubicBezTo>
                  <a:cubicBezTo>
                    <a:pt x="2250843" y="2206799"/>
                    <a:pt x="2567575" y="2032547"/>
                    <a:pt x="2809709" y="1886844"/>
                  </a:cubicBezTo>
                  <a:cubicBezTo>
                    <a:pt x="3183893" y="1661694"/>
                    <a:pt x="3525491" y="1386595"/>
                    <a:pt x="3889761" y="1146358"/>
                  </a:cubicBezTo>
                  <a:cubicBezTo>
                    <a:pt x="4087715" y="1015824"/>
                    <a:pt x="4293037" y="889868"/>
                    <a:pt x="4513176" y="800182"/>
                  </a:cubicBezTo>
                  <a:cubicBezTo>
                    <a:pt x="4747860" y="704564"/>
                    <a:pt x="4996441" y="671463"/>
                    <a:pt x="5246646" y="718920"/>
                  </a:cubicBezTo>
                  <a:cubicBezTo>
                    <a:pt x="5664333" y="798015"/>
                    <a:pt x="6010969" y="1063796"/>
                    <a:pt x="6397045" y="1225453"/>
                  </a:cubicBezTo>
                  <a:cubicBezTo>
                    <a:pt x="6776267" y="1384212"/>
                    <a:pt x="7176644" y="1425385"/>
                    <a:pt x="7583469" y="1373539"/>
                  </a:cubicBezTo>
                  <a:cubicBezTo>
                    <a:pt x="8065162" y="1312132"/>
                    <a:pt x="8534965" y="1164967"/>
                    <a:pt x="8999891" y="1029531"/>
                  </a:cubicBezTo>
                  <a:cubicBezTo>
                    <a:pt x="9494993" y="885291"/>
                    <a:pt x="9981915" y="713557"/>
                    <a:pt x="10476773" y="567800"/>
                  </a:cubicBezTo>
                  <a:cubicBezTo>
                    <a:pt x="10931840" y="433745"/>
                    <a:pt x="11388775" y="304728"/>
                    <a:pt x="11837693" y="150656"/>
                  </a:cubicBezTo>
                  <a:cubicBezTo>
                    <a:pt x="11950512" y="111921"/>
                    <a:pt x="12062763" y="71615"/>
                    <a:pt x="12174444" y="29711"/>
                  </a:cubicBezTo>
                  <a:cubicBezTo>
                    <a:pt x="12192646" y="22885"/>
                    <a:pt x="12184763" y="-6586"/>
                    <a:pt x="12166318" y="321"/>
                  </a:cubicBezTo>
                  <a:close/>
                </a:path>
              </a:pathLst>
            </a:custGeom>
            <a:grpFill/>
            <a:ln w="2709" cap="flat">
              <a:noFill/>
              <a:prstDash val="solid"/>
              <a:miter/>
            </a:ln>
          </p:spPr>
          <p:txBody>
            <a:bodyPr rtlCol="0" anchor="ctr"/>
            <a:lstStyle/>
            <a:p>
              <a:endParaRPr lang="en-IN"/>
            </a:p>
          </p:txBody>
        </p:sp>
        <p:sp>
          <p:nvSpPr>
            <p:cNvPr id="2023" name="Freeform: Shape 2022"/>
            <p:cNvSpPr/>
            <p:nvPr/>
          </p:nvSpPr>
          <p:spPr>
            <a:xfrm>
              <a:off x="4278" y="2519498"/>
              <a:ext cx="12186112" cy="2374295"/>
            </a:xfrm>
            <a:custGeom>
              <a:avLst/>
              <a:gdLst>
                <a:gd name="connsiteX0" fmla="*/ 12161063 w 12186112"/>
                <a:gd name="connsiteY0" fmla="*/ 842 h 2374295"/>
                <a:gd name="connsiteX1" fmla="*/ 9346691 w 12186112"/>
                <a:gd name="connsiteY1" fmla="*/ 1199022 h 2374295"/>
                <a:gd name="connsiteX2" fmla="*/ 7941077 w 12186112"/>
                <a:gd name="connsiteY2" fmla="*/ 1629710 h 2374295"/>
                <a:gd name="connsiteX3" fmla="*/ 6576391 w 12186112"/>
                <a:gd name="connsiteY3" fmla="*/ 1562885 h 2374295"/>
                <a:gd name="connsiteX4" fmla="*/ 5506442 w 12186112"/>
                <a:gd name="connsiteY4" fmla="*/ 946649 h 2374295"/>
                <a:gd name="connsiteX5" fmla="*/ 4891804 w 12186112"/>
                <a:gd name="connsiteY5" fmla="*/ 762889 h 2374295"/>
                <a:gd name="connsiteX6" fmla="*/ 4226783 w 12186112"/>
                <a:gd name="connsiteY6" fmla="*/ 928636 h 2374295"/>
                <a:gd name="connsiteX7" fmla="*/ 3136248 w 12186112"/>
                <a:gd name="connsiteY7" fmla="*/ 1692498 h 2374295"/>
                <a:gd name="connsiteX8" fmla="*/ 2629119 w 12186112"/>
                <a:gd name="connsiteY8" fmla="*/ 2071992 h 2374295"/>
                <a:gd name="connsiteX9" fmla="*/ 2181149 w 12186112"/>
                <a:gd name="connsiteY9" fmla="*/ 2309304 h 2374295"/>
                <a:gd name="connsiteX10" fmla="*/ 1756609 w 12186112"/>
                <a:gd name="connsiteY10" fmla="*/ 2268916 h 2374295"/>
                <a:gd name="connsiteX11" fmla="*/ 1352304 w 12186112"/>
                <a:gd name="connsiteY11" fmla="*/ 1842074 h 2374295"/>
                <a:gd name="connsiteX12" fmla="*/ 931448 w 12186112"/>
                <a:gd name="connsiteY12" fmla="*/ 1373762 h 2374295"/>
                <a:gd name="connsiteX13" fmla="*/ 326914 w 12186112"/>
                <a:gd name="connsiteY13" fmla="*/ 1099286 h 2374295"/>
                <a:gd name="connsiteX14" fmla="*/ 20285 w 12186112"/>
                <a:gd name="connsiteY14" fmla="*/ 1040398 h 2374295"/>
                <a:gd name="connsiteX15" fmla="*/ 11645 w 12186112"/>
                <a:gd name="connsiteY15" fmla="*/ 1071738 h 2374295"/>
                <a:gd name="connsiteX16" fmla="*/ 655049 w 12186112"/>
                <a:gd name="connsiteY16" fmla="*/ 1240113 h 2374295"/>
                <a:gd name="connsiteX17" fmla="*/ 1203811 w 12186112"/>
                <a:gd name="connsiteY17" fmla="*/ 1697049 h 2374295"/>
                <a:gd name="connsiteX18" fmla="*/ 1979240 w 12186112"/>
                <a:gd name="connsiteY18" fmla="*/ 2373148 h 2374295"/>
                <a:gd name="connsiteX19" fmla="*/ 2360819 w 12186112"/>
                <a:gd name="connsiteY19" fmla="*/ 2269729 h 2374295"/>
                <a:gd name="connsiteX20" fmla="*/ 2831434 w 12186112"/>
                <a:gd name="connsiteY20" fmla="*/ 1967597 h 2374295"/>
                <a:gd name="connsiteX21" fmla="*/ 3883695 w 12186112"/>
                <a:gd name="connsiteY21" fmla="*/ 1170932 h 2374295"/>
                <a:gd name="connsiteX22" fmla="*/ 4543704 w 12186112"/>
                <a:gd name="connsiteY22" fmla="*/ 835049 h 2374295"/>
                <a:gd name="connsiteX23" fmla="*/ 5265365 w 12186112"/>
                <a:gd name="connsiteY23" fmla="*/ 873161 h 2374295"/>
                <a:gd name="connsiteX24" fmla="*/ 6378789 w 12186112"/>
                <a:gd name="connsiteY24" fmla="*/ 1509578 h 2374295"/>
                <a:gd name="connsiteX25" fmla="*/ 7586098 w 12186112"/>
                <a:gd name="connsiteY25" fmla="*/ 1716714 h 2374295"/>
                <a:gd name="connsiteX26" fmla="*/ 9020668 w 12186112"/>
                <a:gd name="connsiteY26" fmla="*/ 1359162 h 2374295"/>
                <a:gd name="connsiteX27" fmla="*/ 10479700 w 12186112"/>
                <a:gd name="connsiteY27" fmla="*/ 761345 h 2374295"/>
                <a:gd name="connsiteX28" fmla="*/ 11830218 w 12186112"/>
                <a:gd name="connsiteY28" fmla="*/ 182299 h 2374295"/>
                <a:gd name="connsiteX29" fmla="*/ 12177613 w 12186112"/>
                <a:gd name="connsiteY29" fmla="*/ 28904 h 2374295"/>
                <a:gd name="connsiteX30" fmla="*/ 12161198 w 12186112"/>
                <a:gd name="connsiteY30" fmla="*/ 842 h 2374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86112" h="2374295">
                  <a:moveTo>
                    <a:pt x="12161063" y="842"/>
                  </a:moveTo>
                  <a:cubicBezTo>
                    <a:pt x="11229477" y="414681"/>
                    <a:pt x="10291361" y="814084"/>
                    <a:pt x="9346691" y="1199022"/>
                  </a:cubicBezTo>
                  <a:cubicBezTo>
                    <a:pt x="8894496" y="1383053"/>
                    <a:pt x="8420847" y="1536286"/>
                    <a:pt x="7941077" y="1629710"/>
                  </a:cubicBezTo>
                  <a:cubicBezTo>
                    <a:pt x="7481676" y="1719098"/>
                    <a:pt x="7018212" y="1737355"/>
                    <a:pt x="6576391" y="1562885"/>
                  </a:cubicBezTo>
                  <a:cubicBezTo>
                    <a:pt x="6189665" y="1410167"/>
                    <a:pt x="5871498" y="1138969"/>
                    <a:pt x="5506442" y="946649"/>
                  </a:cubicBezTo>
                  <a:cubicBezTo>
                    <a:pt x="5315368" y="846020"/>
                    <a:pt x="5109152" y="772586"/>
                    <a:pt x="4891804" y="762889"/>
                  </a:cubicBezTo>
                  <a:cubicBezTo>
                    <a:pt x="4655982" y="752352"/>
                    <a:pt x="4435111" y="822860"/>
                    <a:pt x="4226783" y="928636"/>
                  </a:cubicBezTo>
                  <a:cubicBezTo>
                    <a:pt x="3830712" y="1129732"/>
                    <a:pt x="3483615" y="1419160"/>
                    <a:pt x="3136248" y="1692498"/>
                  </a:cubicBezTo>
                  <a:cubicBezTo>
                    <a:pt x="2970338" y="1822978"/>
                    <a:pt x="2804049" y="1953674"/>
                    <a:pt x="2629119" y="2071992"/>
                  </a:cubicBezTo>
                  <a:cubicBezTo>
                    <a:pt x="2489971" y="2166093"/>
                    <a:pt x="2342318" y="2258136"/>
                    <a:pt x="2181149" y="2309304"/>
                  </a:cubicBezTo>
                  <a:cubicBezTo>
                    <a:pt x="2031762" y="2356761"/>
                    <a:pt x="1894240" y="2347605"/>
                    <a:pt x="1756609" y="2268916"/>
                  </a:cubicBezTo>
                  <a:cubicBezTo>
                    <a:pt x="1583549" y="2169966"/>
                    <a:pt x="1466775" y="1999939"/>
                    <a:pt x="1352304" y="1842074"/>
                  </a:cubicBezTo>
                  <a:cubicBezTo>
                    <a:pt x="1228271" y="1671099"/>
                    <a:pt x="1099254" y="1504512"/>
                    <a:pt x="931448" y="1373762"/>
                  </a:cubicBezTo>
                  <a:cubicBezTo>
                    <a:pt x="751941" y="1233883"/>
                    <a:pt x="548055" y="1148043"/>
                    <a:pt x="326914" y="1099286"/>
                  </a:cubicBezTo>
                  <a:cubicBezTo>
                    <a:pt x="225255" y="1076885"/>
                    <a:pt x="122459" y="1060036"/>
                    <a:pt x="20285" y="1040398"/>
                  </a:cubicBezTo>
                  <a:cubicBezTo>
                    <a:pt x="-166" y="1036444"/>
                    <a:pt x="-8915" y="1067784"/>
                    <a:pt x="11645" y="1071738"/>
                  </a:cubicBezTo>
                  <a:cubicBezTo>
                    <a:pt x="229616" y="1113480"/>
                    <a:pt x="452030" y="1144495"/>
                    <a:pt x="655049" y="1240113"/>
                  </a:cubicBezTo>
                  <a:cubicBezTo>
                    <a:pt x="874809" y="1343641"/>
                    <a:pt x="1054587" y="1507654"/>
                    <a:pt x="1203811" y="1697049"/>
                  </a:cubicBezTo>
                  <a:cubicBezTo>
                    <a:pt x="1403364" y="1950288"/>
                    <a:pt x="1609579" y="2357519"/>
                    <a:pt x="1979240" y="2373148"/>
                  </a:cubicBezTo>
                  <a:cubicBezTo>
                    <a:pt x="2112374" y="2378783"/>
                    <a:pt x="2243585" y="2327913"/>
                    <a:pt x="2360819" y="2269729"/>
                  </a:cubicBezTo>
                  <a:cubicBezTo>
                    <a:pt x="2527893" y="2186815"/>
                    <a:pt x="2681912" y="2078357"/>
                    <a:pt x="2831434" y="1967597"/>
                  </a:cubicBezTo>
                  <a:cubicBezTo>
                    <a:pt x="3184978" y="1705771"/>
                    <a:pt x="3517908" y="1416208"/>
                    <a:pt x="3883695" y="1170932"/>
                  </a:cubicBezTo>
                  <a:cubicBezTo>
                    <a:pt x="4087744" y="1034114"/>
                    <a:pt x="4305742" y="902768"/>
                    <a:pt x="4543704" y="835049"/>
                  </a:cubicBezTo>
                  <a:cubicBezTo>
                    <a:pt x="4782506" y="767331"/>
                    <a:pt x="5033795" y="788297"/>
                    <a:pt x="5265365" y="873161"/>
                  </a:cubicBezTo>
                  <a:cubicBezTo>
                    <a:pt x="5668966" y="1021085"/>
                    <a:pt x="5996343" y="1319100"/>
                    <a:pt x="6378789" y="1509578"/>
                  </a:cubicBezTo>
                  <a:cubicBezTo>
                    <a:pt x="6757388" y="1698105"/>
                    <a:pt x="7166217" y="1763277"/>
                    <a:pt x="7586098" y="1716714"/>
                  </a:cubicBezTo>
                  <a:cubicBezTo>
                    <a:pt x="8075240" y="1662540"/>
                    <a:pt x="8558044" y="1523961"/>
                    <a:pt x="9020668" y="1359162"/>
                  </a:cubicBezTo>
                  <a:cubicBezTo>
                    <a:pt x="9514904" y="1182932"/>
                    <a:pt x="9996191" y="964771"/>
                    <a:pt x="10479700" y="761345"/>
                  </a:cubicBezTo>
                  <a:cubicBezTo>
                    <a:pt x="10931164" y="571409"/>
                    <a:pt x="11381328" y="378385"/>
                    <a:pt x="11830218" y="182299"/>
                  </a:cubicBezTo>
                  <a:cubicBezTo>
                    <a:pt x="11946125" y="131429"/>
                    <a:pt x="12061923" y="80288"/>
                    <a:pt x="12177613" y="28904"/>
                  </a:cubicBezTo>
                  <a:cubicBezTo>
                    <a:pt x="12196574" y="20426"/>
                    <a:pt x="12180159" y="-7583"/>
                    <a:pt x="12161198" y="842"/>
                  </a:cubicBezTo>
                  <a:close/>
                </a:path>
              </a:pathLst>
            </a:custGeom>
            <a:grpFill/>
            <a:ln w="2709" cap="flat">
              <a:noFill/>
              <a:prstDash val="solid"/>
              <a:miter/>
            </a:ln>
          </p:spPr>
          <p:txBody>
            <a:bodyPr rtlCol="0" anchor="ctr"/>
            <a:lstStyle/>
            <a:p>
              <a:endParaRPr lang="en-IN"/>
            </a:p>
          </p:txBody>
        </p:sp>
        <p:sp>
          <p:nvSpPr>
            <p:cNvPr id="2024" name="Freeform: Shape 2023"/>
            <p:cNvSpPr/>
            <p:nvPr/>
          </p:nvSpPr>
          <p:spPr>
            <a:xfrm>
              <a:off x="4765" y="2345677"/>
              <a:ext cx="12185046" cy="2620399"/>
            </a:xfrm>
            <a:custGeom>
              <a:avLst/>
              <a:gdLst>
                <a:gd name="connsiteX0" fmla="*/ 12158870 w 12185046"/>
                <a:gd name="connsiteY0" fmla="*/ 1467 h 2620399"/>
                <a:gd name="connsiteX1" fmla="*/ 9325537 w 12185046"/>
                <a:gd name="connsiteY1" fmla="*/ 1511314 h 2620399"/>
                <a:gd name="connsiteX2" fmla="*/ 7905728 w 12185046"/>
                <a:gd name="connsiteY2" fmla="*/ 1988050 h 2620399"/>
                <a:gd name="connsiteX3" fmla="*/ 7125235 w 12185046"/>
                <a:gd name="connsiteY3" fmla="*/ 2031227 h 2620399"/>
                <a:gd name="connsiteX4" fmla="*/ 6498055 w 12185046"/>
                <a:gd name="connsiteY4" fmla="*/ 1846113 h 2620399"/>
                <a:gd name="connsiteX5" fmla="*/ 5447067 w 12185046"/>
                <a:gd name="connsiteY5" fmla="*/ 1124778 h 2620399"/>
                <a:gd name="connsiteX6" fmla="*/ 4830208 w 12185046"/>
                <a:gd name="connsiteY6" fmla="*/ 868315 h 2620399"/>
                <a:gd name="connsiteX7" fmla="*/ 4168871 w 12185046"/>
                <a:gd name="connsiteY7" fmla="*/ 984520 h 2620399"/>
                <a:gd name="connsiteX8" fmla="*/ 3079229 w 12185046"/>
                <a:gd name="connsiteY8" fmla="*/ 1775848 h 2620399"/>
                <a:gd name="connsiteX9" fmla="*/ 2145177 w 12185046"/>
                <a:gd name="connsiteY9" fmla="*/ 2496046 h 2620399"/>
                <a:gd name="connsiteX10" fmla="*/ 1768420 w 12185046"/>
                <a:gd name="connsiteY10" fmla="*/ 2577308 h 2620399"/>
                <a:gd name="connsiteX11" fmla="*/ 1314761 w 12185046"/>
                <a:gd name="connsiteY11" fmla="*/ 2208487 h 2620399"/>
                <a:gd name="connsiteX12" fmla="*/ 904605 w 12185046"/>
                <a:gd name="connsiteY12" fmla="*/ 1700871 h 2620399"/>
                <a:gd name="connsiteX13" fmla="*/ 342029 w 12185046"/>
                <a:gd name="connsiteY13" fmla="*/ 1369132 h 2620399"/>
                <a:gd name="connsiteX14" fmla="*/ 21288 w 12185046"/>
                <a:gd name="connsiteY14" fmla="*/ 1272674 h 2620399"/>
                <a:gd name="connsiteX15" fmla="*/ 12105 w 12185046"/>
                <a:gd name="connsiteY15" fmla="*/ 1305965 h 2620399"/>
                <a:gd name="connsiteX16" fmla="*/ 649470 w 12185046"/>
                <a:gd name="connsiteY16" fmla="*/ 1549750 h 2620399"/>
                <a:gd name="connsiteX17" fmla="*/ 1172932 w 12185046"/>
                <a:gd name="connsiteY17" fmla="*/ 2069177 h 2620399"/>
                <a:gd name="connsiteX18" fmla="*/ 1931106 w 12185046"/>
                <a:gd name="connsiteY18" fmla="*/ 2611790 h 2620399"/>
                <a:gd name="connsiteX19" fmla="*/ 2324929 w 12185046"/>
                <a:gd name="connsiteY19" fmla="*/ 2429140 h 2620399"/>
                <a:gd name="connsiteX20" fmla="*/ 2773766 w 12185046"/>
                <a:gd name="connsiteY20" fmla="*/ 2083208 h 2620399"/>
                <a:gd name="connsiteX21" fmla="*/ 3819336 w 12185046"/>
                <a:gd name="connsiteY21" fmla="*/ 1229958 h 2620399"/>
                <a:gd name="connsiteX22" fmla="*/ 4497196 w 12185046"/>
                <a:gd name="connsiteY22" fmla="*/ 908133 h 2620399"/>
                <a:gd name="connsiteX23" fmla="*/ 5228553 w 12185046"/>
                <a:gd name="connsiteY23" fmla="*/ 1036202 h 2620399"/>
                <a:gd name="connsiteX24" fmla="*/ 6299017 w 12185046"/>
                <a:gd name="connsiteY24" fmla="*/ 1776932 h 2620399"/>
                <a:gd name="connsiteX25" fmla="*/ 7542867 w 12185046"/>
                <a:gd name="connsiteY25" fmla="*/ 2069231 h 2620399"/>
                <a:gd name="connsiteX26" fmla="*/ 8983532 w 12185046"/>
                <a:gd name="connsiteY26" fmla="*/ 1705204 h 2620399"/>
                <a:gd name="connsiteX27" fmla="*/ 10434708 w 12185046"/>
                <a:gd name="connsiteY27" fmla="*/ 970353 h 2620399"/>
                <a:gd name="connsiteX28" fmla="*/ 11818193 w 12185046"/>
                <a:gd name="connsiteY28" fmla="*/ 216323 h 2620399"/>
                <a:gd name="connsiteX29" fmla="*/ 12176232 w 12185046"/>
                <a:gd name="connsiteY29" fmla="*/ 31127 h 2620399"/>
                <a:gd name="connsiteX30" fmla="*/ 12158788 w 12185046"/>
                <a:gd name="connsiteY30" fmla="*/ 1331 h 262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85046" h="2620399">
                  <a:moveTo>
                    <a:pt x="12158870" y="1467"/>
                  </a:moveTo>
                  <a:cubicBezTo>
                    <a:pt x="11204420" y="485950"/>
                    <a:pt x="10286730" y="1039886"/>
                    <a:pt x="9325537" y="1511314"/>
                  </a:cubicBezTo>
                  <a:cubicBezTo>
                    <a:pt x="8876402" y="1731587"/>
                    <a:pt x="8399530" y="1901994"/>
                    <a:pt x="7905728" y="1988050"/>
                  </a:cubicBezTo>
                  <a:cubicBezTo>
                    <a:pt x="7649022" y="2032853"/>
                    <a:pt x="7385300" y="2059913"/>
                    <a:pt x="7125235" y="2031227"/>
                  </a:cubicBezTo>
                  <a:cubicBezTo>
                    <a:pt x="6906910" y="2007174"/>
                    <a:pt x="6695034" y="1942760"/>
                    <a:pt x="6498055" y="1846113"/>
                  </a:cubicBezTo>
                  <a:cubicBezTo>
                    <a:pt x="6113035" y="1657233"/>
                    <a:pt x="5803075" y="1358216"/>
                    <a:pt x="5447067" y="1124778"/>
                  </a:cubicBezTo>
                  <a:cubicBezTo>
                    <a:pt x="5259623" y="1001828"/>
                    <a:pt x="5054301" y="899790"/>
                    <a:pt x="4830208" y="868315"/>
                  </a:cubicBezTo>
                  <a:cubicBezTo>
                    <a:pt x="4598773" y="835810"/>
                    <a:pt x="4378283" y="885380"/>
                    <a:pt x="4168871" y="984520"/>
                  </a:cubicBezTo>
                  <a:cubicBezTo>
                    <a:pt x="3763536" y="1176433"/>
                    <a:pt x="3416168" y="1485635"/>
                    <a:pt x="3079229" y="1775848"/>
                  </a:cubicBezTo>
                  <a:cubicBezTo>
                    <a:pt x="2785305" y="2029115"/>
                    <a:pt x="2492274" y="2315698"/>
                    <a:pt x="2145177" y="2496046"/>
                  </a:cubicBezTo>
                  <a:cubicBezTo>
                    <a:pt x="2032575" y="2554582"/>
                    <a:pt x="1897112" y="2608079"/>
                    <a:pt x="1768420" y="2577308"/>
                  </a:cubicBezTo>
                  <a:cubicBezTo>
                    <a:pt x="1568813" y="2529499"/>
                    <a:pt x="1430533" y="2366893"/>
                    <a:pt x="1314761" y="2208487"/>
                  </a:cubicBezTo>
                  <a:cubicBezTo>
                    <a:pt x="1186043" y="2032419"/>
                    <a:pt x="1066208" y="1849580"/>
                    <a:pt x="904605" y="1700871"/>
                  </a:cubicBezTo>
                  <a:cubicBezTo>
                    <a:pt x="741323" y="1550644"/>
                    <a:pt x="550899" y="1442349"/>
                    <a:pt x="342029" y="1369132"/>
                  </a:cubicBezTo>
                  <a:cubicBezTo>
                    <a:pt x="236605" y="1332212"/>
                    <a:pt x="128825" y="1302579"/>
                    <a:pt x="21288" y="1272674"/>
                  </a:cubicBezTo>
                  <a:cubicBezTo>
                    <a:pt x="-165" y="1266715"/>
                    <a:pt x="-9294" y="1300005"/>
                    <a:pt x="12105" y="1305965"/>
                  </a:cubicBezTo>
                  <a:cubicBezTo>
                    <a:pt x="232109" y="1367182"/>
                    <a:pt x="453222" y="1429429"/>
                    <a:pt x="649470" y="1549750"/>
                  </a:cubicBezTo>
                  <a:cubicBezTo>
                    <a:pt x="863839" y="1681314"/>
                    <a:pt x="1027500" y="1866862"/>
                    <a:pt x="1172932" y="2069177"/>
                  </a:cubicBezTo>
                  <a:cubicBezTo>
                    <a:pt x="1349406" y="2314642"/>
                    <a:pt x="1575910" y="2677829"/>
                    <a:pt x="1931106" y="2611790"/>
                  </a:cubicBezTo>
                  <a:cubicBezTo>
                    <a:pt x="2073640" y="2585298"/>
                    <a:pt x="2205582" y="2508018"/>
                    <a:pt x="2324929" y="2429140"/>
                  </a:cubicBezTo>
                  <a:cubicBezTo>
                    <a:pt x="2482550" y="2324962"/>
                    <a:pt x="2629417" y="2204749"/>
                    <a:pt x="2773766" y="2083208"/>
                  </a:cubicBezTo>
                  <a:cubicBezTo>
                    <a:pt x="3117774" y="1793699"/>
                    <a:pt x="3447590" y="1484199"/>
                    <a:pt x="3819336" y="1229958"/>
                  </a:cubicBezTo>
                  <a:cubicBezTo>
                    <a:pt x="4024549" y="1089564"/>
                    <a:pt x="4250024" y="955401"/>
                    <a:pt x="4497196" y="908133"/>
                  </a:cubicBezTo>
                  <a:cubicBezTo>
                    <a:pt x="4748322" y="860107"/>
                    <a:pt x="5004352" y="920973"/>
                    <a:pt x="5228553" y="1036202"/>
                  </a:cubicBezTo>
                  <a:cubicBezTo>
                    <a:pt x="5615902" y="1235212"/>
                    <a:pt x="5926404" y="1553813"/>
                    <a:pt x="6299017" y="1776932"/>
                  </a:cubicBezTo>
                  <a:cubicBezTo>
                    <a:pt x="6679241" y="2004601"/>
                    <a:pt x="7100341" y="2105745"/>
                    <a:pt x="7542867" y="2069231"/>
                  </a:cubicBezTo>
                  <a:cubicBezTo>
                    <a:pt x="8037291" y="2028438"/>
                    <a:pt x="8526136" y="1895574"/>
                    <a:pt x="8983532" y="1705204"/>
                  </a:cubicBezTo>
                  <a:cubicBezTo>
                    <a:pt x="9482887" y="1497336"/>
                    <a:pt x="9960273" y="1228820"/>
                    <a:pt x="10434708" y="970353"/>
                  </a:cubicBezTo>
                  <a:cubicBezTo>
                    <a:pt x="10895924" y="719091"/>
                    <a:pt x="11353509" y="461111"/>
                    <a:pt x="11818193" y="216323"/>
                  </a:cubicBezTo>
                  <a:cubicBezTo>
                    <a:pt x="11937052" y="153698"/>
                    <a:pt x="12056398" y="91965"/>
                    <a:pt x="12176232" y="31127"/>
                  </a:cubicBezTo>
                  <a:cubicBezTo>
                    <a:pt x="12196061" y="21051"/>
                    <a:pt x="12178589" y="-8745"/>
                    <a:pt x="12158788" y="1331"/>
                  </a:cubicBezTo>
                  <a:close/>
                </a:path>
              </a:pathLst>
            </a:custGeom>
            <a:grpFill/>
            <a:ln w="2709" cap="flat">
              <a:noFill/>
              <a:prstDash val="solid"/>
              <a:miter/>
            </a:ln>
          </p:spPr>
          <p:txBody>
            <a:bodyPr rtlCol="0" anchor="ctr"/>
            <a:lstStyle/>
            <a:p>
              <a:endParaRPr lang="en-IN"/>
            </a:p>
          </p:txBody>
        </p:sp>
        <p:sp>
          <p:nvSpPr>
            <p:cNvPr id="2025" name="Freeform: Shape 2024"/>
            <p:cNvSpPr/>
            <p:nvPr/>
          </p:nvSpPr>
          <p:spPr>
            <a:xfrm>
              <a:off x="5615" y="2172087"/>
              <a:ext cx="12183989" cy="2866504"/>
            </a:xfrm>
            <a:custGeom>
              <a:avLst/>
              <a:gdLst>
                <a:gd name="connsiteX0" fmla="*/ 12156340 w 12183989"/>
                <a:gd name="connsiteY0" fmla="*/ 1860 h 2866504"/>
                <a:gd name="connsiteX1" fmla="*/ 9310574 w 12183989"/>
                <a:gd name="connsiteY1" fmla="*/ 1814354 h 2866504"/>
                <a:gd name="connsiteX2" fmla="*/ 7890007 w 12183989"/>
                <a:gd name="connsiteY2" fmla="*/ 2344155 h 2866504"/>
                <a:gd name="connsiteX3" fmla="*/ 7083537 w 12183989"/>
                <a:gd name="connsiteY3" fmla="*/ 2370456 h 2866504"/>
                <a:gd name="connsiteX4" fmla="*/ 6451779 w 12183989"/>
                <a:gd name="connsiteY4" fmla="*/ 2151970 h 2866504"/>
                <a:gd name="connsiteX5" fmla="*/ 5406696 w 12183989"/>
                <a:gd name="connsiteY5" fmla="*/ 1331577 h 2866504"/>
                <a:gd name="connsiteX6" fmla="*/ 4817601 w 12183989"/>
                <a:gd name="connsiteY6" fmla="*/ 996371 h 2866504"/>
                <a:gd name="connsiteX7" fmla="*/ 4150278 w 12183989"/>
                <a:gd name="connsiteY7" fmla="*/ 1026546 h 2866504"/>
                <a:gd name="connsiteX8" fmla="*/ 3044493 w 12183989"/>
                <a:gd name="connsiteY8" fmla="*/ 1825866 h 2866504"/>
                <a:gd name="connsiteX9" fmla="*/ 2111254 w 12183989"/>
                <a:gd name="connsiteY9" fmla="*/ 2653465 h 2866504"/>
                <a:gd name="connsiteX10" fmla="*/ 1736392 w 12183989"/>
                <a:gd name="connsiteY10" fmla="*/ 2829776 h 2866504"/>
                <a:gd name="connsiteX11" fmla="*/ 1289018 w 12183989"/>
                <a:gd name="connsiteY11" fmla="*/ 2587534 h 2866504"/>
                <a:gd name="connsiteX12" fmla="*/ 879621 w 12183989"/>
                <a:gd name="connsiteY12" fmla="*/ 2041210 h 2866504"/>
                <a:gd name="connsiteX13" fmla="*/ 334840 w 12183989"/>
                <a:gd name="connsiteY13" fmla="*/ 1634684 h 2866504"/>
                <a:gd name="connsiteX14" fmla="*/ 22063 w 12183989"/>
                <a:gd name="connsiteY14" fmla="*/ 1505125 h 2866504"/>
                <a:gd name="connsiteX15" fmla="*/ 12366 w 12183989"/>
                <a:gd name="connsiteY15" fmla="*/ 1540339 h 2866504"/>
                <a:gd name="connsiteX16" fmla="*/ 655825 w 12183989"/>
                <a:gd name="connsiteY16" fmla="*/ 1878686 h 2866504"/>
                <a:gd name="connsiteX17" fmla="*/ 1138115 w 12183989"/>
                <a:gd name="connsiteY17" fmla="*/ 2445732 h 2866504"/>
                <a:gd name="connsiteX18" fmla="*/ 1533806 w 12183989"/>
                <a:gd name="connsiteY18" fmla="*/ 2830616 h 2866504"/>
                <a:gd name="connsiteX19" fmla="*/ 1892794 w 12183989"/>
                <a:gd name="connsiteY19" fmla="*/ 2822273 h 2866504"/>
                <a:gd name="connsiteX20" fmla="*/ 2290436 w 12183989"/>
                <a:gd name="connsiteY20" fmla="*/ 2562451 h 2866504"/>
                <a:gd name="connsiteX21" fmla="*/ 2748889 w 12183989"/>
                <a:gd name="connsiteY21" fmla="*/ 2152756 h 2866504"/>
                <a:gd name="connsiteX22" fmla="*/ 3775498 w 12183989"/>
                <a:gd name="connsiteY22" fmla="*/ 1271606 h 2866504"/>
                <a:gd name="connsiteX23" fmla="*/ 4508996 w 12183989"/>
                <a:gd name="connsiteY23" fmla="*/ 989058 h 2866504"/>
                <a:gd name="connsiteX24" fmla="*/ 5187045 w 12183989"/>
                <a:gd name="connsiteY24" fmla="*/ 1215697 h 2866504"/>
                <a:gd name="connsiteX25" fmla="*/ 6254448 w 12183989"/>
                <a:gd name="connsiteY25" fmla="*/ 2073796 h 2866504"/>
                <a:gd name="connsiteX26" fmla="*/ 6816510 w 12183989"/>
                <a:gd name="connsiteY26" fmla="*/ 2347541 h 2866504"/>
                <a:gd name="connsiteX27" fmla="*/ 7523489 w 12183989"/>
                <a:gd name="connsiteY27" fmla="*/ 2421624 h 2866504"/>
                <a:gd name="connsiteX28" fmla="*/ 8954538 w 12183989"/>
                <a:gd name="connsiteY28" fmla="*/ 2045571 h 2866504"/>
                <a:gd name="connsiteX29" fmla="*/ 10411836 w 12183989"/>
                <a:gd name="connsiteY29" fmla="*/ 1165559 h 2866504"/>
                <a:gd name="connsiteX30" fmla="*/ 11811465 w 12183989"/>
                <a:gd name="connsiteY30" fmla="*/ 246811 h 2866504"/>
                <a:gd name="connsiteX31" fmla="*/ 12174976 w 12183989"/>
                <a:gd name="connsiteY31" fmla="*/ 33363 h 2866504"/>
                <a:gd name="connsiteX32" fmla="*/ 12156529 w 12183989"/>
                <a:gd name="connsiteY32" fmla="*/ 1806 h 2866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183989" h="2866504">
                  <a:moveTo>
                    <a:pt x="12156340" y="1860"/>
                  </a:moveTo>
                  <a:cubicBezTo>
                    <a:pt x="11176430" y="556256"/>
                    <a:pt x="10285501" y="1251534"/>
                    <a:pt x="9310574" y="1814354"/>
                  </a:cubicBezTo>
                  <a:cubicBezTo>
                    <a:pt x="8868103" y="2069814"/>
                    <a:pt x="8396107" y="2261701"/>
                    <a:pt x="7890007" y="2344155"/>
                  </a:cubicBezTo>
                  <a:cubicBezTo>
                    <a:pt x="7625256" y="2387278"/>
                    <a:pt x="7350130" y="2410329"/>
                    <a:pt x="7083537" y="2370456"/>
                  </a:cubicBezTo>
                  <a:cubicBezTo>
                    <a:pt x="6861177" y="2337193"/>
                    <a:pt x="6648162" y="2260834"/>
                    <a:pt x="6451779" y="2151970"/>
                  </a:cubicBezTo>
                  <a:cubicBezTo>
                    <a:pt x="6060774" y="1935272"/>
                    <a:pt x="5753794" y="1607298"/>
                    <a:pt x="5406696" y="1331577"/>
                  </a:cubicBezTo>
                  <a:cubicBezTo>
                    <a:pt x="5229437" y="1190723"/>
                    <a:pt x="5036711" y="1061245"/>
                    <a:pt x="4817601" y="996371"/>
                  </a:cubicBezTo>
                  <a:cubicBezTo>
                    <a:pt x="4595485" y="930549"/>
                    <a:pt x="4365758" y="942197"/>
                    <a:pt x="4150278" y="1026546"/>
                  </a:cubicBezTo>
                  <a:cubicBezTo>
                    <a:pt x="3728204" y="1191779"/>
                    <a:pt x="3372710" y="1522786"/>
                    <a:pt x="3044493" y="1825866"/>
                  </a:cubicBezTo>
                  <a:cubicBezTo>
                    <a:pt x="2740601" y="2106491"/>
                    <a:pt x="2450522" y="2414473"/>
                    <a:pt x="2111254" y="2653465"/>
                  </a:cubicBezTo>
                  <a:cubicBezTo>
                    <a:pt x="2000846" y="2731260"/>
                    <a:pt x="1873644" y="2813280"/>
                    <a:pt x="1736392" y="2829776"/>
                  </a:cubicBezTo>
                  <a:cubicBezTo>
                    <a:pt x="1555557" y="2851446"/>
                    <a:pt x="1396717" y="2717445"/>
                    <a:pt x="1289018" y="2587534"/>
                  </a:cubicBezTo>
                  <a:cubicBezTo>
                    <a:pt x="1143559" y="2412035"/>
                    <a:pt x="1032745" y="2211020"/>
                    <a:pt x="879621" y="2041210"/>
                  </a:cubicBezTo>
                  <a:cubicBezTo>
                    <a:pt x="725900" y="1870560"/>
                    <a:pt x="541219" y="1734771"/>
                    <a:pt x="334840" y="1634684"/>
                  </a:cubicBezTo>
                  <a:cubicBezTo>
                    <a:pt x="233209" y="1585412"/>
                    <a:pt x="128083" y="1543941"/>
                    <a:pt x="22063" y="1505125"/>
                  </a:cubicBezTo>
                  <a:cubicBezTo>
                    <a:pt x="-67" y="1496999"/>
                    <a:pt x="-9602" y="1532212"/>
                    <a:pt x="12366" y="1540339"/>
                  </a:cubicBezTo>
                  <a:cubicBezTo>
                    <a:pt x="241335" y="1624174"/>
                    <a:pt x="464941" y="1724262"/>
                    <a:pt x="655825" y="1878686"/>
                  </a:cubicBezTo>
                  <a:cubicBezTo>
                    <a:pt x="852371" y="2037689"/>
                    <a:pt x="994660" y="2240356"/>
                    <a:pt x="1138115" y="2445732"/>
                  </a:cubicBezTo>
                  <a:cubicBezTo>
                    <a:pt x="1243512" y="2596581"/>
                    <a:pt x="1359229" y="2755855"/>
                    <a:pt x="1533806" y="2830616"/>
                  </a:cubicBezTo>
                  <a:cubicBezTo>
                    <a:pt x="1656376" y="2883111"/>
                    <a:pt x="1771823" y="2873955"/>
                    <a:pt x="1892794" y="2822273"/>
                  </a:cubicBezTo>
                  <a:cubicBezTo>
                    <a:pt x="2038633" y="2760162"/>
                    <a:pt x="2168137" y="2661753"/>
                    <a:pt x="2290436" y="2562451"/>
                  </a:cubicBezTo>
                  <a:cubicBezTo>
                    <a:pt x="2449547" y="2433218"/>
                    <a:pt x="2599502" y="2292960"/>
                    <a:pt x="2748889" y="2152756"/>
                  </a:cubicBezTo>
                  <a:cubicBezTo>
                    <a:pt x="3076889" y="1844935"/>
                    <a:pt x="3400827" y="1523436"/>
                    <a:pt x="3775498" y="1271606"/>
                  </a:cubicBezTo>
                  <a:cubicBezTo>
                    <a:pt x="3993145" y="1125334"/>
                    <a:pt x="4240262" y="991441"/>
                    <a:pt x="4508996" y="989058"/>
                  </a:cubicBezTo>
                  <a:cubicBezTo>
                    <a:pt x="4755490" y="986864"/>
                    <a:pt x="4983999" y="1081750"/>
                    <a:pt x="5187045" y="1215697"/>
                  </a:cubicBezTo>
                  <a:cubicBezTo>
                    <a:pt x="5568977" y="1467609"/>
                    <a:pt x="5874007" y="1818796"/>
                    <a:pt x="6254448" y="2073796"/>
                  </a:cubicBezTo>
                  <a:cubicBezTo>
                    <a:pt x="6428213" y="2190272"/>
                    <a:pt x="6615982" y="2286513"/>
                    <a:pt x="6816510" y="2347541"/>
                  </a:cubicBezTo>
                  <a:cubicBezTo>
                    <a:pt x="7046075" y="2417426"/>
                    <a:pt x="7284633" y="2436604"/>
                    <a:pt x="7523489" y="2421624"/>
                  </a:cubicBezTo>
                  <a:cubicBezTo>
                    <a:pt x="8019349" y="2390528"/>
                    <a:pt x="8506758" y="2260211"/>
                    <a:pt x="8954538" y="2045571"/>
                  </a:cubicBezTo>
                  <a:cubicBezTo>
                    <a:pt x="9464701" y="1801081"/>
                    <a:pt x="9942034" y="1478877"/>
                    <a:pt x="10411836" y="1165559"/>
                  </a:cubicBezTo>
                  <a:cubicBezTo>
                    <a:pt x="10876113" y="855842"/>
                    <a:pt x="11334592" y="537133"/>
                    <a:pt x="11811465" y="246811"/>
                  </a:cubicBezTo>
                  <a:cubicBezTo>
                    <a:pt x="11931489" y="173729"/>
                    <a:pt x="12052677" y="102579"/>
                    <a:pt x="12174976" y="33363"/>
                  </a:cubicBezTo>
                  <a:cubicBezTo>
                    <a:pt x="12195454" y="21770"/>
                    <a:pt x="12177035" y="-9814"/>
                    <a:pt x="12156529" y="1806"/>
                  </a:cubicBezTo>
                  <a:close/>
                </a:path>
              </a:pathLst>
            </a:custGeom>
            <a:grpFill/>
            <a:ln w="2709" cap="flat">
              <a:noFill/>
              <a:prstDash val="solid"/>
              <a:miter/>
            </a:ln>
          </p:spPr>
          <p:txBody>
            <a:bodyPr rtlCol="0" anchor="ctr"/>
            <a:lstStyle/>
            <a:p>
              <a:endParaRPr lang="en-IN"/>
            </a:p>
          </p:txBody>
        </p:sp>
        <p:sp>
          <p:nvSpPr>
            <p:cNvPr id="2026" name="Freeform: Shape 2025"/>
            <p:cNvSpPr/>
            <p:nvPr/>
          </p:nvSpPr>
          <p:spPr>
            <a:xfrm>
              <a:off x="4535" y="1998449"/>
              <a:ext cx="12184400" cy="3118675"/>
            </a:xfrm>
            <a:custGeom>
              <a:avLst/>
              <a:gdLst>
                <a:gd name="connsiteX0" fmla="*/ 12155715 w 12184400"/>
                <a:gd name="connsiteY0" fmla="*/ 2383 h 3118675"/>
                <a:gd name="connsiteX1" fmla="*/ 9382677 w 12184400"/>
                <a:gd name="connsiteY1" fmla="*/ 2053245 h 3118675"/>
                <a:gd name="connsiteX2" fmla="*/ 8646742 w 12184400"/>
                <a:gd name="connsiteY2" fmla="*/ 2478516 h 3118675"/>
                <a:gd name="connsiteX3" fmla="*/ 7964142 w 12184400"/>
                <a:gd name="connsiteY3" fmla="*/ 2686872 h 3118675"/>
                <a:gd name="connsiteX4" fmla="*/ 7137654 w 12184400"/>
                <a:gd name="connsiteY4" fmla="*/ 2727178 h 3118675"/>
                <a:gd name="connsiteX5" fmla="*/ 6463776 w 12184400"/>
                <a:gd name="connsiteY5" fmla="*/ 2498913 h 3118675"/>
                <a:gd name="connsiteX6" fmla="*/ 5440065 w 12184400"/>
                <a:gd name="connsiteY6" fmla="*/ 1624155 h 3118675"/>
                <a:gd name="connsiteX7" fmla="*/ 4214310 w 12184400"/>
                <a:gd name="connsiteY7" fmla="*/ 1060468 h 3118675"/>
                <a:gd name="connsiteX8" fmla="*/ 3534933 w 12184400"/>
                <a:gd name="connsiteY8" fmla="*/ 1404992 h 3118675"/>
                <a:gd name="connsiteX9" fmla="*/ 3036824 w 12184400"/>
                <a:gd name="connsiteY9" fmla="*/ 1839770 h 3118675"/>
                <a:gd name="connsiteX10" fmla="*/ 2106917 w 12184400"/>
                <a:gd name="connsiteY10" fmla="*/ 2759167 h 3118675"/>
                <a:gd name="connsiteX11" fmla="*/ 1720516 w 12184400"/>
                <a:gd name="connsiteY11" fmla="*/ 3036054 h 3118675"/>
                <a:gd name="connsiteX12" fmla="*/ 1297954 w 12184400"/>
                <a:gd name="connsiteY12" fmla="*/ 2976164 h 3118675"/>
                <a:gd name="connsiteX13" fmla="*/ 866832 w 12184400"/>
                <a:gd name="connsiteY13" fmla="*/ 2411475 h 3118675"/>
                <a:gd name="connsiteX14" fmla="*/ 362575 w 12184400"/>
                <a:gd name="connsiteY14" fmla="*/ 1922142 h 3118675"/>
                <a:gd name="connsiteX15" fmla="*/ 29401 w 12184400"/>
                <a:gd name="connsiteY15" fmla="*/ 1739466 h 3118675"/>
                <a:gd name="connsiteX16" fmla="*/ 9925 w 12184400"/>
                <a:gd name="connsiteY16" fmla="*/ 1772810 h 3118675"/>
                <a:gd name="connsiteX17" fmla="*/ 640464 w 12184400"/>
                <a:gd name="connsiteY17" fmla="*/ 2202930 h 3118675"/>
                <a:gd name="connsiteX18" fmla="*/ 1103819 w 12184400"/>
                <a:gd name="connsiteY18" fmla="*/ 2822308 h 3118675"/>
                <a:gd name="connsiteX19" fmla="*/ 1533722 w 12184400"/>
                <a:gd name="connsiteY19" fmla="*/ 3117235 h 3118675"/>
                <a:gd name="connsiteX20" fmla="*/ 1860043 w 12184400"/>
                <a:gd name="connsiteY20" fmla="*/ 3001789 h 3118675"/>
                <a:gd name="connsiteX21" fmla="*/ 2260800 w 12184400"/>
                <a:gd name="connsiteY21" fmla="*/ 2669752 h 3118675"/>
                <a:gd name="connsiteX22" fmla="*/ 2729085 w 12184400"/>
                <a:gd name="connsiteY22" fmla="*/ 2200979 h 3118675"/>
                <a:gd name="connsiteX23" fmla="*/ 3777960 w 12184400"/>
                <a:gd name="connsiteY23" fmla="*/ 1284074 h 3118675"/>
                <a:gd name="connsiteX24" fmla="*/ 4564738 w 12184400"/>
                <a:gd name="connsiteY24" fmla="*/ 1105866 h 3118675"/>
                <a:gd name="connsiteX25" fmla="*/ 5218491 w 12184400"/>
                <a:gd name="connsiteY25" fmla="*/ 1473035 h 3118675"/>
                <a:gd name="connsiteX26" fmla="*/ 6244342 w 12184400"/>
                <a:gd name="connsiteY26" fmla="*/ 2404432 h 3118675"/>
                <a:gd name="connsiteX27" fmla="*/ 6828561 w 12184400"/>
                <a:gd name="connsiteY27" fmla="*/ 2699982 h 3118675"/>
                <a:gd name="connsiteX28" fmla="*/ 7572622 w 12184400"/>
                <a:gd name="connsiteY28" fmla="*/ 2772630 h 3118675"/>
                <a:gd name="connsiteX29" fmla="*/ 9021983 w 12184400"/>
                <a:gd name="connsiteY29" fmla="*/ 2329590 h 3118675"/>
                <a:gd name="connsiteX30" fmla="*/ 10423047 w 12184400"/>
                <a:gd name="connsiteY30" fmla="*/ 1327982 h 3118675"/>
                <a:gd name="connsiteX31" fmla="*/ 11817664 w 12184400"/>
                <a:gd name="connsiteY31" fmla="*/ 267974 h 3118675"/>
                <a:gd name="connsiteX32" fmla="*/ 12175217 w 12184400"/>
                <a:gd name="connsiteY32" fmla="*/ 35619 h 3118675"/>
                <a:gd name="connsiteX33" fmla="*/ 12155741 w 12184400"/>
                <a:gd name="connsiteY33" fmla="*/ 2275 h 311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2184400" h="3118675">
                  <a:moveTo>
                    <a:pt x="12155715" y="2383"/>
                  </a:moveTo>
                  <a:cubicBezTo>
                    <a:pt x="11175912" y="609139"/>
                    <a:pt x="10333659" y="1405506"/>
                    <a:pt x="9382677" y="2053245"/>
                  </a:cubicBezTo>
                  <a:cubicBezTo>
                    <a:pt x="9148237" y="2213060"/>
                    <a:pt x="8907322" y="2364749"/>
                    <a:pt x="8646742" y="2478516"/>
                  </a:cubicBezTo>
                  <a:cubicBezTo>
                    <a:pt x="8427985" y="2574053"/>
                    <a:pt x="8198935" y="2643965"/>
                    <a:pt x="7964142" y="2686872"/>
                  </a:cubicBezTo>
                  <a:cubicBezTo>
                    <a:pt x="7695003" y="2735981"/>
                    <a:pt x="7410125" y="2760982"/>
                    <a:pt x="7137654" y="2727178"/>
                  </a:cubicBezTo>
                  <a:cubicBezTo>
                    <a:pt x="6899990" y="2697679"/>
                    <a:pt x="6671563" y="2617176"/>
                    <a:pt x="6463776" y="2498913"/>
                  </a:cubicBezTo>
                  <a:cubicBezTo>
                    <a:pt x="6069547" y="2274521"/>
                    <a:pt x="5763461" y="1935090"/>
                    <a:pt x="5440065" y="1624155"/>
                  </a:cubicBezTo>
                  <a:cubicBezTo>
                    <a:pt x="5112498" y="1309211"/>
                    <a:pt x="4702451" y="970863"/>
                    <a:pt x="4214310" y="1060468"/>
                  </a:cubicBezTo>
                  <a:cubicBezTo>
                    <a:pt x="3962398" y="1106679"/>
                    <a:pt x="3735731" y="1252788"/>
                    <a:pt x="3534933" y="1404992"/>
                  </a:cubicBezTo>
                  <a:cubicBezTo>
                    <a:pt x="3359218" y="1538288"/>
                    <a:pt x="3195529" y="1686700"/>
                    <a:pt x="3036824" y="1839770"/>
                  </a:cubicBezTo>
                  <a:cubicBezTo>
                    <a:pt x="2723126" y="2142092"/>
                    <a:pt x="2432642" y="2469496"/>
                    <a:pt x="2106917" y="2759167"/>
                  </a:cubicBezTo>
                  <a:cubicBezTo>
                    <a:pt x="1989547" y="2863562"/>
                    <a:pt x="1864323" y="2969744"/>
                    <a:pt x="1720516" y="3036054"/>
                  </a:cubicBezTo>
                  <a:cubicBezTo>
                    <a:pt x="1571536" y="3104747"/>
                    <a:pt x="1427513" y="3079691"/>
                    <a:pt x="1297954" y="2976164"/>
                  </a:cubicBezTo>
                  <a:cubicBezTo>
                    <a:pt x="1113760" y="2828972"/>
                    <a:pt x="1004869" y="2598269"/>
                    <a:pt x="866832" y="2411475"/>
                  </a:cubicBezTo>
                  <a:cubicBezTo>
                    <a:pt x="726385" y="2221457"/>
                    <a:pt x="559446" y="2053678"/>
                    <a:pt x="362575" y="1922142"/>
                  </a:cubicBezTo>
                  <a:cubicBezTo>
                    <a:pt x="256934" y="1851715"/>
                    <a:pt x="144901" y="1792123"/>
                    <a:pt x="29401" y="1739466"/>
                  </a:cubicBezTo>
                  <a:cubicBezTo>
                    <a:pt x="6973" y="1729254"/>
                    <a:pt x="-12666" y="1762490"/>
                    <a:pt x="9925" y="1772810"/>
                  </a:cubicBezTo>
                  <a:cubicBezTo>
                    <a:pt x="244068" y="1879588"/>
                    <a:pt x="460062" y="2018167"/>
                    <a:pt x="640464" y="2202930"/>
                  </a:cubicBezTo>
                  <a:cubicBezTo>
                    <a:pt x="822843" y="2389832"/>
                    <a:pt x="948555" y="2614819"/>
                    <a:pt x="1103819" y="2822308"/>
                  </a:cubicBezTo>
                  <a:cubicBezTo>
                    <a:pt x="1207916" y="2961429"/>
                    <a:pt x="1349230" y="3104531"/>
                    <a:pt x="1533722" y="3117235"/>
                  </a:cubicBezTo>
                  <a:cubicBezTo>
                    <a:pt x="1650631" y="3125361"/>
                    <a:pt x="1765291" y="3063385"/>
                    <a:pt x="1860043" y="3001789"/>
                  </a:cubicBezTo>
                  <a:cubicBezTo>
                    <a:pt x="2005502" y="2907254"/>
                    <a:pt x="2135413" y="2788909"/>
                    <a:pt x="2260800" y="2669752"/>
                  </a:cubicBezTo>
                  <a:cubicBezTo>
                    <a:pt x="2420913" y="2517603"/>
                    <a:pt x="2574308" y="2358519"/>
                    <a:pt x="2729085" y="2200979"/>
                  </a:cubicBezTo>
                  <a:cubicBezTo>
                    <a:pt x="3052535" y="1871760"/>
                    <a:pt x="3382485" y="1527670"/>
                    <a:pt x="3777960" y="1284074"/>
                  </a:cubicBezTo>
                  <a:cubicBezTo>
                    <a:pt x="4017981" y="1136258"/>
                    <a:pt x="4282191" y="1045326"/>
                    <a:pt x="4564738" y="1105866"/>
                  </a:cubicBezTo>
                  <a:cubicBezTo>
                    <a:pt x="4813942" y="1159282"/>
                    <a:pt x="5028663" y="1309021"/>
                    <a:pt x="5218491" y="1473035"/>
                  </a:cubicBezTo>
                  <a:cubicBezTo>
                    <a:pt x="5568351" y="1775329"/>
                    <a:pt x="5865146" y="2135834"/>
                    <a:pt x="6244342" y="2404432"/>
                  </a:cubicBezTo>
                  <a:cubicBezTo>
                    <a:pt x="6423281" y="2531173"/>
                    <a:pt x="6618634" y="2635081"/>
                    <a:pt x="6828561" y="2699982"/>
                  </a:cubicBezTo>
                  <a:cubicBezTo>
                    <a:pt x="7070911" y="2774878"/>
                    <a:pt x="7320737" y="2788503"/>
                    <a:pt x="7572622" y="2772630"/>
                  </a:cubicBezTo>
                  <a:cubicBezTo>
                    <a:pt x="8086848" y="2740125"/>
                    <a:pt x="8577128" y="2588924"/>
                    <a:pt x="9021983" y="2329590"/>
                  </a:cubicBezTo>
                  <a:cubicBezTo>
                    <a:pt x="9517247" y="2040893"/>
                    <a:pt x="9973696" y="1682203"/>
                    <a:pt x="10423047" y="1327982"/>
                  </a:cubicBezTo>
                  <a:cubicBezTo>
                    <a:pt x="10881582" y="966448"/>
                    <a:pt x="11334752" y="597031"/>
                    <a:pt x="11817664" y="267974"/>
                  </a:cubicBezTo>
                  <a:cubicBezTo>
                    <a:pt x="11935142" y="187939"/>
                    <a:pt x="12054326" y="110489"/>
                    <a:pt x="12175217" y="35619"/>
                  </a:cubicBezTo>
                  <a:cubicBezTo>
                    <a:pt x="12196291" y="22563"/>
                    <a:pt x="12176951" y="-10835"/>
                    <a:pt x="12155741" y="2275"/>
                  </a:cubicBezTo>
                  <a:close/>
                </a:path>
              </a:pathLst>
            </a:custGeom>
            <a:grpFill/>
            <a:ln w="2709" cap="flat">
              <a:noFill/>
              <a:prstDash val="solid"/>
              <a:miter/>
            </a:ln>
          </p:spPr>
          <p:txBody>
            <a:bodyPr rtlCol="0" anchor="ctr"/>
            <a:lstStyle/>
            <a:p>
              <a:endParaRPr lang="en-IN"/>
            </a:p>
          </p:txBody>
        </p:sp>
        <p:sp>
          <p:nvSpPr>
            <p:cNvPr id="2027" name="Freeform: Shape 2026"/>
            <p:cNvSpPr/>
            <p:nvPr/>
          </p:nvSpPr>
          <p:spPr>
            <a:xfrm>
              <a:off x="5455" y="1824775"/>
              <a:ext cx="12183121" cy="3368673"/>
            </a:xfrm>
            <a:custGeom>
              <a:avLst/>
              <a:gdLst>
                <a:gd name="connsiteX0" fmla="*/ 12153088 w 12183121"/>
                <a:gd name="connsiteY0" fmla="*/ 2699 h 3368673"/>
                <a:gd name="connsiteX1" fmla="*/ 10431553 w 12183121"/>
                <a:gd name="connsiteY1" fmla="*/ 1423645 h 3368673"/>
                <a:gd name="connsiteX2" fmla="*/ 9576894 w 12183121"/>
                <a:gd name="connsiteY2" fmla="*/ 2168817 h 3368673"/>
                <a:gd name="connsiteX3" fmla="*/ 8847379 w 12183121"/>
                <a:gd name="connsiteY3" fmla="*/ 2700893 h 3368673"/>
                <a:gd name="connsiteX4" fmla="*/ 8053369 w 12183121"/>
                <a:gd name="connsiteY4" fmla="*/ 3024478 h 3368673"/>
                <a:gd name="connsiteX5" fmla="*/ 7097322 w 12183121"/>
                <a:gd name="connsiteY5" fmla="*/ 3074752 h 3368673"/>
                <a:gd name="connsiteX6" fmla="*/ 5898844 w 12183121"/>
                <a:gd name="connsiteY6" fmla="*/ 2406752 h 3368673"/>
                <a:gd name="connsiteX7" fmla="*/ 4998326 w 12183121"/>
                <a:gd name="connsiteY7" fmla="*/ 1477657 h 3368673"/>
                <a:gd name="connsiteX8" fmla="*/ 4026758 w 12183121"/>
                <a:gd name="connsiteY8" fmla="*/ 1163634 h 3368673"/>
                <a:gd name="connsiteX9" fmla="*/ 3511016 w 12183121"/>
                <a:gd name="connsiteY9" fmla="*/ 1423429 h 3368673"/>
                <a:gd name="connsiteX10" fmla="*/ 2989531 w 12183121"/>
                <a:gd name="connsiteY10" fmla="*/ 1878902 h 3368673"/>
                <a:gd name="connsiteX11" fmla="*/ 2016175 w 12183121"/>
                <a:gd name="connsiteY11" fmla="*/ 2917185 h 3368673"/>
                <a:gd name="connsiteX12" fmla="*/ 1615473 w 12183121"/>
                <a:gd name="connsiteY12" fmla="*/ 3255885 h 3368673"/>
                <a:gd name="connsiteX13" fmla="*/ 1240151 w 12183121"/>
                <a:gd name="connsiteY13" fmla="*/ 3277907 h 3368673"/>
                <a:gd name="connsiteX14" fmla="*/ 868052 w 12183121"/>
                <a:gd name="connsiteY14" fmla="*/ 2834488 h 3368673"/>
                <a:gd name="connsiteX15" fmla="*/ 396435 w 12183121"/>
                <a:gd name="connsiteY15" fmla="*/ 2231253 h 3368673"/>
                <a:gd name="connsiteX16" fmla="*/ 30404 w 12183121"/>
                <a:gd name="connsiteY16" fmla="*/ 1971947 h 3368673"/>
                <a:gd name="connsiteX17" fmla="*/ 9899 w 12183121"/>
                <a:gd name="connsiteY17" fmla="*/ 2007160 h 3368673"/>
                <a:gd name="connsiteX18" fmla="*/ 670830 w 12183121"/>
                <a:gd name="connsiteY18" fmla="*/ 2607578 h 3368673"/>
                <a:gd name="connsiteX19" fmla="*/ 1039732 w 12183121"/>
                <a:gd name="connsiteY19" fmla="*/ 3157206 h 3368673"/>
                <a:gd name="connsiteX20" fmla="*/ 1433608 w 12183121"/>
                <a:gd name="connsiteY20" fmla="*/ 3366781 h 3368673"/>
                <a:gd name="connsiteX21" fmla="*/ 1775938 w 12183121"/>
                <a:gd name="connsiteY21" fmla="*/ 3192203 h 3368673"/>
                <a:gd name="connsiteX22" fmla="*/ 2208116 w 12183121"/>
                <a:gd name="connsiteY22" fmla="*/ 2776521 h 3368673"/>
                <a:gd name="connsiteX23" fmla="*/ 2694333 w 12183121"/>
                <a:gd name="connsiteY23" fmla="*/ 2246206 h 3368673"/>
                <a:gd name="connsiteX24" fmla="*/ 3752093 w 12183121"/>
                <a:gd name="connsiteY24" fmla="*/ 1317842 h 3368673"/>
                <a:gd name="connsiteX25" fmla="*/ 4279131 w 12183121"/>
                <a:gd name="connsiteY25" fmla="*/ 1182649 h 3368673"/>
                <a:gd name="connsiteX26" fmla="*/ 4790837 w 12183121"/>
                <a:gd name="connsiteY26" fmla="*/ 1370365 h 3368673"/>
                <a:gd name="connsiteX27" fmla="*/ 5697640 w 12183121"/>
                <a:gd name="connsiteY27" fmla="*/ 2259858 h 3368673"/>
                <a:gd name="connsiteX28" fmla="*/ 6792617 w 12183121"/>
                <a:gd name="connsiteY28" fmla="*/ 3043385 h 3368673"/>
                <a:gd name="connsiteX29" fmla="*/ 7601498 w 12183121"/>
                <a:gd name="connsiteY29" fmla="*/ 3127600 h 3368673"/>
                <a:gd name="connsiteX30" fmla="*/ 8493700 w 12183121"/>
                <a:gd name="connsiteY30" fmla="*/ 2927479 h 3368673"/>
                <a:gd name="connsiteX31" fmla="*/ 9191876 w 12183121"/>
                <a:gd name="connsiteY31" fmla="*/ 2518270 h 3368673"/>
                <a:gd name="connsiteX32" fmla="*/ 10003249 w 12183121"/>
                <a:gd name="connsiteY32" fmla="*/ 1861593 h 3368673"/>
                <a:gd name="connsiteX33" fmla="*/ 11714815 w 12183121"/>
                <a:gd name="connsiteY33" fmla="*/ 368080 h 3368673"/>
                <a:gd name="connsiteX34" fmla="*/ 12173782 w 12183121"/>
                <a:gd name="connsiteY34" fmla="*/ 37912 h 3368673"/>
                <a:gd name="connsiteX35" fmla="*/ 12153278 w 12183121"/>
                <a:gd name="connsiteY35" fmla="*/ 2699 h 3368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2183121" h="3368673">
                  <a:moveTo>
                    <a:pt x="12153088" y="2699"/>
                  </a:moveTo>
                  <a:cubicBezTo>
                    <a:pt x="11532544" y="417595"/>
                    <a:pt x="10982916" y="923180"/>
                    <a:pt x="10431553" y="1423645"/>
                  </a:cubicBezTo>
                  <a:cubicBezTo>
                    <a:pt x="10151714" y="1677724"/>
                    <a:pt x="9870250" y="1930313"/>
                    <a:pt x="9576894" y="2168817"/>
                  </a:cubicBezTo>
                  <a:cubicBezTo>
                    <a:pt x="9343944" y="2358429"/>
                    <a:pt x="9104844" y="2545331"/>
                    <a:pt x="8847379" y="2700893"/>
                  </a:cubicBezTo>
                  <a:cubicBezTo>
                    <a:pt x="8600885" y="2849873"/>
                    <a:pt x="8334941" y="2961879"/>
                    <a:pt x="8053369" y="3024478"/>
                  </a:cubicBezTo>
                  <a:cubicBezTo>
                    <a:pt x="7746145" y="3092766"/>
                    <a:pt x="7409991" y="3121397"/>
                    <a:pt x="7097322" y="3074752"/>
                  </a:cubicBezTo>
                  <a:cubicBezTo>
                    <a:pt x="6626003" y="3004325"/>
                    <a:pt x="6233400" y="2732667"/>
                    <a:pt x="5898844" y="2406752"/>
                  </a:cubicBezTo>
                  <a:cubicBezTo>
                    <a:pt x="5590049" y="2106083"/>
                    <a:pt x="5327302" y="1757361"/>
                    <a:pt x="4998326" y="1477657"/>
                  </a:cubicBezTo>
                  <a:cubicBezTo>
                    <a:pt x="4729566" y="1249040"/>
                    <a:pt x="4387453" y="1075763"/>
                    <a:pt x="4026758" y="1163634"/>
                  </a:cubicBezTo>
                  <a:cubicBezTo>
                    <a:pt x="3838610" y="1209466"/>
                    <a:pt x="3666497" y="1311016"/>
                    <a:pt x="3511016" y="1423429"/>
                  </a:cubicBezTo>
                  <a:cubicBezTo>
                    <a:pt x="3323707" y="1558865"/>
                    <a:pt x="3152976" y="1715971"/>
                    <a:pt x="2989531" y="1878902"/>
                  </a:cubicBezTo>
                  <a:cubicBezTo>
                    <a:pt x="2653296" y="2213945"/>
                    <a:pt x="2350785" y="2580734"/>
                    <a:pt x="2016175" y="2917185"/>
                  </a:cubicBezTo>
                  <a:cubicBezTo>
                    <a:pt x="1893687" y="3040243"/>
                    <a:pt x="1765265" y="3166118"/>
                    <a:pt x="1615473" y="3255885"/>
                  </a:cubicBezTo>
                  <a:cubicBezTo>
                    <a:pt x="1491684" y="3330105"/>
                    <a:pt x="1371687" y="3350366"/>
                    <a:pt x="1240151" y="3277907"/>
                  </a:cubicBezTo>
                  <a:cubicBezTo>
                    <a:pt x="1069717" y="3184104"/>
                    <a:pt x="967707" y="2993490"/>
                    <a:pt x="868052" y="2834488"/>
                  </a:cubicBezTo>
                  <a:cubicBezTo>
                    <a:pt x="731830" y="2617058"/>
                    <a:pt x="587428" y="2404964"/>
                    <a:pt x="396435" y="2231253"/>
                  </a:cubicBezTo>
                  <a:cubicBezTo>
                    <a:pt x="285377" y="2130164"/>
                    <a:pt x="162103" y="2044026"/>
                    <a:pt x="30404" y="1971947"/>
                  </a:cubicBezTo>
                  <a:cubicBezTo>
                    <a:pt x="7461" y="1959405"/>
                    <a:pt x="-12935" y="1994483"/>
                    <a:pt x="9899" y="2007160"/>
                  </a:cubicBezTo>
                  <a:cubicBezTo>
                    <a:pt x="277088" y="2153432"/>
                    <a:pt x="495196" y="2359945"/>
                    <a:pt x="670830" y="2607578"/>
                  </a:cubicBezTo>
                  <a:cubicBezTo>
                    <a:pt x="798140" y="2787166"/>
                    <a:pt x="898363" y="2987910"/>
                    <a:pt x="1039732" y="3157206"/>
                  </a:cubicBezTo>
                  <a:cubicBezTo>
                    <a:pt x="1134402" y="3270512"/>
                    <a:pt x="1276719" y="3380568"/>
                    <a:pt x="1433608" y="3366781"/>
                  </a:cubicBezTo>
                  <a:cubicBezTo>
                    <a:pt x="1562057" y="3355512"/>
                    <a:pt x="1678532" y="3269700"/>
                    <a:pt x="1775938" y="3192203"/>
                  </a:cubicBezTo>
                  <a:cubicBezTo>
                    <a:pt x="1932340" y="3067791"/>
                    <a:pt x="2071650" y="2922007"/>
                    <a:pt x="2208116" y="2776521"/>
                  </a:cubicBezTo>
                  <a:cubicBezTo>
                    <a:pt x="2372184" y="2601591"/>
                    <a:pt x="2531511" y="2422300"/>
                    <a:pt x="2694333" y="2246206"/>
                  </a:cubicBezTo>
                  <a:cubicBezTo>
                    <a:pt x="3008709" y="1906151"/>
                    <a:pt x="3341124" y="1542531"/>
                    <a:pt x="3752093" y="1317842"/>
                  </a:cubicBezTo>
                  <a:cubicBezTo>
                    <a:pt x="3914996" y="1228779"/>
                    <a:pt x="4091714" y="1170135"/>
                    <a:pt x="4279131" y="1182649"/>
                  </a:cubicBezTo>
                  <a:cubicBezTo>
                    <a:pt x="4464381" y="1195028"/>
                    <a:pt x="4637496" y="1268516"/>
                    <a:pt x="4790837" y="1370365"/>
                  </a:cubicBezTo>
                  <a:cubicBezTo>
                    <a:pt x="5143785" y="1604778"/>
                    <a:pt x="5409105" y="1955315"/>
                    <a:pt x="5697640" y="2259858"/>
                  </a:cubicBezTo>
                  <a:cubicBezTo>
                    <a:pt x="6008222" y="2587614"/>
                    <a:pt x="6357053" y="2897547"/>
                    <a:pt x="6792617" y="3043385"/>
                  </a:cubicBezTo>
                  <a:cubicBezTo>
                    <a:pt x="7054850" y="3131202"/>
                    <a:pt x="7327185" y="3144638"/>
                    <a:pt x="7601498" y="3127600"/>
                  </a:cubicBezTo>
                  <a:cubicBezTo>
                    <a:pt x="7907747" y="3108639"/>
                    <a:pt x="8210151" y="3046067"/>
                    <a:pt x="8493700" y="2927479"/>
                  </a:cubicBezTo>
                  <a:cubicBezTo>
                    <a:pt x="8743905" y="2822867"/>
                    <a:pt x="8973497" y="2677950"/>
                    <a:pt x="9191876" y="2518270"/>
                  </a:cubicBezTo>
                  <a:cubicBezTo>
                    <a:pt x="9472825" y="2312840"/>
                    <a:pt x="9741288" y="2090562"/>
                    <a:pt x="10003249" y="1861593"/>
                  </a:cubicBezTo>
                  <a:cubicBezTo>
                    <a:pt x="10573274" y="1363186"/>
                    <a:pt x="11114316" y="830704"/>
                    <a:pt x="11714815" y="368080"/>
                  </a:cubicBezTo>
                  <a:cubicBezTo>
                    <a:pt x="11864147" y="253013"/>
                    <a:pt x="12017136" y="142957"/>
                    <a:pt x="12173782" y="37912"/>
                  </a:cubicBezTo>
                  <a:cubicBezTo>
                    <a:pt x="12195452" y="23448"/>
                    <a:pt x="12175110" y="-11766"/>
                    <a:pt x="12153278" y="2699"/>
                  </a:cubicBezTo>
                  <a:close/>
                </a:path>
              </a:pathLst>
            </a:custGeom>
            <a:grpFill/>
            <a:ln w="2709" cap="flat">
              <a:noFill/>
              <a:prstDash val="solid"/>
              <a:miter/>
            </a:ln>
          </p:spPr>
          <p:txBody>
            <a:bodyPr rtlCol="0" anchor="ctr"/>
            <a:lstStyle/>
            <a:p>
              <a:endParaRPr lang="en-IN"/>
            </a:p>
          </p:txBody>
        </p:sp>
      </p:grpSp>
      <p:pic>
        <p:nvPicPr>
          <p:cNvPr id="13" name="Graphic 12"/>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1829"/>
            <a:ext cx="12192000" cy="6854342"/>
          </a:xfrm>
          <a:prstGeom prst="rect">
            <a:avLst/>
          </a:prstGeom>
        </p:spPr>
      </p:pic>
      <p:pic>
        <p:nvPicPr>
          <p:cNvPr id="15" name="Graphic 1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1829"/>
            <a:ext cx="12192000" cy="6854342"/>
          </a:xfrm>
          <a:prstGeom prst="rect">
            <a:avLst/>
          </a:prstGeom>
        </p:spPr>
      </p:pic>
      <p:pic>
        <p:nvPicPr>
          <p:cNvPr id="17" name="Graphic 16"/>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a:off x="0" y="16434"/>
            <a:ext cx="12192000" cy="6854342"/>
          </a:xfrm>
          <a:prstGeom prst="rect">
            <a:avLst/>
          </a:prstGeom>
        </p:spPr>
      </p:pic>
      <p:pic>
        <p:nvPicPr>
          <p:cNvPr id="1026" name="Picture 2"/>
          <p:cNvPicPr>
            <a:picLocks noChangeAspect="1" noChangeArrowheads="1"/>
          </p:cNvPicPr>
          <p:nvPr/>
        </p:nvPicPr>
        <p:blipFill>
          <a:blip r:embed="rId4"/>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sp>
        <p:nvSpPr>
          <p:cNvPr id="2009" name="TextBox 2008"/>
          <p:cNvSpPr txBox="1"/>
          <p:nvPr/>
        </p:nvSpPr>
        <p:spPr>
          <a:xfrm>
            <a:off x="822276" y="2551837"/>
            <a:ext cx="4603259" cy="1198880"/>
          </a:xfrm>
          <a:prstGeom prst="rect">
            <a:avLst/>
          </a:prstGeom>
          <a:noFill/>
        </p:spPr>
        <p:txBody>
          <a:bodyPr wrap="square">
            <a:spAutoFit/>
          </a:bodyPr>
          <a:lstStyle/>
          <a:p>
            <a:r>
              <a:rPr lang="en-IN" sz="3600" b="1" dirty="0">
                <a:solidFill>
                  <a:schemeClr val="accent2"/>
                </a:solidFill>
                <a:latin typeface="Montserrat" panose="00000500000000000000" pitchFamily="2" charset="0"/>
              </a:rPr>
              <a:t>IPL Data Analysis Report</a:t>
            </a:r>
            <a:endParaRPr lang="en-IN" sz="3600" b="1" dirty="0">
              <a:solidFill>
                <a:schemeClr val="accent2"/>
              </a:solidFill>
              <a:latin typeface="Montserrat" panose="00000500000000000000" pitchFamily="2" charset="0"/>
            </a:endParaRPr>
          </a:p>
        </p:txBody>
      </p:sp>
      <p:sp>
        <p:nvSpPr>
          <p:cNvPr id="2028" name="Freeform: Shape 2027"/>
          <p:cNvSpPr/>
          <p:nvPr/>
        </p:nvSpPr>
        <p:spPr>
          <a:xfrm>
            <a:off x="-4795" y="4540523"/>
            <a:ext cx="12201591" cy="2317477"/>
          </a:xfrm>
          <a:custGeom>
            <a:avLst/>
            <a:gdLst>
              <a:gd name="connsiteX0" fmla="*/ 273448 w 12201591"/>
              <a:gd name="connsiteY0" fmla="*/ 618 h 2317477"/>
              <a:gd name="connsiteX1" fmla="*/ 294238 w 12201591"/>
              <a:gd name="connsiteY1" fmla="*/ 1741 h 2317477"/>
              <a:gd name="connsiteX2" fmla="*/ 322763 w 12201591"/>
              <a:gd name="connsiteY2" fmla="*/ 17744 h 2317477"/>
              <a:gd name="connsiteX3" fmla="*/ 322763 w 12201591"/>
              <a:gd name="connsiteY3" fmla="*/ 60949 h 2317477"/>
              <a:gd name="connsiteX4" fmla="*/ 289724 w 12201591"/>
              <a:gd name="connsiteY4" fmla="*/ 155829 h 2317477"/>
              <a:gd name="connsiteX5" fmla="*/ 318527 w 12201591"/>
              <a:gd name="connsiteY5" fmla="*/ 123637 h 2317477"/>
              <a:gd name="connsiteX6" fmla="*/ 360885 w 12201591"/>
              <a:gd name="connsiteY6" fmla="*/ 88905 h 2317477"/>
              <a:gd name="connsiteX7" fmla="*/ 360885 w 12201591"/>
              <a:gd name="connsiteY7" fmla="*/ 141427 h 2317477"/>
              <a:gd name="connsiteX8" fmla="*/ 313445 w 12201591"/>
              <a:gd name="connsiteY8" fmla="*/ 251557 h 2317477"/>
              <a:gd name="connsiteX9" fmla="*/ 313445 w 12201591"/>
              <a:gd name="connsiteY9" fmla="*/ 278665 h 2317477"/>
              <a:gd name="connsiteX10" fmla="*/ 341400 w 12201591"/>
              <a:gd name="connsiteY10" fmla="*/ 267653 h 2317477"/>
              <a:gd name="connsiteX11" fmla="*/ 380369 w 12201591"/>
              <a:gd name="connsiteY11" fmla="*/ 215129 h 2317477"/>
              <a:gd name="connsiteX12" fmla="*/ 381394 w 12201591"/>
              <a:gd name="connsiteY12" fmla="*/ 213350 h 2317477"/>
              <a:gd name="connsiteX13" fmla="*/ 408325 w 12201591"/>
              <a:gd name="connsiteY13" fmla="*/ 207505 h 2317477"/>
              <a:gd name="connsiteX14" fmla="*/ 408325 w 12201591"/>
              <a:gd name="connsiteY14" fmla="*/ 234614 h 2317477"/>
              <a:gd name="connsiteX15" fmla="*/ 381216 w 12201591"/>
              <a:gd name="connsiteY15" fmla="*/ 282901 h 2317477"/>
              <a:gd name="connsiteX16" fmla="*/ 333776 w 12201591"/>
              <a:gd name="connsiteY16" fmla="*/ 452331 h 2317477"/>
              <a:gd name="connsiteX17" fmla="*/ 310056 w 12201591"/>
              <a:gd name="connsiteY17" fmla="*/ 515020 h 2317477"/>
              <a:gd name="connsiteX18" fmla="*/ 140626 w 12201591"/>
              <a:gd name="connsiteY18" fmla="*/ 864044 h 2317477"/>
              <a:gd name="connsiteX19" fmla="*/ 146557 w 12201591"/>
              <a:gd name="connsiteY19" fmla="*/ 894541 h 2317477"/>
              <a:gd name="connsiteX20" fmla="*/ 231271 w 12201591"/>
              <a:gd name="connsiteY20" fmla="*/ 1063971 h 2317477"/>
              <a:gd name="connsiteX21" fmla="*/ 241437 w 12201591"/>
              <a:gd name="connsiteY21" fmla="*/ 1000435 h 2317477"/>
              <a:gd name="connsiteX22" fmla="*/ 428657 w 12201591"/>
              <a:gd name="connsiteY22" fmla="*/ 788648 h 2317477"/>
              <a:gd name="connsiteX23" fmla="*/ 500016 w 12201591"/>
              <a:gd name="connsiteY23" fmla="*/ 780430 h 2317477"/>
              <a:gd name="connsiteX24" fmla="*/ 715840 w 12201591"/>
              <a:gd name="connsiteY24" fmla="*/ 1016531 h 2317477"/>
              <a:gd name="connsiteX25" fmla="*/ 715840 w 12201591"/>
              <a:gd name="connsiteY25" fmla="*/ 1191890 h 2317477"/>
              <a:gd name="connsiteX26" fmla="*/ 704827 w 12201591"/>
              <a:gd name="connsiteY26" fmla="*/ 1226624 h 2317477"/>
              <a:gd name="connsiteX27" fmla="*/ 644679 w 12201591"/>
              <a:gd name="connsiteY27" fmla="*/ 1415537 h 2317477"/>
              <a:gd name="connsiteX28" fmla="*/ 662469 w 12201591"/>
              <a:gd name="connsiteY28" fmla="*/ 1456200 h 2317477"/>
              <a:gd name="connsiteX29" fmla="*/ 831899 w 12201591"/>
              <a:gd name="connsiteY29" fmla="*/ 1568024 h 2317477"/>
              <a:gd name="connsiteX30" fmla="*/ 864090 w 12201591"/>
              <a:gd name="connsiteY30" fmla="*/ 1560399 h 2317477"/>
              <a:gd name="connsiteX31" fmla="*/ 1028437 w 12201591"/>
              <a:gd name="connsiteY31" fmla="*/ 1353696 h 2317477"/>
              <a:gd name="connsiteX32" fmla="*/ 1028437 w 12201591"/>
              <a:gd name="connsiteY32" fmla="*/ 1279146 h 2317477"/>
              <a:gd name="connsiteX33" fmla="*/ 1028361 w 12201591"/>
              <a:gd name="connsiteY33" fmla="*/ 1271098 h 2317477"/>
              <a:gd name="connsiteX34" fmla="*/ 981844 w 12201591"/>
              <a:gd name="connsiteY34" fmla="*/ 1233400 h 2317477"/>
              <a:gd name="connsiteX35" fmla="*/ 920849 w 12201591"/>
              <a:gd name="connsiteY35" fmla="*/ 1088538 h 2317477"/>
              <a:gd name="connsiteX36" fmla="*/ 964054 w 12201591"/>
              <a:gd name="connsiteY36" fmla="*/ 1077525 h 2317477"/>
              <a:gd name="connsiteX37" fmla="*/ 1009800 w 12201591"/>
              <a:gd name="connsiteY37" fmla="*/ 1026697 h 2317477"/>
              <a:gd name="connsiteX38" fmla="*/ 1003870 w 12201591"/>
              <a:gd name="connsiteY38" fmla="*/ 785260 h 2317477"/>
              <a:gd name="connsiteX39" fmla="*/ 986080 w 12201591"/>
              <a:gd name="connsiteY39" fmla="*/ 734430 h 2317477"/>
              <a:gd name="connsiteX40" fmla="*/ 937792 w 12201591"/>
              <a:gd name="connsiteY40" fmla="*/ 655646 h 2317477"/>
              <a:gd name="connsiteX41" fmla="*/ 892046 w 12201591"/>
              <a:gd name="connsiteY41" fmla="*/ 506548 h 2317477"/>
              <a:gd name="connsiteX42" fmla="*/ 819192 w 12201591"/>
              <a:gd name="connsiteY42" fmla="*/ 371004 h 2317477"/>
              <a:gd name="connsiteX43" fmla="*/ 798860 w 12201591"/>
              <a:gd name="connsiteY43" fmla="*/ 301538 h 2317477"/>
              <a:gd name="connsiteX44" fmla="*/ 819192 w 12201591"/>
              <a:gd name="connsiteY44" fmla="*/ 272735 h 2317477"/>
              <a:gd name="connsiteX45" fmla="*/ 856466 w 12201591"/>
              <a:gd name="connsiteY45" fmla="*/ 282054 h 2317477"/>
              <a:gd name="connsiteX46" fmla="*/ 907295 w 12201591"/>
              <a:gd name="connsiteY46" fmla="*/ 359991 h 2317477"/>
              <a:gd name="connsiteX47" fmla="*/ 975914 w 12201591"/>
              <a:gd name="connsiteY47" fmla="*/ 352367 h 2317477"/>
              <a:gd name="connsiteX48" fmla="*/ 980997 w 12201591"/>
              <a:gd name="connsiteY48" fmla="*/ 273583 h 2317477"/>
              <a:gd name="connsiteX49" fmla="*/ 1014883 w 12201591"/>
              <a:gd name="connsiteY49" fmla="*/ 245627 h 2317477"/>
              <a:gd name="connsiteX50" fmla="*/ 1061476 w 12201591"/>
              <a:gd name="connsiteY50" fmla="*/ 212588 h 2317477"/>
              <a:gd name="connsiteX51" fmla="*/ 1119929 w 12201591"/>
              <a:gd name="connsiteY51" fmla="*/ 87210 h 2317477"/>
              <a:gd name="connsiteX52" fmla="*/ 1152121 w 12201591"/>
              <a:gd name="connsiteY52" fmla="*/ 75350 h 2317477"/>
              <a:gd name="connsiteX53" fmla="*/ 1152121 w 12201591"/>
              <a:gd name="connsiteY53" fmla="*/ 104153 h 2317477"/>
              <a:gd name="connsiteX54" fmla="*/ 1160592 w 12201591"/>
              <a:gd name="connsiteY54" fmla="*/ 210047 h 2317477"/>
              <a:gd name="connsiteX55" fmla="*/ 1153815 w 12201591"/>
              <a:gd name="connsiteY55" fmla="*/ 336271 h 2317477"/>
              <a:gd name="connsiteX56" fmla="*/ 1107222 w 12201591"/>
              <a:gd name="connsiteY56" fmla="*/ 458261 h 2317477"/>
              <a:gd name="connsiteX57" fmla="*/ 1115693 w 12201591"/>
              <a:gd name="connsiteY57" fmla="*/ 542976 h 2317477"/>
              <a:gd name="connsiteX58" fmla="*/ 1207185 w 12201591"/>
              <a:gd name="connsiteY58" fmla="*/ 820840 h 2317477"/>
              <a:gd name="connsiteX59" fmla="*/ 1243612 w 12201591"/>
              <a:gd name="connsiteY59" fmla="*/ 980951 h 2317477"/>
              <a:gd name="connsiteX60" fmla="*/ 1262250 w 12201591"/>
              <a:gd name="connsiteY60" fmla="*/ 1004671 h 2317477"/>
              <a:gd name="connsiteX61" fmla="*/ 1341882 w 12201591"/>
              <a:gd name="connsiteY61" fmla="*/ 867433 h 2317477"/>
              <a:gd name="connsiteX62" fmla="*/ 1363907 w 12201591"/>
              <a:gd name="connsiteY62" fmla="*/ 856420 h 2317477"/>
              <a:gd name="connsiteX63" fmla="*/ 1421513 w 12201591"/>
              <a:gd name="connsiteY63" fmla="*/ 847949 h 2317477"/>
              <a:gd name="connsiteX64" fmla="*/ 1469801 w 12201591"/>
              <a:gd name="connsiteY64" fmla="*/ 866586 h 2317477"/>
              <a:gd name="connsiteX65" fmla="*/ 1594331 w 12201591"/>
              <a:gd name="connsiteY65" fmla="*/ 1021613 h 2317477"/>
              <a:gd name="connsiteX66" fmla="*/ 1612969 w 12201591"/>
              <a:gd name="connsiteY66" fmla="*/ 1130895 h 2317477"/>
              <a:gd name="connsiteX67" fmla="*/ 1629064 w 12201591"/>
              <a:gd name="connsiteY67" fmla="*/ 1187655 h 2317477"/>
              <a:gd name="connsiteX68" fmla="*/ 1680740 w 12201591"/>
              <a:gd name="connsiteY68" fmla="*/ 1187655 h 2317477"/>
              <a:gd name="connsiteX69" fmla="*/ 1760372 w 12201591"/>
              <a:gd name="connsiteY69" fmla="*/ 1079219 h 2317477"/>
              <a:gd name="connsiteX70" fmla="*/ 1845087 w 12201591"/>
              <a:gd name="connsiteY70" fmla="*/ 1052111 h 2317477"/>
              <a:gd name="connsiteX71" fmla="*/ 1909470 w 12201591"/>
              <a:gd name="connsiteY71" fmla="*/ 987728 h 2317477"/>
              <a:gd name="connsiteX72" fmla="*/ 1967923 w 12201591"/>
              <a:gd name="connsiteY72" fmla="*/ 658188 h 2317477"/>
              <a:gd name="connsiteX73" fmla="*/ 2184793 w 12201591"/>
              <a:gd name="connsiteY73" fmla="*/ 488758 h 2317477"/>
              <a:gd name="connsiteX74" fmla="*/ 2239011 w 12201591"/>
              <a:gd name="connsiteY74" fmla="*/ 512478 h 2317477"/>
              <a:gd name="connsiteX75" fmla="*/ 2336433 w 12201591"/>
              <a:gd name="connsiteY75" fmla="*/ 631926 h 2317477"/>
              <a:gd name="connsiteX76" fmla="*/ 2351681 w 12201591"/>
              <a:gd name="connsiteY76" fmla="*/ 592110 h 2317477"/>
              <a:gd name="connsiteX77" fmla="*/ 2373707 w 12201591"/>
              <a:gd name="connsiteY77" fmla="*/ 602276 h 2317477"/>
              <a:gd name="connsiteX78" fmla="*/ 2406746 w 12201591"/>
              <a:gd name="connsiteY78" fmla="*/ 649716 h 2317477"/>
              <a:gd name="connsiteX79" fmla="*/ 2394039 w 12201591"/>
              <a:gd name="connsiteY79" fmla="*/ 570931 h 2317477"/>
              <a:gd name="connsiteX80" fmla="*/ 2406746 w 12201591"/>
              <a:gd name="connsiteY80" fmla="*/ 533657 h 2317477"/>
              <a:gd name="connsiteX81" fmla="*/ 2436396 w 12201591"/>
              <a:gd name="connsiteY81" fmla="*/ 560766 h 2317477"/>
              <a:gd name="connsiteX82" fmla="*/ 2448256 w 12201591"/>
              <a:gd name="connsiteY82" fmla="*/ 599734 h 2317477"/>
              <a:gd name="connsiteX83" fmla="*/ 2460963 w 12201591"/>
              <a:gd name="connsiteY83" fmla="*/ 637009 h 2317477"/>
              <a:gd name="connsiteX84" fmla="*/ 2453339 w 12201591"/>
              <a:gd name="connsiteY84" fmla="*/ 599734 h 2317477"/>
              <a:gd name="connsiteX85" fmla="*/ 2479600 w 12201591"/>
              <a:gd name="connsiteY85" fmla="*/ 542976 h 2317477"/>
              <a:gd name="connsiteX86" fmla="*/ 2510098 w 12201591"/>
              <a:gd name="connsiteY86" fmla="*/ 602276 h 2317477"/>
              <a:gd name="connsiteX87" fmla="*/ 2550761 w 12201591"/>
              <a:gd name="connsiteY87" fmla="*/ 771705 h 2317477"/>
              <a:gd name="connsiteX88" fmla="*/ 2585494 w 12201591"/>
              <a:gd name="connsiteY88" fmla="*/ 821687 h 2317477"/>
              <a:gd name="connsiteX89" fmla="*/ 2599048 w 12201591"/>
              <a:gd name="connsiteY89" fmla="*/ 821687 h 2317477"/>
              <a:gd name="connsiteX90" fmla="*/ 2599048 w 12201591"/>
              <a:gd name="connsiteY90" fmla="*/ 709016 h 2317477"/>
              <a:gd name="connsiteX91" fmla="*/ 2598226 w 12201591"/>
              <a:gd name="connsiteY91" fmla="*/ 700460 h 2317477"/>
              <a:gd name="connsiteX92" fmla="*/ 2627004 w 12201591"/>
              <a:gd name="connsiteY92" fmla="*/ 675130 h 2317477"/>
              <a:gd name="connsiteX93" fmla="*/ 2649030 w 12201591"/>
              <a:gd name="connsiteY93" fmla="*/ 703933 h 2317477"/>
              <a:gd name="connsiteX94" fmla="*/ 2634628 w 12201591"/>
              <a:gd name="connsiteY94" fmla="*/ 998741 h 2317477"/>
              <a:gd name="connsiteX95" fmla="*/ 2554997 w 12201591"/>
              <a:gd name="connsiteY95" fmla="*/ 1154616 h 2317477"/>
              <a:gd name="connsiteX96" fmla="*/ 2562621 w 12201591"/>
              <a:gd name="connsiteY96" fmla="*/ 1202903 h 2317477"/>
              <a:gd name="connsiteX97" fmla="*/ 2657501 w 12201591"/>
              <a:gd name="connsiteY97" fmla="*/ 1264745 h 2317477"/>
              <a:gd name="connsiteX98" fmla="*/ 2687999 w 12201591"/>
              <a:gd name="connsiteY98" fmla="*/ 1264745 h 2317477"/>
              <a:gd name="connsiteX99" fmla="*/ 2893008 w 12201591"/>
              <a:gd name="connsiteY99" fmla="*/ 1288465 h 2317477"/>
              <a:gd name="connsiteX100" fmla="*/ 2896083 w 12201591"/>
              <a:gd name="connsiteY100" fmla="*/ 1290244 h 2317477"/>
              <a:gd name="connsiteX101" fmla="*/ 2927742 w 12201591"/>
              <a:gd name="connsiteY101" fmla="*/ 1279146 h 2317477"/>
              <a:gd name="connsiteX102" fmla="*/ 2960780 w 12201591"/>
              <a:gd name="connsiteY102" fmla="*/ 1241025 h 2317477"/>
              <a:gd name="connsiteX103" fmla="*/ 2967557 w 12201591"/>
              <a:gd name="connsiteY103" fmla="*/ 1160546 h 2317477"/>
              <a:gd name="connsiteX104" fmla="*/ 2840485 w 12201591"/>
              <a:gd name="connsiteY104" fmla="*/ 967396 h 2317477"/>
              <a:gd name="connsiteX105" fmla="*/ 2717649 w 12201591"/>
              <a:gd name="connsiteY105" fmla="*/ 759845 h 2317477"/>
              <a:gd name="connsiteX106" fmla="*/ 2701553 w 12201591"/>
              <a:gd name="connsiteY106" fmla="*/ 725959 h 2317477"/>
              <a:gd name="connsiteX107" fmla="*/ 2708330 w 12201591"/>
              <a:gd name="connsiteY107" fmla="*/ 688684 h 2317477"/>
              <a:gd name="connsiteX108" fmla="*/ 2736286 w 12201591"/>
              <a:gd name="connsiteY108" fmla="*/ 709016 h 2317477"/>
              <a:gd name="connsiteX109" fmla="*/ 2756618 w 12201591"/>
              <a:gd name="connsiteY109" fmla="*/ 729348 h 2317477"/>
              <a:gd name="connsiteX110" fmla="*/ 2756618 w 12201591"/>
              <a:gd name="connsiteY110" fmla="*/ 565001 h 2317477"/>
              <a:gd name="connsiteX111" fmla="*/ 2781185 w 12201591"/>
              <a:gd name="connsiteY111" fmla="*/ 453178 h 2317477"/>
              <a:gd name="connsiteX112" fmla="*/ 2806176 w 12201591"/>
              <a:gd name="connsiteY112" fmla="*/ 435812 h 2317477"/>
              <a:gd name="connsiteX113" fmla="*/ 2823542 w 12201591"/>
              <a:gd name="connsiteY113" fmla="*/ 460802 h 2317477"/>
              <a:gd name="connsiteX114" fmla="*/ 2848957 w 12201591"/>
              <a:gd name="connsiteY114" fmla="*/ 589568 h 2317477"/>
              <a:gd name="connsiteX115" fmla="*/ 2877760 w 12201591"/>
              <a:gd name="connsiteY115" fmla="*/ 563307 h 2317477"/>
              <a:gd name="connsiteX116" fmla="*/ 2904021 w 12201591"/>
              <a:gd name="connsiteY116" fmla="*/ 563307 h 2317477"/>
              <a:gd name="connsiteX117" fmla="*/ 2909951 w 12201591"/>
              <a:gd name="connsiteY117" fmla="*/ 587874 h 2317477"/>
              <a:gd name="connsiteX118" fmla="*/ 2976029 w 12201591"/>
              <a:gd name="connsiteY118" fmla="*/ 882681 h 2317477"/>
              <a:gd name="connsiteX119" fmla="*/ 3094629 w 12201591"/>
              <a:gd name="connsiteY119" fmla="*/ 1068207 h 2317477"/>
              <a:gd name="connsiteX120" fmla="*/ 3224243 w 12201591"/>
              <a:gd name="connsiteY120" fmla="*/ 880987 h 2317477"/>
              <a:gd name="connsiteX121" fmla="*/ 3229326 w 12201591"/>
              <a:gd name="connsiteY121" fmla="*/ 822534 h 2317477"/>
              <a:gd name="connsiteX122" fmla="*/ 3239492 w 12201591"/>
              <a:gd name="connsiteY122" fmla="*/ 803050 h 2317477"/>
              <a:gd name="connsiteX123" fmla="*/ 3261517 w 12201591"/>
              <a:gd name="connsiteY123" fmla="*/ 803050 h 2317477"/>
              <a:gd name="connsiteX124" fmla="*/ 3275919 w 12201591"/>
              <a:gd name="connsiteY124" fmla="*/ 858114 h 2317477"/>
              <a:gd name="connsiteX125" fmla="*/ 3264059 w 12201591"/>
              <a:gd name="connsiteY125" fmla="*/ 901319 h 2317477"/>
              <a:gd name="connsiteX126" fmla="*/ 3289473 w 12201591"/>
              <a:gd name="connsiteY126" fmla="*/ 934357 h 2317477"/>
              <a:gd name="connsiteX127" fmla="*/ 3326748 w 12201591"/>
              <a:gd name="connsiteY127" fmla="*/ 934357 h 2317477"/>
              <a:gd name="connsiteX128" fmla="*/ 3371647 w 12201591"/>
              <a:gd name="connsiteY128" fmla="*/ 967396 h 2317477"/>
              <a:gd name="connsiteX129" fmla="*/ 3371647 w 12201591"/>
              <a:gd name="connsiteY129" fmla="*/ 1073289 h 2317477"/>
              <a:gd name="connsiteX130" fmla="*/ 3349621 w 12201591"/>
              <a:gd name="connsiteY130" fmla="*/ 1090233 h 2317477"/>
              <a:gd name="connsiteX131" fmla="*/ 3255587 w 12201591"/>
              <a:gd name="connsiteY131" fmla="*/ 1109717 h 2317477"/>
              <a:gd name="connsiteX132" fmla="*/ 3215771 w 12201591"/>
              <a:gd name="connsiteY132" fmla="*/ 1228318 h 2317477"/>
              <a:gd name="connsiteX133" fmla="*/ 3419087 w 12201591"/>
              <a:gd name="connsiteY133" fmla="*/ 1578189 h 2317477"/>
              <a:gd name="connsiteX134" fmla="*/ 3470763 w 12201591"/>
              <a:gd name="connsiteY134" fmla="*/ 1610381 h 2317477"/>
              <a:gd name="connsiteX135" fmla="*/ 3751169 w 12201591"/>
              <a:gd name="connsiteY135" fmla="*/ 1666293 h 2317477"/>
              <a:gd name="connsiteX136" fmla="*/ 3739309 w 12201591"/>
              <a:gd name="connsiteY136" fmla="*/ 1476532 h 2317477"/>
              <a:gd name="connsiteX137" fmla="*/ 3691868 w 12201591"/>
              <a:gd name="connsiteY137" fmla="*/ 1391817 h 2317477"/>
              <a:gd name="connsiteX138" fmla="*/ 3607154 w 12201591"/>
              <a:gd name="connsiteY138" fmla="*/ 1154616 h 2317477"/>
              <a:gd name="connsiteX139" fmla="*/ 3552089 w 12201591"/>
              <a:gd name="connsiteY139" fmla="*/ 1035168 h 2317477"/>
              <a:gd name="connsiteX140" fmla="*/ 3561408 w 12201591"/>
              <a:gd name="connsiteY140" fmla="*/ 1005518 h 2317477"/>
              <a:gd name="connsiteX141" fmla="*/ 3626638 w 12201591"/>
              <a:gd name="connsiteY141" fmla="*/ 1040251 h 2317477"/>
              <a:gd name="connsiteX142" fmla="*/ 3626638 w 12201591"/>
              <a:gd name="connsiteY142" fmla="*/ 975868 h 2317477"/>
              <a:gd name="connsiteX143" fmla="*/ 3638498 w 12201591"/>
              <a:gd name="connsiteY143" fmla="*/ 959772 h 2317477"/>
              <a:gd name="connsiteX144" fmla="*/ 3663912 w 12201591"/>
              <a:gd name="connsiteY144" fmla="*/ 1107175 h 2317477"/>
              <a:gd name="connsiteX145" fmla="*/ 3748627 w 12201591"/>
              <a:gd name="connsiteY145" fmla="*/ 1218999 h 2317477"/>
              <a:gd name="connsiteX146" fmla="*/ 3841813 w 12201591"/>
              <a:gd name="connsiteY146" fmla="*/ 1270675 h 2317477"/>
              <a:gd name="connsiteX147" fmla="*/ 3918057 w 12201591"/>
              <a:gd name="connsiteY147" fmla="*/ 1276605 h 2317477"/>
              <a:gd name="connsiteX148" fmla="*/ 3993453 w 12201591"/>
              <a:gd name="connsiteY148" fmla="*/ 1246108 h 2317477"/>
              <a:gd name="connsiteX149" fmla="*/ 4033269 w 12201591"/>
              <a:gd name="connsiteY149" fmla="*/ 1233400 h 2317477"/>
              <a:gd name="connsiteX150" fmla="*/ 4015479 w 12201591"/>
              <a:gd name="connsiteY150" fmla="*/ 1178336 h 2317477"/>
              <a:gd name="connsiteX151" fmla="*/ 3961261 w 12201591"/>
              <a:gd name="connsiteY151" fmla="*/ 1141061 h 2317477"/>
              <a:gd name="connsiteX152" fmla="*/ 3939235 w 12201591"/>
              <a:gd name="connsiteY152" fmla="*/ 928427 h 2317477"/>
              <a:gd name="connsiteX153" fmla="*/ 4101887 w 12201591"/>
              <a:gd name="connsiteY153" fmla="*/ 802203 h 2317477"/>
              <a:gd name="connsiteX154" fmla="*/ 4161188 w 12201591"/>
              <a:gd name="connsiteY154" fmla="*/ 838630 h 2317477"/>
              <a:gd name="connsiteX155" fmla="*/ 4195074 w 12201591"/>
              <a:gd name="connsiteY155" fmla="*/ 880140 h 2317477"/>
              <a:gd name="connsiteX156" fmla="*/ 4245903 w 12201591"/>
              <a:gd name="connsiteY156" fmla="*/ 926733 h 2317477"/>
              <a:gd name="connsiteX157" fmla="*/ 4352643 w 12201591"/>
              <a:gd name="connsiteY157" fmla="*/ 1050417 h 2317477"/>
              <a:gd name="connsiteX158" fmla="*/ 4352643 w 12201591"/>
              <a:gd name="connsiteY158" fmla="*/ 1096163 h 2317477"/>
              <a:gd name="connsiteX159" fmla="*/ 4302662 w 12201591"/>
              <a:gd name="connsiteY159" fmla="*/ 1144450 h 2317477"/>
              <a:gd name="connsiteX160" fmla="*/ 4387377 w 12201591"/>
              <a:gd name="connsiteY160" fmla="*/ 1173253 h 2317477"/>
              <a:gd name="connsiteX161" fmla="*/ 4479716 w 12201591"/>
              <a:gd name="connsiteY161" fmla="*/ 1125813 h 2317477"/>
              <a:gd name="connsiteX162" fmla="*/ 4527156 w 12201591"/>
              <a:gd name="connsiteY162" fmla="*/ 1110564 h 2317477"/>
              <a:gd name="connsiteX163" fmla="*/ 4564430 w 12201591"/>
              <a:gd name="connsiteY163" fmla="*/ 1102940 h 2317477"/>
              <a:gd name="connsiteX164" fmla="*/ 4627119 w 12201591"/>
              <a:gd name="connsiteY164" fmla="*/ 1058041 h 2317477"/>
              <a:gd name="connsiteX165" fmla="*/ 4888041 w 12201591"/>
              <a:gd name="connsiteY165" fmla="*/ 761539 h 2317477"/>
              <a:gd name="connsiteX166" fmla="*/ 4911761 w 12201591"/>
              <a:gd name="connsiteY166" fmla="*/ 615830 h 2317477"/>
              <a:gd name="connsiteX167" fmla="*/ 4911761 w 12201591"/>
              <a:gd name="connsiteY167" fmla="*/ 523491 h 2317477"/>
              <a:gd name="connsiteX168" fmla="*/ 4944799 w 12201591"/>
              <a:gd name="connsiteY168" fmla="*/ 598040 h 2317477"/>
              <a:gd name="connsiteX169" fmla="*/ 4949882 w 12201591"/>
              <a:gd name="connsiteY169" fmla="*/ 624302 h 2317477"/>
              <a:gd name="connsiteX170" fmla="*/ 4975297 w 12201591"/>
              <a:gd name="connsiteY170" fmla="*/ 608206 h 2317477"/>
              <a:gd name="connsiteX171" fmla="*/ 5050693 w 12201591"/>
              <a:gd name="connsiteY171" fmla="*/ 508242 h 2317477"/>
              <a:gd name="connsiteX172" fmla="*/ 5078649 w 12201591"/>
              <a:gd name="connsiteY172" fmla="*/ 515020 h 2317477"/>
              <a:gd name="connsiteX173" fmla="*/ 5095592 w 12201591"/>
              <a:gd name="connsiteY173" fmla="*/ 525185 h 2317477"/>
              <a:gd name="connsiteX174" fmla="*/ 5127783 w 12201591"/>
              <a:gd name="connsiteY174" fmla="*/ 525185 h 2317477"/>
              <a:gd name="connsiteX175" fmla="*/ 5127783 w 12201591"/>
              <a:gd name="connsiteY175" fmla="*/ 577708 h 2317477"/>
              <a:gd name="connsiteX176" fmla="*/ 5082037 w 12201591"/>
              <a:gd name="connsiteY176" fmla="*/ 642092 h 2317477"/>
              <a:gd name="connsiteX177" fmla="*/ 5100674 w 12201591"/>
              <a:gd name="connsiteY177" fmla="*/ 672589 h 2317477"/>
              <a:gd name="connsiteX178" fmla="*/ 5111687 w 12201591"/>
              <a:gd name="connsiteY178" fmla="*/ 682754 h 2317477"/>
              <a:gd name="connsiteX179" fmla="*/ 5060011 w 12201591"/>
              <a:gd name="connsiteY179" fmla="*/ 746290 h 2317477"/>
              <a:gd name="connsiteX180" fmla="*/ 5032056 w 12201591"/>
              <a:gd name="connsiteY180" fmla="*/ 782718 h 2317477"/>
              <a:gd name="connsiteX181" fmla="*/ 4934634 w 12201591"/>
              <a:gd name="connsiteY181" fmla="*/ 904707 h 2317477"/>
              <a:gd name="connsiteX182" fmla="*/ 4997323 w 12201591"/>
              <a:gd name="connsiteY182" fmla="*/ 899625 h 2317477"/>
              <a:gd name="connsiteX183" fmla="*/ 5029514 w 12201591"/>
              <a:gd name="connsiteY183" fmla="*/ 911485 h 2317477"/>
              <a:gd name="connsiteX184" fmla="*/ 5153198 w 12201591"/>
              <a:gd name="connsiteY184" fmla="*/ 1034321 h 2317477"/>
              <a:gd name="connsiteX185" fmla="*/ 5225205 w 12201591"/>
              <a:gd name="connsiteY185" fmla="*/ 908943 h 2317477"/>
              <a:gd name="connsiteX186" fmla="*/ 5353972 w 12201591"/>
              <a:gd name="connsiteY186" fmla="*/ 727654 h 2317477"/>
              <a:gd name="connsiteX187" fmla="*/ 5422591 w 12201591"/>
              <a:gd name="connsiteY187" fmla="*/ 568390 h 2317477"/>
              <a:gd name="connsiteX188" fmla="*/ 5412425 w 12201591"/>
              <a:gd name="connsiteY188" fmla="*/ 514172 h 2317477"/>
              <a:gd name="connsiteX189" fmla="*/ 5497139 w 12201591"/>
              <a:gd name="connsiteY189" fmla="*/ 312551 h 2317477"/>
              <a:gd name="connsiteX190" fmla="*/ 5525943 w 12201591"/>
              <a:gd name="connsiteY190" fmla="*/ 265111 h 2317477"/>
              <a:gd name="connsiteX191" fmla="*/ 5603033 w 12201591"/>
              <a:gd name="connsiteY191" fmla="*/ 244779 h 2317477"/>
              <a:gd name="connsiteX192" fmla="*/ 5607269 w 12201591"/>
              <a:gd name="connsiteY192" fmla="*/ 281207 h 2317477"/>
              <a:gd name="connsiteX193" fmla="*/ 5579313 w 12201591"/>
              <a:gd name="connsiteY193" fmla="*/ 352367 h 2317477"/>
              <a:gd name="connsiteX194" fmla="*/ 5603033 w 12201591"/>
              <a:gd name="connsiteY194" fmla="*/ 330341 h 2317477"/>
              <a:gd name="connsiteX195" fmla="*/ 5633530 w 12201591"/>
              <a:gd name="connsiteY195" fmla="*/ 310010 h 2317477"/>
              <a:gd name="connsiteX196" fmla="*/ 5633530 w 12201591"/>
              <a:gd name="connsiteY196" fmla="*/ 348979 h 2317477"/>
              <a:gd name="connsiteX197" fmla="*/ 5589479 w 12201591"/>
              <a:gd name="connsiteY197" fmla="*/ 440470 h 2317477"/>
              <a:gd name="connsiteX198" fmla="*/ 5589479 w 12201591"/>
              <a:gd name="connsiteY198" fmla="*/ 465885 h 2317477"/>
              <a:gd name="connsiteX199" fmla="*/ 5613199 w 12201591"/>
              <a:gd name="connsiteY199" fmla="*/ 456566 h 2317477"/>
              <a:gd name="connsiteX200" fmla="*/ 5645390 w 12201591"/>
              <a:gd name="connsiteY200" fmla="*/ 416750 h 2317477"/>
              <a:gd name="connsiteX201" fmla="*/ 5669110 w 12201591"/>
              <a:gd name="connsiteY201" fmla="*/ 409126 h 2317477"/>
              <a:gd name="connsiteX202" fmla="*/ 5669110 w 12201591"/>
              <a:gd name="connsiteY202" fmla="*/ 435388 h 2317477"/>
              <a:gd name="connsiteX203" fmla="*/ 5639460 w 12201591"/>
              <a:gd name="connsiteY203" fmla="*/ 476898 h 2317477"/>
              <a:gd name="connsiteX204" fmla="*/ 5600492 w 12201591"/>
              <a:gd name="connsiteY204" fmla="*/ 602276 h 2317477"/>
              <a:gd name="connsiteX205" fmla="*/ 5591173 w 12201591"/>
              <a:gd name="connsiteY205" fmla="*/ 636162 h 2317477"/>
              <a:gd name="connsiteX206" fmla="*/ 5421743 w 12201591"/>
              <a:gd name="connsiteY206" fmla="*/ 936052 h 2317477"/>
              <a:gd name="connsiteX207" fmla="*/ 5281964 w 12201591"/>
              <a:gd name="connsiteY207" fmla="*/ 1255426 h 2317477"/>
              <a:gd name="connsiteX208" fmla="*/ 5270104 w 12201591"/>
              <a:gd name="connsiteY208" fmla="*/ 1359626 h 2317477"/>
              <a:gd name="connsiteX209" fmla="*/ 5404800 w 12201591"/>
              <a:gd name="connsiteY209" fmla="*/ 1669681 h 2317477"/>
              <a:gd name="connsiteX210" fmla="*/ 5438686 w 12201591"/>
              <a:gd name="connsiteY210" fmla="*/ 1679000 h 2317477"/>
              <a:gd name="connsiteX211" fmla="*/ 5476808 w 12201591"/>
              <a:gd name="connsiteY211" fmla="*/ 1654433 h 2317477"/>
              <a:gd name="connsiteX212" fmla="*/ 5513235 w 12201591"/>
              <a:gd name="connsiteY212" fmla="*/ 1563788 h 2317477"/>
              <a:gd name="connsiteX213" fmla="*/ 5466642 w 12201591"/>
              <a:gd name="connsiteY213" fmla="*/ 1433327 h 2317477"/>
              <a:gd name="connsiteX214" fmla="*/ 5452241 w 12201591"/>
              <a:gd name="connsiteY214" fmla="*/ 1317268 h 2317477"/>
              <a:gd name="connsiteX215" fmla="*/ 5459865 w 12201591"/>
              <a:gd name="connsiteY215" fmla="*/ 1206292 h 2317477"/>
              <a:gd name="connsiteX216" fmla="*/ 5725869 w 12201591"/>
              <a:gd name="connsiteY216" fmla="*/ 1068207 h 2317477"/>
              <a:gd name="connsiteX217" fmla="*/ 5735400 w 12201591"/>
              <a:gd name="connsiteY217" fmla="*/ 1069393 h 2317477"/>
              <a:gd name="connsiteX218" fmla="*/ 5870732 w 12201591"/>
              <a:gd name="connsiteY218" fmla="*/ 1255426 h 2317477"/>
              <a:gd name="connsiteX219" fmla="*/ 5876662 w 12201591"/>
              <a:gd name="connsiteY219" fmla="*/ 1315574 h 2317477"/>
              <a:gd name="connsiteX220" fmla="*/ 5852941 w 12201591"/>
              <a:gd name="connsiteY220" fmla="*/ 1438410 h 2317477"/>
              <a:gd name="connsiteX221" fmla="*/ 5796182 w 12201591"/>
              <a:gd name="connsiteY221" fmla="*/ 1590897 h 2317477"/>
              <a:gd name="connsiteX222" fmla="*/ 5814820 w 12201591"/>
              <a:gd name="connsiteY222" fmla="*/ 1630713 h 2317477"/>
              <a:gd name="connsiteX223" fmla="*/ 5899534 w 12201591"/>
              <a:gd name="connsiteY223" fmla="*/ 1683236 h 2317477"/>
              <a:gd name="connsiteX224" fmla="*/ 5977472 w 12201591"/>
              <a:gd name="connsiteY224" fmla="*/ 1649350 h 2317477"/>
              <a:gd name="connsiteX225" fmla="*/ 6129959 w 12201591"/>
              <a:gd name="connsiteY225" fmla="*/ 1404524 h 2317477"/>
              <a:gd name="connsiteX226" fmla="*/ 6099461 w 12201591"/>
              <a:gd name="connsiteY226" fmla="*/ 1304561 h 2317477"/>
              <a:gd name="connsiteX227" fmla="*/ 5992721 w 12201591"/>
              <a:gd name="connsiteY227" fmla="*/ 935205 h 2317477"/>
              <a:gd name="connsiteX228" fmla="*/ 5983402 w 12201591"/>
              <a:gd name="connsiteY228" fmla="*/ 909790 h 2317477"/>
              <a:gd name="connsiteX229" fmla="*/ 5805501 w 12201591"/>
              <a:gd name="connsiteY229" fmla="*/ 674283 h 2317477"/>
              <a:gd name="connsiteX230" fmla="*/ 5740271 w 12201591"/>
              <a:gd name="connsiteY230" fmla="*/ 605664 h 2317477"/>
              <a:gd name="connsiteX231" fmla="*/ 5740271 w 12201591"/>
              <a:gd name="connsiteY231" fmla="*/ 554836 h 2317477"/>
              <a:gd name="connsiteX232" fmla="*/ 5792794 w 12201591"/>
              <a:gd name="connsiteY232" fmla="*/ 568390 h 2317477"/>
              <a:gd name="connsiteX233" fmla="*/ 5830916 w 12201591"/>
              <a:gd name="connsiteY233" fmla="*/ 609053 h 2317477"/>
              <a:gd name="connsiteX234" fmla="*/ 5853560 w 12201591"/>
              <a:gd name="connsiteY234" fmla="*/ 619812 h 2317477"/>
              <a:gd name="connsiteX235" fmla="*/ 5883438 w 12201591"/>
              <a:gd name="connsiteY235" fmla="*/ 590416 h 2317477"/>
              <a:gd name="connsiteX236" fmla="*/ 5871578 w 12201591"/>
              <a:gd name="connsiteY236" fmla="*/ 521797 h 2317477"/>
              <a:gd name="connsiteX237" fmla="*/ 5892757 w 12201591"/>
              <a:gd name="connsiteY237" fmla="*/ 496382 h 2317477"/>
              <a:gd name="connsiteX238" fmla="*/ 5924102 w 12201591"/>
              <a:gd name="connsiteY238" fmla="*/ 458261 h 2317477"/>
              <a:gd name="connsiteX239" fmla="*/ 5947822 w 12201591"/>
              <a:gd name="connsiteY239" fmla="*/ 344743 h 2317477"/>
              <a:gd name="connsiteX240" fmla="*/ 5971542 w 12201591"/>
              <a:gd name="connsiteY240" fmla="*/ 327800 h 2317477"/>
              <a:gd name="connsiteX241" fmla="*/ 5983402 w 12201591"/>
              <a:gd name="connsiteY241" fmla="*/ 350673 h 2317477"/>
              <a:gd name="connsiteX242" fmla="*/ 6007969 w 12201591"/>
              <a:gd name="connsiteY242" fmla="*/ 435388 h 2317477"/>
              <a:gd name="connsiteX243" fmla="*/ 6019829 w 12201591"/>
              <a:gd name="connsiteY243" fmla="*/ 604817 h 2317477"/>
              <a:gd name="connsiteX244" fmla="*/ 6037619 w 12201591"/>
              <a:gd name="connsiteY244" fmla="*/ 719182 h 2317477"/>
              <a:gd name="connsiteX245" fmla="*/ 6194342 w 12201591"/>
              <a:gd name="connsiteY245" fmla="*/ 983492 h 2317477"/>
              <a:gd name="connsiteX246" fmla="*/ 6313789 w 12201591"/>
              <a:gd name="connsiteY246" fmla="*/ 1357931 h 2317477"/>
              <a:gd name="connsiteX247" fmla="*/ 6338357 w 12201591"/>
              <a:gd name="connsiteY247" fmla="*/ 1625630 h 2317477"/>
              <a:gd name="connsiteX248" fmla="*/ 6313789 w 12201591"/>
              <a:gd name="connsiteY248" fmla="*/ 1899258 h 2317477"/>
              <a:gd name="connsiteX249" fmla="*/ 6313789 w 12201591"/>
              <a:gd name="connsiteY249" fmla="*/ 2028025 h 2317477"/>
              <a:gd name="connsiteX250" fmla="*/ 6382408 w 12201591"/>
              <a:gd name="connsiteY250" fmla="*/ 1943310 h 2317477"/>
              <a:gd name="connsiteX251" fmla="*/ 6520494 w 12201591"/>
              <a:gd name="connsiteY251" fmla="*/ 1618853 h 2317477"/>
              <a:gd name="connsiteX252" fmla="*/ 6528965 w 12201591"/>
              <a:gd name="connsiteY252" fmla="*/ 1568871 h 2317477"/>
              <a:gd name="connsiteX253" fmla="*/ 6552685 w 12201591"/>
              <a:gd name="connsiteY253" fmla="*/ 1275758 h 2317477"/>
              <a:gd name="connsiteX254" fmla="*/ 6519646 w 12201591"/>
              <a:gd name="connsiteY254" fmla="*/ 1033473 h 2317477"/>
              <a:gd name="connsiteX255" fmla="*/ 6479830 w 12201591"/>
              <a:gd name="connsiteY255" fmla="*/ 831853 h 2317477"/>
              <a:gd name="connsiteX256" fmla="*/ 6501856 w 12201591"/>
              <a:gd name="connsiteY256" fmla="*/ 789495 h 2317477"/>
              <a:gd name="connsiteX257" fmla="*/ 6530659 w 12201591"/>
              <a:gd name="connsiteY257" fmla="*/ 824229 h 2317477"/>
              <a:gd name="connsiteX258" fmla="*/ 6557768 w 12201591"/>
              <a:gd name="connsiteY258" fmla="*/ 858961 h 2317477"/>
              <a:gd name="connsiteX259" fmla="*/ 6589960 w 12201591"/>
              <a:gd name="connsiteY259" fmla="*/ 793731 h 2317477"/>
              <a:gd name="connsiteX260" fmla="*/ 6612832 w 12201591"/>
              <a:gd name="connsiteY260" fmla="*/ 769164 h 2317477"/>
              <a:gd name="connsiteX261" fmla="*/ 6627234 w 12201591"/>
              <a:gd name="connsiteY261" fmla="*/ 806439 h 2317477"/>
              <a:gd name="connsiteX262" fmla="*/ 6611986 w 12201591"/>
              <a:gd name="connsiteY262" fmla="*/ 923345 h 2317477"/>
              <a:gd name="connsiteX263" fmla="*/ 6665356 w 12201591"/>
              <a:gd name="connsiteY263" fmla="*/ 872516 h 2317477"/>
              <a:gd name="connsiteX264" fmla="*/ 6705172 w 12201591"/>
              <a:gd name="connsiteY264" fmla="*/ 884376 h 2317477"/>
              <a:gd name="connsiteX265" fmla="*/ 6676368 w 12201591"/>
              <a:gd name="connsiteY265" fmla="*/ 913179 h 2317477"/>
              <a:gd name="connsiteX266" fmla="*/ 6714490 w 12201591"/>
              <a:gd name="connsiteY266" fmla="*/ 969937 h 2317477"/>
              <a:gd name="connsiteX267" fmla="*/ 6695853 w 12201591"/>
              <a:gd name="connsiteY267" fmla="*/ 1111411 h 2317477"/>
              <a:gd name="connsiteX268" fmla="*/ 6702630 w 12201591"/>
              <a:gd name="connsiteY268" fmla="*/ 1171559 h 2317477"/>
              <a:gd name="connsiteX269" fmla="*/ 6728892 w 12201591"/>
              <a:gd name="connsiteY269" fmla="*/ 1540068 h 2317477"/>
              <a:gd name="connsiteX270" fmla="*/ 6735669 w 12201591"/>
              <a:gd name="connsiteY270" fmla="*/ 1563788 h 2317477"/>
              <a:gd name="connsiteX271" fmla="*/ 6753459 w 12201591"/>
              <a:gd name="connsiteY271" fmla="*/ 1554469 h 2317477"/>
              <a:gd name="connsiteX272" fmla="*/ 6981342 w 12201591"/>
              <a:gd name="connsiteY272" fmla="*/ 1374874 h 2317477"/>
              <a:gd name="connsiteX273" fmla="*/ 6981342 w 12201591"/>
              <a:gd name="connsiteY273" fmla="*/ 1310491 h 2317477"/>
              <a:gd name="connsiteX274" fmla="*/ 6954233 w 12201591"/>
              <a:gd name="connsiteY274" fmla="*/ 1286771 h 2317477"/>
              <a:gd name="connsiteX275" fmla="*/ 6948303 w 12201591"/>
              <a:gd name="connsiteY275" fmla="*/ 1252885 h 2317477"/>
              <a:gd name="connsiteX276" fmla="*/ 6983036 w 12201591"/>
              <a:gd name="connsiteY276" fmla="*/ 1247802 h 2317477"/>
              <a:gd name="connsiteX277" fmla="*/ 7041489 w 12201591"/>
              <a:gd name="connsiteY277" fmla="*/ 1204598 h 2317477"/>
              <a:gd name="connsiteX278" fmla="*/ 7048266 w 12201591"/>
              <a:gd name="connsiteY278" fmla="*/ 1189349 h 2317477"/>
              <a:gd name="connsiteX279" fmla="*/ 7039795 w 12201591"/>
              <a:gd name="connsiteY279" fmla="*/ 1133437 h 2317477"/>
              <a:gd name="connsiteX280" fmla="*/ 6955080 w 12201591"/>
              <a:gd name="connsiteY280" fmla="*/ 1002977 h 2317477"/>
              <a:gd name="connsiteX281" fmla="*/ 6897474 w 12201591"/>
              <a:gd name="connsiteY281" fmla="*/ 887765 h 2317477"/>
              <a:gd name="connsiteX282" fmla="*/ 6897474 w 12201591"/>
              <a:gd name="connsiteY282" fmla="*/ 870821 h 2317477"/>
              <a:gd name="connsiteX283" fmla="*/ 6921194 w 12201591"/>
              <a:gd name="connsiteY283" fmla="*/ 865739 h 2317477"/>
              <a:gd name="connsiteX284" fmla="*/ 6975411 w 12201591"/>
              <a:gd name="connsiteY284" fmla="*/ 836935 h 2317477"/>
              <a:gd name="connsiteX285" fmla="*/ 6982189 w 12201591"/>
              <a:gd name="connsiteY285" fmla="*/ 825923 h 2317477"/>
              <a:gd name="connsiteX286" fmla="*/ 7005909 w 12201591"/>
              <a:gd name="connsiteY286" fmla="*/ 836935 h 2317477"/>
              <a:gd name="connsiteX287" fmla="*/ 7045725 w 12201591"/>
              <a:gd name="connsiteY287" fmla="*/ 915720 h 2317477"/>
              <a:gd name="connsiteX288" fmla="*/ 7154159 w 12201591"/>
              <a:gd name="connsiteY288" fmla="*/ 1073289 h 2317477"/>
              <a:gd name="connsiteX289" fmla="*/ 7187198 w 12201591"/>
              <a:gd name="connsiteY289" fmla="*/ 1086844 h 2317477"/>
              <a:gd name="connsiteX290" fmla="*/ 7225320 w 12201591"/>
              <a:gd name="connsiteY290" fmla="*/ 1124119 h 2317477"/>
              <a:gd name="connsiteX291" fmla="*/ 7243110 w 12201591"/>
              <a:gd name="connsiteY291" fmla="*/ 1148686 h 2317477"/>
              <a:gd name="connsiteX292" fmla="*/ 7423552 w 12201591"/>
              <a:gd name="connsiteY292" fmla="*/ 1257121 h 2317477"/>
              <a:gd name="connsiteX293" fmla="*/ 7454897 w 12201591"/>
              <a:gd name="connsiteY293" fmla="*/ 1244414 h 2317477"/>
              <a:gd name="connsiteX294" fmla="*/ 7594676 w 12201591"/>
              <a:gd name="connsiteY294" fmla="*/ 858114 h 2317477"/>
              <a:gd name="connsiteX295" fmla="*/ 7642117 w 12201591"/>
              <a:gd name="connsiteY295" fmla="*/ 688684 h 2317477"/>
              <a:gd name="connsiteX296" fmla="*/ 7661601 w 12201591"/>
              <a:gd name="connsiteY296" fmla="*/ 676824 h 2317477"/>
              <a:gd name="connsiteX297" fmla="*/ 7682780 w 12201591"/>
              <a:gd name="connsiteY297" fmla="*/ 714099 h 2317477"/>
              <a:gd name="connsiteX298" fmla="*/ 7682780 w 12201591"/>
              <a:gd name="connsiteY298" fmla="*/ 758998 h 2317477"/>
              <a:gd name="connsiteX299" fmla="*/ 7742927 w 12201591"/>
              <a:gd name="connsiteY299" fmla="*/ 679366 h 2317477"/>
              <a:gd name="connsiteX300" fmla="*/ 7762411 w 12201591"/>
              <a:gd name="connsiteY300" fmla="*/ 647174 h 2317477"/>
              <a:gd name="connsiteX301" fmla="*/ 7803075 w 12201591"/>
              <a:gd name="connsiteY301" fmla="*/ 622607 h 2317477"/>
              <a:gd name="connsiteX302" fmla="*/ 7815782 w 12201591"/>
              <a:gd name="connsiteY302" fmla="*/ 668353 h 2317477"/>
              <a:gd name="connsiteX303" fmla="*/ 7815782 w 12201591"/>
              <a:gd name="connsiteY303" fmla="*/ 736125 h 2317477"/>
              <a:gd name="connsiteX304" fmla="*/ 7799686 w 12201591"/>
              <a:gd name="connsiteY304" fmla="*/ 775941 h 2317477"/>
              <a:gd name="connsiteX305" fmla="*/ 7709889 w 12201591"/>
              <a:gd name="connsiteY305" fmla="*/ 936899 h 2317477"/>
              <a:gd name="connsiteX306" fmla="*/ 7709889 w 12201591"/>
              <a:gd name="connsiteY306" fmla="*/ 995352 h 2317477"/>
              <a:gd name="connsiteX307" fmla="*/ 7660754 w 12201591"/>
              <a:gd name="connsiteY307" fmla="*/ 1184266 h 2317477"/>
              <a:gd name="connsiteX308" fmla="*/ 7592135 w 12201591"/>
              <a:gd name="connsiteY308" fmla="*/ 1308796 h 2317477"/>
              <a:gd name="connsiteX309" fmla="*/ 7611619 w 12201591"/>
              <a:gd name="connsiteY309" fmla="*/ 1337600 h 2317477"/>
              <a:gd name="connsiteX310" fmla="*/ 7893719 w 12201591"/>
              <a:gd name="connsiteY310" fmla="*/ 1342682 h 2317477"/>
              <a:gd name="connsiteX311" fmla="*/ 8008084 w 12201591"/>
              <a:gd name="connsiteY311" fmla="*/ 1351154 h 2317477"/>
              <a:gd name="connsiteX312" fmla="*/ 8052983 w 12201591"/>
              <a:gd name="connsiteY312" fmla="*/ 1351154 h 2317477"/>
              <a:gd name="connsiteX313" fmla="*/ 8071620 w 12201591"/>
              <a:gd name="connsiteY313" fmla="*/ 1302020 h 2317477"/>
              <a:gd name="connsiteX314" fmla="*/ 7975893 w 12201591"/>
              <a:gd name="connsiteY314" fmla="*/ 1111411 h 2317477"/>
              <a:gd name="connsiteX315" fmla="*/ 7969115 w 12201591"/>
              <a:gd name="connsiteY315" fmla="*/ 1090233 h 2317477"/>
              <a:gd name="connsiteX316" fmla="*/ 7923369 w 12201591"/>
              <a:gd name="connsiteY316" fmla="*/ 909790 h 2317477"/>
              <a:gd name="connsiteX317" fmla="*/ 7923369 w 12201591"/>
              <a:gd name="connsiteY317" fmla="*/ 865739 h 2317477"/>
              <a:gd name="connsiteX318" fmla="*/ 7947937 w 12201591"/>
              <a:gd name="connsiteY318" fmla="*/ 890306 h 2317477"/>
              <a:gd name="connsiteX319" fmla="*/ 8008084 w 12201591"/>
              <a:gd name="connsiteY319" fmla="*/ 990269 h 2317477"/>
              <a:gd name="connsiteX320" fmla="*/ 8008084 w 12201591"/>
              <a:gd name="connsiteY320" fmla="*/ 956383 h 2317477"/>
              <a:gd name="connsiteX321" fmla="*/ 7960644 w 12201591"/>
              <a:gd name="connsiteY321" fmla="*/ 811521 h 2317477"/>
              <a:gd name="connsiteX322" fmla="*/ 7960644 w 12201591"/>
              <a:gd name="connsiteY322" fmla="*/ 765775 h 2317477"/>
              <a:gd name="connsiteX323" fmla="*/ 7992835 w 12201591"/>
              <a:gd name="connsiteY323" fmla="*/ 795425 h 2317477"/>
              <a:gd name="connsiteX324" fmla="*/ 8007237 w 12201591"/>
              <a:gd name="connsiteY324" fmla="*/ 812369 h 2317477"/>
              <a:gd name="connsiteX325" fmla="*/ 8001307 w 12201591"/>
              <a:gd name="connsiteY325" fmla="*/ 775094 h 2317477"/>
              <a:gd name="connsiteX326" fmla="*/ 7994530 w 12201591"/>
              <a:gd name="connsiteY326" fmla="*/ 748832 h 2317477"/>
              <a:gd name="connsiteX327" fmla="*/ 7994530 w 12201591"/>
              <a:gd name="connsiteY327" fmla="*/ 701392 h 2317477"/>
              <a:gd name="connsiteX328" fmla="*/ 8064843 w 12201591"/>
              <a:gd name="connsiteY328" fmla="*/ 719182 h 2317477"/>
              <a:gd name="connsiteX329" fmla="*/ 8126685 w 12201591"/>
              <a:gd name="connsiteY329" fmla="*/ 888611 h 2317477"/>
              <a:gd name="connsiteX330" fmla="*/ 8158876 w 12201591"/>
              <a:gd name="connsiteY330" fmla="*/ 905555 h 2317477"/>
              <a:gd name="connsiteX331" fmla="*/ 8318140 w 12201591"/>
              <a:gd name="connsiteY331" fmla="*/ 922497 h 2317477"/>
              <a:gd name="connsiteX332" fmla="*/ 8346943 w 12201591"/>
              <a:gd name="connsiteY332" fmla="*/ 994505 h 2317477"/>
              <a:gd name="connsiteX333" fmla="*/ 8360498 w 12201591"/>
              <a:gd name="connsiteY333" fmla="*/ 1067359 h 2317477"/>
              <a:gd name="connsiteX334" fmla="*/ 8387606 w 12201591"/>
              <a:gd name="connsiteY334" fmla="*/ 1205445 h 2317477"/>
              <a:gd name="connsiteX335" fmla="*/ 8374899 w 12201591"/>
              <a:gd name="connsiteY335" fmla="*/ 1315574 h 2317477"/>
              <a:gd name="connsiteX336" fmla="*/ 8400314 w 12201591"/>
              <a:gd name="connsiteY336" fmla="*/ 1329975 h 2317477"/>
              <a:gd name="connsiteX337" fmla="*/ 8427422 w 12201591"/>
              <a:gd name="connsiteY337" fmla="*/ 1338447 h 2317477"/>
              <a:gd name="connsiteX338" fmla="*/ 8501971 w 12201591"/>
              <a:gd name="connsiteY338" fmla="*/ 1321504 h 2317477"/>
              <a:gd name="connsiteX339" fmla="*/ 8620572 w 12201591"/>
              <a:gd name="connsiteY339" fmla="*/ 1327434 h 2317477"/>
              <a:gd name="connsiteX340" fmla="*/ 8642597 w 12201591"/>
              <a:gd name="connsiteY340" fmla="*/ 1285924 h 2317477"/>
              <a:gd name="connsiteX341" fmla="*/ 8613794 w 12201591"/>
              <a:gd name="connsiteY341" fmla="*/ 1165629 h 2317477"/>
              <a:gd name="connsiteX342" fmla="*/ 8624807 w 12201591"/>
              <a:gd name="connsiteY342" fmla="*/ 1067359 h 2317477"/>
              <a:gd name="connsiteX343" fmla="*/ 8634973 w 12201591"/>
              <a:gd name="connsiteY343" fmla="*/ 1006365 h 2317477"/>
              <a:gd name="connsiteX344" fmla="*/ 8640903 w 12201591"/>
              <a:gd name="connsiteY344" fmla="*/ 983492 h 2317477"/>
              <a:gd name="connsiteX345" fmla="*/ 8642512 w 12201591"/>
              <a:gd name="connsiteY345" fmla="*/ 982899 h 2317477"/>
              <a:gd name="connsiteX346" fmla="*/ 8668012 w 12201591"/>
              <a:gd name="connsiteY346" fmla="*/ 996199 h 2317477"/>
              <a:gd name="connsiteX347" fmla="*/ 8705286 w 12201591"/>
              <a:gd name="connsiteY347" fmla="*/ 1095315 h 2317477"/>
              <a:gd name="connsiteX348" fmla="*/ 8745102 w 12201591"/>
              <a:gd name="connsiteY348" fmla="*/ 1131743 h 2317477"/>
              <a:gd name="connsiteX349" fmla="*/ 8768823 w 12201591"/>
              <a:gd name="connsiteY349" fmla="*/ 1140214 h 2317477"/>
              <a:gd name="connsiteX350" fmla="*/ 8755268 w 12201591"/>
              <a:gd name="connsiteY350" fmla="*/ 1166476 h 2317477"/>
              <a:gd name="connsiteX351" fmla="*/ 8762893 w 12201591"/>
              <a:gd name="connsiteY351" fmla="*/ 1227470 h 2317477"/>
              <a:gd name="connsiteX352" fmla="*/ 8824734 w 12201591"/>
              <a:gd name="connsiteY352" fmla="*/ 1222388 h 2317477"/>
              <a:gd name="connsiteX353" fmla="*/ 8861161 w 12201591"/>
              <a:gd name="connsiteY353" fmla="*/ 1170712 h 2317477"/>
              <a:gd name="connsiteX354" fmla="*/ 8895895 w 12201591"/>
              <a:gd name="connsiteY354" fmla="*/ 1158004 h 2317477"/>
              <a:gd name="connsiteX355" fmla="*/ 8909449 w 12201591"/>
              <a:gd name="connsiteY355" fmla="*/ 1196126 h 2317477"/>
              <a:gd name="connsiteX356" fmla="*/ 8909449 w 12201591"/>
              <a:gd name="connsiteY356" fmla="*/ 1227470 h 2317477"/>
              <a:gd name="connsiteX357" fmla="*/ 8943335 w 12201591"/>
              <a:gd name="connsiteY357" fmla="*/ 1217305 h 2317477"/>
              <a:gd name="connsiteX358" fmla="*/ 9239836 w 12201591"/>
              <a:gd name="connsiteY358" fmla="*/ 972479 h 2317477"/>
              <a:gd name="connsiteX359" fmla="*/ 9355048 w 12201591"/>
              <a:gd name="connsiteY359" fmla="*/ 860656 h 2317477"/>
              <a:gd name="connsiteX360" fmla="*/ 9446540 w 12201591"/>
              <a:gd name="connsiteY360" fmla="*/ 719182 h 2317477"/>
              <a:gd name="connsiteX361" fmla="*/ 9475343 w 12201591"/>
              <a:gd name="connsiteY361" fmla="*/ 694614 h 2317477"/>
              <a:gd name="connsiteX362" fmla="*/ 9475343 w 12201591"/>
              <a:gd name="connsiteY362" fmla="*/ 734430 h 2317477"/>
              <a:gd name="connsiteX363" fmla="*/ 9466872 w 12201591"/>
              <a:gd name="connsiteY363" fmla="*/ 775941 h 2317477"/>
              <a:gd name="connsiteX364" fmla="*/ 9510076 w 12201591"/>
              <a:gd name="connsiteY364" fmla="*/ 760692 h 2317477"/>
              <a:gd name="connsiteX365" fmla="*/ 9527866 w 12201591"/>
              <a:gd name="connsiteY365" fmla="*/ 744596 h 2317477"/>
              <a:gd name="connsiteX366" fmla="*/ 9528459 w 12201591"/>
              <a:gd name="connsiteY366" fmla="*/ 744003 h 2317477"/>
              <a:gd name="connsiteX367" fmla="*/ 9552434 w 12201591"/>
              <a:gd name="connsiteY367" fmla="*/ 744596 h 2317477"/>
              <a:gd name="connsiteX368" fmla="*/ 9552434 w 12201591"/>
              <a:gd name="connsiteY368" fmla="*/ 770011 h 2317477"/>
              <a:gd name="connsiteX369" fmla="*/ 9525325 w 12201591"/>
              <a:gd name="connsiteY369" fmla="*/ 796273 h 2317477"/>
              <a:gd name="connsiteX370" fmla="*/ 9504146 w 12201591"/>
              <a:gd name="connsiteY370" fmla="*/ 869127 h 2317477"/>
              <a:gd name="connsiteX371" fmla="*/ 9493133 w 12201591"/>
              <a:gd name="connsiteY371" fmla="*/ 927580 h 2317477"/>
              <a:gd name="connsiteX372" fmla="*/ 9493133 w 12201591"/>
              <a:gd name="connsiteY372" fmla="*/ 965702 h 2317477"/>
              <a:gd name="connsiteX373" fmla="*/ 9577848 w 12201591"/>
              <a:gd name="connsiteY373" fmla="*/ 1185113 h 2317477"/>
              <a:gd name="connsiteX374" fmla="*/ 9567683 w 12201591"/>
              <a:gd name="connsiteY374" fmla="*/ 1312185 h 2317477"/>
              <a:gd name="connsiteX375" fmla="*/ 9623594 w 12201591"/>
              <a:gd name="connsiteY375" fmla="*/ 1424856 h 2317477"/>
              <a:gd name="connsiteX376" fmla="*/ 9647314 w 12201591"/>
              <a:gd name="connsiteY376" fmla="*/ 1424856 h 2317477"/>
              <a:gd name="connsiteX377" fmla="*/ 9774386 w 12201591"/>
              <a:gd name="connsiteY377" fmla="*/ 1224082 h 2317477"/>
              <a:gd name="connsiteX378" fmla="*/ 9759985 w 12201591"/>
              <a:gd name="connsiteY378" fmla="*/ 1189349 h 2317477"/>
              <a:gd name="connsiteX379" fmla="*/ 9700685 w 12201591"/>
              <a:gd name="connsiteY379" fmla="*/ 1183419 h 2317477"/>
              <a:gd name="connsiteX380" fmla="*/ 9585473 w 12201591"/>
              <a:gd name="connsiteY380" fmla="*/ 1069901 h 2317477"/>
              <a:gd name="connsiteX381" fmla="*/ 9628677 w 12201591"/>
              <a:gd name="connsiteY381" fmla="*/ 1021613 h 2317477"/>
              <a:gd name="connsiteX382" fmla="*/ 9684589 w 12201591"/>
              <a:gd name="connsiteY382" fmla="*/ 951301 h 2317477"/>
              <a:gd name="connsiteX383" fmla="*/ 9718475 w 12201591"/>
              <a:gd name="connsiteY383" fmla="*/ 880140 h 2317477"/>
              <a:gd name="connsiteX384" fmla="*/ 9786246 w 12201591"/>
              <a:gd name="connsiteY384" fmla="*/ 1042792 h 2317477"/>
              <a:gd name="connsiteX385" fmla="*/ 9793871 w 12201591"/>
              <a:gd name="connsiteY385" fmla="*/ 1067359 h 2317477"/>
              <a:gd name="connsiteX386" fmla="*/ 9831145 w 12201591"/>
              <a:gd name="connsiteY386" fmla="*/ 1097857 h 2317477"/>
              <a:gd name="connsiteX387" fmla="*/ 9850629 w 12201591"/>
              <a:gd name="connsiteY387" fmla="*/ 1061429 h 2317477"/>
              <a:gd name="connsiteX388" fmla="*/ 9831145 w 12201591"/>
              <a:gd name="connsiteY388" fmla="*/ 959772 h 2317477"/>
              <a:gd name="connsiteX389" fmla="*/ 9858254 w 12201591"/>
              <a:gd name="connsiteY389" fmla="*/ 805591 h 2317477"/>
              <a:gd name="connsiteX390" fmla="*/ 9931109 w 12201591"/>
              <a:gd name="connsiteY390" fmla="*/ 626843 h 2317477"/>
              <a:gd name="connsiteX391" fmla="*/ 9931109 w 12201591"/>
              <a:gd name="connsiteY391" fmla="*/ 578556 h 2317477"/>
              <a:gd name="connsiteX392" fmla="*/ 9928906 w 12201591"/>
              <a:gd name="connsiteY392" fmla="*/ 575082 h 2317477"/>
              <a:gd name="connsiteX393" fmla="*/ 9942121 w 12201591"/>
              <a:gd name="connsiteY393" fmla="*/ 530268 h 2317477"/>
              <a:gd name="connsiteX394" fmla="*/ 9984479 w 12201591"/>
              <a:gd name="connsiteY394" fmla="*/ 549752 h 2317477"/>
              <a:gd name="connsiteX395" fmla="*/ 10069194 w 12201591"/>
              <a:gd name="connsiteY395" fmla="*/ 668353 h 2317477"/>
              <a:gd name="connsiteX396" fmla="*/ 10081901 w 12201591"/>
              <a:gd name="connsiteY396" fmla="*/ 595498 h 2317477"/>
              <a:gd name="connsiteX397" fmla="*/ 10103926 w 12201591"/>
              <a:gd name="connsiteY397" fmla="*/ 576014 h 2317477"/>
              <a:gd name="connsiteX398" fmla="*/ 10120870 w 12201591"/>
              <a:gd name="connsiteY398" fmla="*/ 595498 h 2317477"/>
              <a:gd name="connsiteX399" fmla="*/ 10177628 w 12201591"/>
              <a:gd name="connsiteY399" fmla="*/ 815757 h 2317477"/>
              <a:gd name="connsiteX400" fmla="*/ 10253872 w 12201591"/>
              <a:gd name="connsiteY400" fmla="*/ 1046181 h 2317477"/>
              <a:gd name="connsiteX401" fmla="*/ 10320796 w 12201591"/>
              <a:gd name="connsiteY401" fmla="*/ 1152922 h 2317477"/>
              <a:gd name="connsiteX402" fmla="*/ 10398734 w 12201591"/>
              <a:gd name="connsiteY402" fmla="*/ 1072443 h 2317477"/>
              <a:gd name="connsiteX403" fmla="*/ 10483449 w 12201591"/>
              <a:gd name="connsiteY403" fmla="*/ 1004671 h 2317477"/>
              <a:gd name="connsiteX404" fmla="*/ 10527500 w 12201591"/>
              <a:gd name="connsiteY404" fmla="*/ 897083 h 2317477"/>
              <a:gd name="connsiteX405" fmla="*/ 10527500 w 12201591"/>
              <a:gd name="connsiteY405" fmla="*/ 892000 h 2317477"/>
              <a:gd name="connsiteX406" fmla="*/ 10538513 w 12201591"/>
              <a:gd name="connsiteY406" fmla="*/ 840324 h 2317477"/>
              <a:gd name="connsiteX407" fmla="*/ 10574093 w 12201591"/>
              <a:gd name="connsiteY407" fmla="*/ 892000 h 2317477"/>
              <a:gd name="connsiteX408" fmla="*/ 10574093 w 12201591"/>
              <a:gd name="connsiteY408" fmla="*/ 908096 h 2317477"/>
              <a:gd name="connsiteX409" fmla="*/ 10574093 w 12201591"/>
              <a:gd name="connsiteY409" fmla="*/ 913179 h 2317477"/>
              <a:gd name="connsiteX410" fmla="*/ 10587648 w 12201591"/>
              <a:gd name="connsiteY410" fmla="*/ 881835 h 2317477"/>
              <a:gd name="connsiteX411" fmla="*/ 10639323 w 12201591"/>
              <a:gd name="connsiteY411" fmla="*/ 594652 h 2317477"/>
              <a:gd name="connsiteX412" fmla="*/ 10852805 w 12201591"/>
              <a:gd name="connsiteY412" fmla="*/ 434540 h 2317477"/>
              <a:gd name="connsiteX413" fmla="*/ 10907022 w 12201591"/>
              <a:gd name="connsiteY413" fmla="*/ 459108 h 2317477"/>
              <a:gd name="connsiteX414" fmla="*/ 11029858 w 12201591"/>
              <a:gd name="connsiteY414" fmla="*/ 722570 h 2317477"/>
              <a:gd name="connsiteX415" fmla="*/ 11035789 w 12201591"/>
              <a:gd name="connsiteY415" fmla="*/ 807285 h 2317477"/>
              <a:gd name="connsiteX416" fmla="*/ 11086617 w 12201591"/>
              <a:gd name="connsiteY416" fmla="*/ 816604 h 2317477"/>
              <a:gd name="connsiteX417" fmla="*/ 11105254 w 12201591"/>
              <a:gd name="connsiteY417" fmla="*/ 843713 h 2317477"/>
              <a:gd name="connsiteX418" fmla="*/ 11096784 w 12201591"/>
              <a:gd name="connsiteY418" fmla="*/ 804744 h 2317477"/>
              <a:gd name="connsiteX419" fmla="*/ 11090006 w 12201591"/>
              <a:gd name="connsiteY419" fmla="*/ 777635 h 2317477"/>
              <a:gd name="connsiteX420" fmla="*/ 11095936 w 12201591"/>
              <a:gd name="connsiteY420" fmla="*/ 731889 h 2317477"/>
              <a:gd name="connsiteX421" fmla="*/ 11158625 w 12201591"/>
              <a:gd name="connsiteY421" fmla="*/ 749679 h 2317477"/>
              <a:gd name="connsiteX422" fmla="*/ 11225549 w 12201591"/>
              <a:gd name="connsiteY422" fmla="*/ 933511 h 2317477"/>
              <a:gd name="connsiteX423" fmla="*/ 11241645 w 12201591"/>
              <a:gd name="connsiteY423" fmla="*/ 964855 h 2317477"/>
              <a:gd name="connsiteX424" fmla="*/ 11267060 w 12201591"/>
              <a:gd name="connsiteY424" fmla="*/ 942829 h 2317477"/>
              <a:gd name="connsiteX425" fmla="*/ 11488165 w 12201591"/>
              <a:gd name="connsiteY425" fmla="*/ 629384 h 2317477"/>
              <a:gd name="connsiteX426" fmla="*/ 11591518 w 12201591"/>
              <a:gd name="connsiteY426" fmla="*/ 365921 h 2317477"/>
              <a:gd name="connsiteX427" fmla="*/ 11591518 w 12201591"/>
              <a:gd name="connsiteY427" fmla="*/ 324411 h 2317477"/>
              <a:gd name="connsiteX428" fmla="*/ 11591518 w 12201591"/>
              <a:gd name="connsiteY428" fmla="*/ 285443 h 2317477"/>
              <a:gd name="connsiteX429" fmla="*/ 11622862 w 12201591"/>
              <a:gd name="connsiteY429" fmla="*/ 303233 h 2317477"/>
              <a:gd name="connsiteX430" fmla="*/ 11647430 w 12201591"/>
              <a:gd name="connsiteY430" fmla="*/ 292219 h 2317477"/>
              <a:gd name="connsiteX431" fmla="*/ 11662678 w 12201591"/>
              <a:gd name="connsiteY431" fmla="*/ 207505 h 2317477"/>
              <a:gd name="connsiteX432" fmla="*/ 11682162 w 12201591"/>
              <a:gd name="connsiteY432" fmla="*/ 165995 h 2317477"/>
              <a:gd name="connsiteX433" fmla="*/ 11707576 w 12201591"/>
              <a:gd name="connsiteY433" fmla="*/ 202422 h 2317477"/>
              <a:gd name="connsiteX434" fmla="*/ 11729603 w 12201591"/>
              <a:gd name="connsiteY434" fmla="*/ 428610 h 2317477"/>
              <a:gd name="connsiteX435" fmla="*/ 11766030 w 12201591"/>
              <a:gd name="connsiteY435" fmla="*/ 215129 h 2317477"/>
              <a:gd name="connsiteX436" fmla="*/ 11781279 w 12201591"/>
              <a:gd name="connsiteY436" fmla="*/ 175313 h 2317477"/>
              <a:gd name="connsiteX437" fmla="*/ 11806692 w 12201591"/>
              <a:gd name="connsiteY437" fmla="*/ 210047 h 2317477"/>
              <a:gd name="connsiteX438" fmla="*/ 11815164 w 12201591"/>
              <a:gd name="connsiteY438" fmla="*/ 260028 h 2317477"/>
              <a:gd name="connsiteX439" fmla="*/ 11841426 w 12201591"/>
              <a:gd name="connsiteY439" fmla="*/ 175313 h 2317477"/>
              <a:gd name="connsiteX440" fmla="*/ 11855827 w 12201591"/>
              <a:gd name="connsiteY440" fmla="*/ 159217 h 2317477"/>
              <a:gd name="connsiteX441" fmla="*/ 11871076 w 12201591"/>
              <a:gd name="connsiteY441" fmla="*/ 177855 h 2317477"/>
              <a:gd name="connsiteX442" fmla="*/ 11871076 w 12201591"/>
              <a:gd name="connsiteY442" fmla="*/ 267653 h 2317477"/>
              <a:gd name="connsiteX443" fmla="*/ 11889714 w 12201591"/>
              <a:gd name="connsiteY443" fmla="*/ 226989 h 2317477"/>
              <a:gd name="connsiteX444" fmla="*/ 11911739 w 12201591"/>
              <a:gd name="connsiteY444" fmla="*/ 205811 h 2317477"/>
              <a:gd name="connsiteX445" fmla="*/ 11926987 w 12201591"/>
              <a:gd name="connsiteY445" fmla="*/ 234614 h 2317477"/>
              <a:gd name="connsiteX446" fmla="*/ 11941390 w 12201591"/>
              <a:gd name="connsiteY446" fmla="*/ 279513 h 2317477"/>
              <a:gd name="connsiteX447" fmla="*/ 11941390 w 12201591"/>
              <a:gd name="connsiteY447" fmla="*/ 348131 h 2317477"/>
              <a:gd name="connsiteX448" fmla="*/ 11877006 w 12201591"/>
              <a:gd name="connsiteY448" fmla="*/ 551447 h 2317477"/>
              <a:gd name="connsiteX449" fmla="*/ 11899879 w 12201591"/>
              <a:gd name="connsiteY449" fmla="*/ 697156 h 2317477"/>
              <a:gd name="connsiteX450" fmla="*/ 12077781 w 12201591"/>
              <a:gd name="connsiteY450" fmla="*/ 927580 h 2317477"/>
              <a:gd name="connsiteX451" fmla="*/ 12198922 w 12201591"/>
              <a:gd name="connsiteY451" fmla="*/ 1117341 h 2317477"/>
              <a:gd name="connsiteX452" fmla="*/ 12198922 w 12201591"/>
              <a:gd name="connsiteY452" fmla="*/ 1163934 h 2317477"/>
              <a:gd name="connsiteX453" fmla="*/ 12198922 w 12201591"/>
              <a:gd name="connsiteY453" fmla="*/ 2151267 h 2317477"/>
              <a:gd name="connsiteX454" fmla="*/ 12198922 w 12201591"/>
              <a:gd name="connsiteY454" fmla="*/ 2317477 h 2317477"/>
              <a:gd name="connsiteX455" fmla="*/ 6833098 w 12201591"/>
              <a:gd name="connsiteY455" fmla="*/ 2317477 h 2317477"/>
              <a:gd name="connsiteX456" fmla="*/ 6833091 w 12201591"/>
              <a:gd name="connsiteY456" fmla="*/ 2316903 h 2317477"/>
              <a:gd name="connsiteX457" fmla="*/ 6731433 w 12201591"/>
              <a:gd name="connsiteY457" fmla="*/ 2093255 h 2317477"/>
              <a:gd name="connsiteX458" fmla="*/ 6712711 w 12201591"/>
              <a:gd name="connsiteY458" fmla="*/ 2311680 h 2317477"/>
              <a:gd name="connsiteX459" fmla="*/ 6709294 w 12201591"/>
              <a:gd name="connsiteY459" fmla="*/ 2317477 h 2317477"/>
              <a:gd name="connsiteX460" fmla="*/ 1784936 w 12201591"/>
              <a:gd name="connsiteY460" fmla="*/ 2317477 h 2317477"/>
              <a:gd name="connsiteX461" fmla="*/ 1803577 w 12201591"/>
              <a:gd name="connsiteY461" fmla="*/ 2311819 h 2317477"/>
              <a:gd name="connsiteX462" fmla="*/ 1778162 w 12201591"/>
              <a:gd name="connsiteY462" fmla="*/ 2264379 h 2317477"/>
              <a:gd name="connsiteX463" fmla="*/ 1762067 w 12201591"/>
              <a:gd name="connsiteY463" fmla="*/ 2308431 h 2317477"/>
              <a:gd name="connsiteX464" fmla="*/ 1780441 w 12201591"/>
              <a:gd name="connsiteY464" fmla="*/ 2317477 h 2317477"/>
              <a:gd name="connsiteX465" fmla="*/ 1247923 w 12201591"/>
              <a:gd name="connsiteY465" fmla="*/ 2317477 h 2317477"/>
              <a:gd name="connsiteX466" fmla="*/ 1269874 w 12201591"/>
              <a:gd name="connsiteY466" fmla="*/ 2300171 h 2317477"/>
              <a:gd name="connsiteX467" fmla="*/ 1291900 w 12201591"/>
              <a:gd name="connsiteY467" fmla="*/ 2248283 h 2317477"/>
              <a:gd name="connsiteX468" fmla="*/ 1261403 w 12201591"/>
              <a:gd name="connsiteY468" fmla="*/ 2131377 h 2317477"/>
              <a:gd name="connsiteX469" fmla="*/ 1209726 w 12201591"/>
              <a:gd name="connsiteY469" fmla="*/ 2074618 h 2317477"/>
              <a:gd name="connsiteX470" fmla="*/ 1209726 w 12201591"/>
              <a:gd name="connsiteY470" fmla="*/ 2304195 h 2317477"/>
              <a:gd name="connsiteX471" fmla="*/ 1209413 w 12201591"/>
              <a:gd name="connsiteY471" fmla="*/ 2317477 h 2317477"/>
              <a:gd name="connsiteX472" fmla="*/ 0 w 12201591"/>
              <a:gd name="connsiteY472" fmla="*/ 2317477 h 2317477"/>
              <a:gd name="connsiteX473" fmla="*/ 0 w 12201591"/>
              <a:gd name="connsiteY473" fmla="*/ 662423 h 2317477"/>
              <a:gd name="connsiteX474" fmla="*/ 84715 w 12201591"/>
              <a:gd name="connsiteY474" fmla="*/ 559918 h 2317477"/>
              <a:gd name="connsiteX475" fmla="*/ 121989 w 12201591"/>
              <a:gd name="connsiteY475" fmla="*/ 503160 h 2317477"/>
              <a:gd name="connsiteX476" fmla="*/ 121989 w 12201591"/>
              <a:gd name="connsiteY476" fmla="*/ 390489 h 2317477"/>
              <a:gd name="connsiteX477" fmla="*/ 127072 w 12201591"/>
              <a:gd name="connsiteY477" fmla="*/ 258334 h 2317477"/>
              <a:gd name="connsiteX478" fmla="*/ 220258 w 12201591"/>
              <a:gd name="connsiteY478" fmla="*/ 45700 h 2317477"/>
              <a:gd name="connsiteX479" fmla="*/ 273448 w 12201591"/>
              <a:gd name="connsiteY479" fmla="*/ 618 h 2317477"/>
              <a:gd name="connsiteX480" fmla="*/ 325305 w 12201591"/>
              <a:gd name="connsiteY480" fmla="*/ 1380804 h 2317477"/>
              <a:gd name="connsiteX481" fmla="*/ 325305 w 12201591"/>
              <a:gd name="connsiteY481" fmla="*/ 1446034 h 2317477"/>
              <a:gd name="connsiteX482" fmla="*/ 325305 w 12201591"/>
              <a:gd name="connsiteY482" fmla="*/ 1380804 h 2317477"/>
              <a:gd name="connsiteX483" fmla="*/ 11688092 w 12201591"/>
              <a:gd name="connsiteY483" fmla="*/ 608206 h 2317477"/>
              <a:gd name="connsiteX484" fmla="*/ 11540688 w 12201591"/>
              <a:gd name="connsiteY484" fmla="*/ 803897 h 2317477"/>
              <a:gd name="connsiteX485" fmla="*/ 11393285 w 12201591"/>
              <a:gd name="connsiteY485" fmla="*/ 1215610 h 2317477"/>
              <a:gd name="connsiteX486" fmla="*/ 11391083 w 12201591"/>
              <a:gd name="connsiteY486" fmla="*/ 1221964 h 2317477"/>
              <a:gd name="connsiteX487" fmla="*/ 11409380 w 12201591"/>
              <a:gd name="connsiteY487" fmla="*/ 1248649 h 2317477"/>
              <a:gd name="connsiteX488" fmla="*/ 11457668 w 12201591"/>
              <a:gd name="connsiteY488" fmla="*/ 1267286 h 2317477"/>
              <a:gd name="connsiteX489" fmla="*/ 11457668 w 12201591"/>
              <a:gd name="connsiteY489" fmla="*/ 1207986 h 2317477"/>
              <a:gd name="connsiteX490" fmla="*/ 11456905 w 12201591"/>
              <a:gd name="connsiteY490" fmla="*/ 1201972 h 2317477"/>
              <a:gd name="connsiteX491" fmla="*/ 11607614 w 12201591"/>
              <a:gd name="connsiteY491" fmla="*/ 1015683 h 2317477"/>
              <a:gd name="connsiteX492" fmla="*/ 11699952 w 12201591"/>
              <a:gd name="connsiteY492" fmla="*/ 1004671 h 2317477"/>
              <a:gd name="connsiteX493" fmla="*/ 11821942 w 12201591"/>
              <a:gd name="connsiteY493" fmla="*/ 939441 h 2317477"/>
              <a:gd name="connsiteX494" fmla="*/ 11821942 w 12201591"/>
              <a:gd name="connsiteY494" fmla="*/ 936052 h 2317477"/>
              <a:gd name="connsiteX495" fmla="*/ 11829566 w 12201591"/>
              <a:gd name="connsiteY495" fmla="*/ 832700 h 2317477"/>
              <a:gd name="connsiteX496" fmla="*/ 11688092 w 12201591"/>
              <a:gd name="connsiteY496" fmla="*/ 608206 h 2317477"/>
              <a:gd name="connsiteX497" fmla="*/ 11908244 w 12201591"/>
              <a:gd name="connsiteY497" fmla="*/ 1054440 h 2317477"/>
              <a:gd name="connsiteX498" fmla="*/ 11888866 w 12201591"/>
              <a:gd name="connsiteY498" fmla="*/ 1055499 h 2317477"/>
              <a:gd name="connsiteX499" fmla="*/ 11883783 w 12201591"/>
              <a:gd name="connsiteY499" fmla="*/ 1088538 h 2317477"/>
              <a:gd name="connsiteX500" fmla="*/ 11925294 w 12201591"/>
              <a:gd name="connsiteY500" fmla="*/ 1374027 h 2317477"/>
              <a:gd name="connsiteX501" fmla="*/ 11863451 w 12201591"/>
              <a:gd name="connsiteY501" fmla="*/ 1554469 h 2317477"/>
              <a:gd name="connsiteX502" fmla="*/ 11924446 w 12201591"/>
              <a:gd name="connsiteY502" fmla="*/ 1673917 h 2317477"/>
              <a:gd name="connsiteX503" fmla="*/ 12031187 w 12201591"/>
              <a:gd name="connsiteY503" fmla="*/ 1377416 h 2317477"/>
              <a:gd name="connsiteX504" fmla="*/ 12029493 w 12201591"/>
              <a:gd name="connsiteY504" fmla="*/ 1374027 h 2317477"/>
              <a:gd name="connsiteX505" fmla="*/ 12031187 w 12201591"/>
              <a:gd name="connsiteY505" fmla="*/ 1346071 h 2317477"/>
              <a:gd name="connsiteX506" fmla="*/ 11919363 w 12201591"/>
              <a:gd name="connsiteY506" fmla="*/ 1069901 h 2317477"/>
              <a:gd name="connsiteX507" fmla="*/ 11908244 w 12201591"/>
              <a:gd name="connsiteY507" fmla="*/ 1054440 h 2317477"/>
              <a:gd name="connsiteX508" fmla="*/ 11053578 w 12201591"/>
              <a:gd name="connsiteY508" fmla="*/ 831853 h 2317477"/>
              <a:gd name="connsiteX509" fmla="*/ 11053578 w 12201591"/>
              <a:gd name="connsiteY509" fmla="*/ 931816 h 2317477"/>
              <a:gd name="connsiteX510" fmla="*/ 11077298 w 12201591"/>
              <a:gd name="connsiteY510" fmla="*/ 952995 h 2317477"/>
              <a:gd name="connsiteX511" fmla="*/ 11077298 w 12201591"/>
              <a:gd name="connsiteY511" fmla="*/ 949606 h 2317477"/>
              <a:gd name="connsiteX512" fmla="*/ 11084076 w 12201591"/>
              <a:gd name="connsiteY512" fmla="*/ 922497 h 2317477"/>
              <a:gd name="connsiteX513" fmla="*/ 11053578 w 12201591"/>
              <a:gd name="connsiteY513" fmla="*/ 831853 h 2317477"/>
              <a:gd name="connsiteX514" fmla="*/ 10013282 w 12201591"/>
              <a:gd name="connsiteY514" fmla="*/ 785260 h 2317477"/>
              <a:gd name="connsiteX515" fmla="*/ 10013282 w 12201591"/>
              <a:gd name="connsiteY515" fmla="*/ 786954 h 2317477"/>
              <a:gd name="connsiteX516" fmla="*/ 9970924 w 12201591"/>
              <a:gd name="connsiteY516" fmla="*/ 910637 h 2317477"/>
              <a:gd name="connsiteX517" fmla="*/ 10013282 w 12201591"/>
              <a:gd name="connsiteY517" fmla="*/ 785260 h 2317477"/>
              <a:gd name="connsiteX518" fmla="*/ 10058181 w 12201591"/>
              <a:gd name="connsiteY518" fmla="*/ 891153 h 2317477"/>
              <a:gd name="connsiteX519" fmla="*/ 10013282 w 12201591"/>
              <a:gd name="connsiteY519" fmla="*/ 986033 h 2317477"/>
              <a:gd name="connsiteX520" fmla="*/ 9992103 w 12201591"/>
              <a:gd name="connsiteY520" fmla="*/ 1086844 h 2317477"/>
              <a:gd name="connsiteX521" fmla="*/ 9941274 w 12201591"/>
              <a:gd name="connsiteY521" fmla="*/ 1180030 h 2317477"/>
              <a:gd name="connsiteX522" fmla="*/ 9941274 w 12201591"/>
              <a:gd name="connsiteY522" fmla="*/ 1218999 h 2317477"/>
              <a:gd name="connsiteX523" fmla="*/ 10025989 w 12201591"/>
              <a:gd name="connsiteY523" fmla="*/ 1318962 h 2317477"/>
              <a:gd name="connsiteX524" fmla="*/ 10025989 w 12201591"/>
              <a:gd name="connsiteY524" fmla="*/ 1322351 h 2317477"/>
              <a:gd name="connsiteX525" fmla="*/ 10178476 w 12201591"/>
              <a:gd name="connsiteY525" fmla="*/ 1316421 h 2317477"/>
              <a:gd name="connsiteX526" fmla="*/ 10193724 w 12201591"/>
              <a:gd name="connsiteY526" fmla="*/ 1237636 h 2317477"/>
              <a:gd name="connsiteX527" fmla="*/ 10119175 w 12201591"/>
              <a:gd name="connsiteY527" fmla="*/ 1114800 h 2317477"/>
              <a:gd name="connsiteX528" fmla="*/ 10058181 w 12201591"/>
              <a:gd name="connsiteY528" fmla="*/ 945371 h 2317477"/>
              <a:gd name="connsiteX529" fmla="*/ 10058181 w 12201591"/>
              <a:gd name="connsiteY529" fmla="*/ 891153 h 2317477"/>
              <a:gd name="connsiteX530" fmla="*/ 10477519 w 12201591"/>
              <a:gd name="connsiteY530" fmla="*/ 1291006 h 2317477"/>
              <a:gd name="connsiteX531" fmla="*/ 10462270 w 12201591"/>
              <a:gd name="connsiteY531" fmla="*/ 1322351 h 2317477"/>
              <a:gd name="connsiteX532" fmla="*/ 10431773 w 12201591"/>
              <a:gd name="connsiteY532" fmla="*/ 1340988 h 2317477"/>
              <a:gd name="connsiteX533" fmla="*/ 10441939 w 12201591"/>
              <a:gd name="connsiteY533" fmla="*/ 1357931 h 2317477"/>
              <a:gd name="connsiteX534" fmla="*/ 10462270 w 12201591"/>
              <a:gd name="connsiteY534" fmla="*/ 1322351 h 2317477"/>
              <a:gd name="connsiteX535" fmla="*/ 10477519 w 12201591"/>
              <a:gd name="connsiteY535" fmla="*/ 1291006 h 2317477"/>
              <a:gd name="connsiteX536" fmla="*/ 9864184 w 12201591"/>
              <a:gd name="connsiteY536" fmla="*/ 1335058 h 2317477"/>
              <a:gd name="connsiteX537" fmla="*/ 9836228 w 12201591"/>
              <a:gd name="connsiteY537" fmla="*/ 1451117 h 2317477"/>
              <a:gd name="connsiteX538" fmla="*/ 9836228 w 12201591"/>
              <a:gd name="connsiteY538" fmla="*/ 1452812 h 2317477"/>
              <a:gd name="connsiteX539" fmla="*/ 9864184 w 12201591"/>
              <a:gd name="connsiteY539" fmla="*/ 1335058 h 2317477"/>
              <a:gd name="connsiteX540" fmla="*/ 11373800 w 12201591"/>
              <a:gd name="connsiteY540" fmla="*/ 1432480 h 2317477"/>
              <a:gd name="connsiteX541" fmla="*/ 11458515 w 12201591"/>
              <a:gd name="connsiteY541" fmla="*/ 1686625 h 2317477"/>
              <a:gd name="connsiteX542" fmla="*/ 11458515 w 12201591"/>
              <a:gd name="connsiteY542" fmla="*/ 1683236 h 2317477"/>
              <a:gd name="connsiteX543" fmla="*/ 11542383 w 12201591"/>
              <a:gd name="connsiteY543" fmla="*/ 1612075 h 2317477"/>
              <a:gd name="connsiteX544" fmla="*/ 11504261 w 12201591"/>
              <a:gd name="connsiteY544" fmla="*/ 1469754 h 2317477"/>
              <a:gd name="connsiteX545" fmla="*/ 11489860 w 12201591"/>
              <a:gd name="connsiteY545" fmla="*/ 1460436 h 2317477"/>
              <a:gd name="connsiteX546" fmla="*/ 11373800 w 12201591"/>
              <a:gd name="connsiteY546" fmla="*/ 1432480 h 2317477"/>
              <a:gd name="connsiteX547" fmla="*/ 9409266 w 12201591"/>
              <a:gd name="connsiteY547" fmla="*/ 995352 h 2317477"/>
              <a:gd name="connsiteX548" fmla="*/ 9398253 w 12201591"/>
              <a:gd name="connsiteY548" fmla="*/ 1002129 h 2317477"/>
              <a:gd name="connsiteX549" fmla="*/ 9397406 w 12201591"/>
              <a:gd name="connsiteY549" fmla="*/ 1001282 h 2317477"/>
              <a:gd name="connsiteX550" fmla="*/ 9416890 w 12201591"/>
              <a:gd name="connsiteY550" fmla="*/ 1047875 h 2317477"/>
              <a:gd name="connsiteX551" fmla="*/ 9409266 w 12201591"/>
              <a:gd name="connsiteY551" fmla="*/ 995352 h 2317477"/>
              <a:gd name="connsiteX552" fmla="*/ 9368602 w 12201591"/>
              <a:gd name="connsiteY552" fmla="*/ 1015683 h 2317477"/>
              <a:gd name="connsiteX553" fmla="*/ 9294054 w 12201591"/>
              <a:gd name="connsiteY553" fmla="*/ 1081761 h 2317477"/>
              <a:gd name="connsiteX554" fmla="*/ 9094974 w 12201591"/>
              <a:gd name="connsiteY554" fmla="*/ 1304561 h 2317477"/>
              <a:gd name="connsiteX555" fmla="*/ 9044992 w 12201591"/>
              <a:gd name="connsiteY555" fmla="*/ 1372332 h 2317477"/>
              <a:gd name="connsiteX556" fmla="*/ 9044992 w 12201591"/>
              <a:gd name="connsiteY556" fmla="*/ 1385887 h 2317477"/>
              <a:gd name="connsiteX557" fmla="*/ 9011953 w 12201591"/>
              <a:gd name="connsiteY557" fmla="*/ 1424856 h 2317477"/>
              <a:gd name="connsiteX558" fmla="*/ 8981456 w 12201591"/>
              <a:gd name="connsiteY558" fmla="*/ 1430786 h 2317477"/>
              <a:gd name="connsiteX559" fmla="*/ 8800167 w 12201591"/>
              <a:gd name="connsiteY559" fmla="*/ 1503640 h 2317477"/>
              <a:gd name="connsiteX560" fmla="*/ 8734936 w 12201591"/>
              <a:gd name="connsiteY560" fmla="*/ 1596827 h 2317477"/>
              <a:gd name="connsiteX561" fmla="*/ 8726465 w 12201591"/>
              <a:gd name="connsiteY561" fmla="*/ 1739995 h 2317477"/>
              <a:gd name="connsiteX562" fmla="*/ 8682413 w 12201591"/>
              <a:gd name="connsiteY562" fmla="*/ 2011929 h 2317477"/>
              <a:gd name="connsiteX563" fmla="*/ 8716299 w 12201591"/>
              <a:gd name="connsiteY563" fmla="*/ 2170346 h 2317477"/>
              <a:gd name="connsiteX564" fmla="*/ 8752727 w 12201591"/>
              <a:gd name="connsiteY564" fmla="*/ 2170346 h 2317477"/>
              <a:gd name="connsiteX565" fmla="*/ 8873869 w 12201591"/>
              <a:gd name="connsiteY565" fmla="*/ 2050898 h 2317477"/>
              <a:gd name="connsiteX566" fmla="*/ 8905213 w 12201591"/>
              <a:gd name="connsiteY566" fmla="*/ 2000916 h 2317477"/>
              <a:gd name="connsiteX567" fmla="*/ 8957736 w 12201591"/>
              <a:gd name="connsiteY567" fmla="*/ 1831487 h 2317477"/>
              <a:gd name="connsiteX568" fmla="*/ 9026355 w 12201591"/>
              <a:gd name="connsiteY568" fmla="*/ 1699331 h 2317477"/>
              <a:gd name="connsiteX569" fmla="*/ 9124624 w 12201591"/>
              <a:gd name="connsiteY569" fmla="*/ 1501099 h 2317477"/>
              <a:gd name="connsiteX570" fmla="*/ 9275416 w 12201591"/>
              <a:gd name="connsiteY570" fmla="*/ 1462978 h 2317477"/>
              <a:gd name="connsiteX571" fmla="*/ 9315232 w 12201591"/>
              <a:gd name="connsiteY571" fmla="*/ 1501946 h 2317477"/>
              <a:gd name="connsiteX572" fmla="*/ 9326245 w 12201591"/>
              <a:gd name="connsiteY572" fmla="*/ 1510418 h 2317477"/>
              <a:gd name="connsiteX573" fmla="*/ 9416043 w 12201591"/>
              <a:gd name="connsiteY573" fmla="*/ 1667987 h 2317477"/>
              <a:gd name="connsiteX574" fmla="*/ 9453317 w 12201591"/>
              <a:gd name="connsiteY574" fmla="*/ 1915354 h 2317477"/>
              <a:gd name="connsiteX575" fmla="*/ 9497369 w 12201591"/>
              <a:gd name="connsiteY575" fmla="*/ 1754396 h 2317477"/>
              <a:gd name="connsiteX576" fmla="*/ 9497369 w 12201591"/>
              <a:gd name="connsiteY576" fmla="*/ 1756091 h 2317477"/>
              <a:gd name="connsiteX577" fmla="*/ 9532949 w 12201591"/>
              <a:gd name="connsiteY577" fmla="*/ 1632407 h 2317477"/>
              <a:gd name="connsiteX578" fmla="*/ 9415196 w 12201591"/>
              <a:gd name="connsiteY578" fmla="*/ 1350307 h 2317477"/>
              <a:gd name="connsiteX579" fmla="*/ 9393170 w 12201591"/>
              <a:gd name="connsiteY579" fmla="*/ 1296936 h 2317477"/>
              <a:gd name="connsiteX580" fmla="*/ 9352507 w 12201591"/>
              <a:gd name="connsiteY580" fmla="*/ 1159699 h 2317477"/>
              <a:gd name="connsiteX581" fmla="*/ 9343188 w 12201591"/>
              <a:gd name="connsiteY581" fmla="*/ 1097857 h 2317477"/>
              <a:gd name="connsiteX582" fmla="*/ 9389781 w 12201591"/>
              <a:gd name="connsiteY582" fmla="*/ 1151227 h 2317477"/>
              <a:gd name="connsiteX583" fmla="*/ 9413502 w 12201591"/>
              <a:gd name="connsiteY583" fmla="*/ 1158852 h 2317477"/>
              <a:gd name="connsiteX584" fmla="*/ 9413502 w 12201591"/>
              <a:gd name="connsiteY584" fmla="*/ 1137673 h 2317477"/>
              <a:gd name="connsiteX585" fmla="*/ 9368602 w 12201591"/>
              <a:gd name="connsiteY585" fmla="*/ 1015683 h 2317477"/>
              <a:gd name="connsiteX586" fmla="*/ 9816743 w 12201591"/>
              <a:gd name="connsiteY586" fmla="*/ 1534138 h 2317477"/>
              <a:gd name="connsiteX587" fmla="*/ 9796412 w 12201591"/>
              <a:gd name="connsiteY587" fmla="*/ 1629019 h 2317477"/>
              <a:gd name="connsiteX588" fmla="*/ 9778622 w 12201591"/>
              <a:gd name="connsiteY588" fmla="*/ 1723052 h 2317477"/>
              <a:gd name="connsiteX589" fmla="*/ 9844699 w 12201591"/>
              <a:gd name="connsiteY589" fmla="*/ 1945852 h 2317477"/>
              <a:gd name="connsiteX590" fmla="*/ 9844699 w 12201591"/>
              <a:gd name="connsiteY590" fmla="*/ 1947546 h 2317477"/>
              <a:gd name="connsiteX591" fmla="*/ 9890445 w 12201591"/>
              <a:gd name="connsiteY591" fmla="*/ 1860289 h 2317477"/>
              <a:gd name="connsiteX592" fmla="*/ 9816743 w 12201591"/>
              <a:gd name="connsiteY592" fmla="*/ 1656974 h 2317477"/>
              <a:gd name="connsiteX593" fmla="*/ 9816743 w 12201591"/>
              <a:gd name="connsiteY593" fmla="*/ 1534138 h 2317477"/>
              <a:gd name="connsiteX594" fmla="*/ 10290299 w 12201591"/>
              <a:gd name="connsiteY594" fmla="*/ 1620547 h 2317477"/>
              <a:gd name="connsiteX595" fmla="*/ 10257260 w 12201591"/>
              <a:gd name="connsiteY595" fmla="*/ 1720510 h 2317477"/>
              <a:gd name="connsiteX596" fmla="*/ 10192877 w 12201591"/>
              <a:gd name="connsiteY596" fmla="*/ 1889939 h 2317477"/>
              <a:gd name="connsiteX597" fmla="*/ 10229304 w 12201591"/>
              <a:gd name="connsiteY597" fmla="*/ 1933144 h 2317477"/>
              <a:gd name="connsiteX598" fmla="*/ 10244553 w 12201591"/>
              <a:gd name="connsiteY598" fmla="*/ 1933144 h 2317477"/>
              <a:gd name="connsiteX599" fmla="*/ 10290299 w 12201591"/>
              <a:gd name="connsiteY599" fmla="*/ 1839958 h 2317477"/>
              <a:gd name="connsiteX600" fmla="*/ 10321643 w 12201591"/>
              <a:gd name="connsiteY600" fmla="*/ 1755243 h 2317477"/>
              <a:gd name="connsiteX601" fmla="*/ 10321643 w 12201591"/>
              <a:gd name="connsiteY601" fmla="*/ 1756937 h 2317477"/>
              <a:gd name="connsiteX602" fmla="*/ 10326726 w 12201591"/>
              <a:gd name="connsiteY602" fmla="*/ 1718816 h 2317477"/>
              <a:gd name="connsiteX603" fmla="*/ 10290299 w 12201591"/>
              <a:gd name="connsiteY603" fmla="*/ 1620547 h 2317477"/>
              <a:gd name="connsiteX604" fmla="*/ 10713873 w 12201591"/>
              <a:gd name="connsiteY604" fmla="*/ 1932191 h 2317477"/>
              <a:gd name="connsiteX605" fmla="*/ 10687611 w 12201591"/>
              <a:gd name="connsiteY605" fmla="*/ 1934839 h 2317477"/>
              <a:gd name="connsiteX606" fmla="*/ 10679139 w 12201591"/>
              <a:gd name="connsiteY606" fmla="*/ 1955170 h 2317477"/>
              <a:gd name="connsiteX607" fmla="*/ 10716414 w 12201591"/>
              <a:gd name="connsiteY607" fmla="*/ 2169498 h 2317477"/>
              <a:gd name="connsiteX608" fmla="*/ 10773173 w 12201591"/>
              <a:gd name="connsiteY608" fmla="*/ 2098338 h 2317477"/>
              <a:gd name="connsiteX609" fmla="*/ 10735051 w 12201591"/>
              <a:gd name="connsiteY609" fmla="*/ 1949240 h 2317477"/>
              <a:gd name="connsiteX610" fmla="*/ 10713873 w 12201591"/>
              <a:gd name="connsiteY610" fmla="*/ 1932191 h 2317477"/>
              <a:gd name="connsiteX611" fmla="*/ 7203572 w 12201591"/>
              <a:gd name="connsiteY611" fmla="*/ 1302880 h 2317477"/>
              <a:gd name="connsiteX612" fmla="*/ 7174491 w 12201591"/>
              <a:gd name="connsiteY612" fmla="*/ 1306255 h 2317477"/>
              <a:gd name="connsiteX613" fmla="*/ 7301564 w 12201591"/>
              <a:gd name="connsiteY613" fmla="*/ 1445187 h 2317477"/>
              <a:gd name="connsiteX614" fmla="*/ 7349851 w 12201591"/>
              <a:gd name="connsiteY614" fmla="*/ 1437563 h 2317477"/>
              <a:gd name="connsiteX615" fmla="*/ 7349004 w 12201591"/>
              <a:gd name="connsiteY615" fmla="*/ 1436716 h 2317477"/>
              <a:gd name="connsiteX616" fmla="*/ 7337991 w 12201591"/>
              <a:gd name="connsiteY616" fmla="*/ 1385887 h 2317477"/>
              <a:gd name="connsiteX617" fmla="*/ 7266830 w 12201591"/>
              <a:gd name="connsiteY617" fmla="*/ 1334211 h 2317477"/>
              <a:gd name="connsiteX618" fmla="*/ 7203572 w 12201591"/>
              <a:gd name="connsiteY618" fmla="*/ 1302880 h 2317477"/>
              <a:gd name="connsiteX619" fmla="*/ 7090412 w 12201591"/>
              <a:gd name="connsiteY619" fmla="*/ 1424326 h 2317477"/>
              <a:gd name="connsiteX620" fmla="*/ 7079611 w 12201591"/>
              <a:gd name="connsiteY620" fmla="*/ 1431633 h 2317477"/>
              <a:gd name="connsiteX621" fmla="*/ 6977953 w 12201591"/>
              <a:gd name="connsiteY621" fmla="*/ 1525666 h 2317477"/>
              <a:gd name="connsiteX622" fmla="*/ 6748376 w 12201591"/>
              <a:gd name="connsiteY622" fmla="*/ 1807767 h 2317477"/>
              <a:gd name="connsiteX623" fmla="*/ 6717879 w 12201591"/>
              <a:gd name="connsiteY623" fmla="*/ 1858595 h 2317477"/>
              <a:gd name="connsiteX624" fmla="*/ 6731433 w 12201591"/>
              <a:gd name="connsiteY624" fmla="*/ 2043274 h 2317477"/>
              <a:gd name="connsiteX625" fmla="*/ 6748376 w 12201591"/>
              <a:gd name="connsiteY625" fmla="*/ 1915354 h 2317477"/>
              <a:gd name="connsiteX626" fmla="*/ 6847493 w 12201591"/>
              <a:gd name="connsiteY626" fmla="*/ 1764562 h 2317477"/>
              <a:gd name="connsiteX627" fmla="*/ 7186351 w 12201591"/>
              <a:gd name="connsiteY627" fmla="*/ 1823015 h 2317477"/>
              <a:gd name="connsiteX628" fmla="*/ 7217696 w 12201591"/>
              <a:gd name="connsiteY628" fmla="*/ 1738301 h 2317477"/>
              <a:gd name="connsiteX629" fmla="*/ 7216849 w 12201591"/>
              <a:gd name="connsiteY629" fmla="*/ 1737453 h 2317477"/>
              <a:gd name="connsiteX630" fmla="*/ 7214307 w 12201591"/>
              <a:gd name="connsiteY630" fmla="*/ 1535832 h 2317477"/>
              <a:gd name="connsiteX631" fmla="*/ 7099942 w 12201591"/>
              <a:gd name="connsiteY631" fmla="*/ 1426550 h 2317477"/>
              <a:gd name="connsiteX632" fmla="*/ 7090412 w 12201591"/>
              <a:gd name="connsiteY632" fmla="*/ 1424326 h 2317477"/>
              <a:gd name="connsiteX633" fmla="*/ 7539506 w 12201591"/>
              <a:gd name="connsiteY633" fmla="*/ 1524819 h 2317477"/>
              <a:gd name="connsiteX634" fmla="*/ 7525210 w 12201591"/>
              <a:gd name="connsiteY634" fmla="*/ 1545151 h 2317477"/>
              <a:gd name="connsiteX635" fmla="*/ 7508267 w 12201591"/>
              <a:gd name="connsiteY635" fmla="*/ 1629865 h 2317477"/>
              <a:gd name="connsiteX636" fmla="*/ 7493018 w 12201591"/>
              <a:gd name="connsiteY636" fmla="*/ 1745925 h 2317477"/>
              <a:gd name="connsiteX637" fmla="*/ 7572244 w 12201591"/>
              <a:gd name="connsiteY637" fmla="*/ 2011454 h 2317477"/>
              <a:gd name="connsiteX638" fmla="*/ 7583516 w 12201591"/>
              <a:gd name="connsiteY638" fmla="*/ 2102234 h 2317477"/>
              <a:gd name="connsiteX639" fmla="*/ 7582816 w 12201591"/>
              <a:gd name="connsiteY639" fmla="*/ 2102574 h 2317477"/>
              <a:gd name="connsiteX640" fmla="*/ 7583663 w 12201591"/>
              <a:gd name="connsiteY640" fmla="*/ 2103421 h 2317477"/>
              <a:gd name="connsiteX641" fmla="*/ 7583516 w 12201591"/>
              <a:gd name="connsiteY641" fmla="*/ 2102234 h 2317477"/>
              <a:gd name="connsiteX642" fmla="*/ 7609144 w 12201591"/>
              <a:gd name="connsiteY642" fmla="*/ 2089761 h 2317477"/>
              <a:gd name="connsiteX643" fmla="*/ 7651435 w 12201591"/>
              <a:gd name="connsiteY643" fmla="*/ 2044968 h 2317477"/>
              <a:gd name="connsiteX644" fmla="*/ 7590440 w 12201591"/>
              <a:gd name="connsiteY644" fmla="*/ 1875538 h 2317477"/>
              <a:gd name="connsiteX645" fmla="*/ 7559096 w 12201591"/>
              <a:gd name="connsiteY645" fmla="*/ 1805225 h 2317477"/>
              <a:gd name="connsiteX646" fmla="*/ 7583663 w 12201591"/>
              <a:gd name="connsiteY646" fmla="*/ 1562941 h 2317477"/>
              <a:gd name="connsiteX647" fmla="*/ 7565873 w 12201591"/>
              <a:gd name="connsiteY647" fmla="*/ 1527360 h 2317477"/>
              <a:gd name="connsiteX648" fmla="*/ 7539506 w 12201591"/>
              <a:gd name="connsiteY648" fmla="*/ 1524819 h 2317477"/>
              <a:gd name="connsiteX649" fmla="*/ 8584144 w 12201591"/>
              <a:gd name="connsiteY649" fmla="*/ 1590897 h 2317477"/>
              <a:gd name="connsiteX650" fmla="*/ 8567201 w 12201591"/>
              <a:gd name="connsiteY650" fmla="*/ 1630713 h 2317477"/>
              <a:gd name="connsiteX651" fmla="*/ 8551952 w 12201591"/>
              <a:gd name="connsiteY651" fmla="*/ 1679847 h 2317477"/>
              <a:gd name="connsiteX652" fmla="*/ 8567201 w 12201591"/>
              <a:gd name="connsiteY652" fmla="*/ 1630713 h 2317477"/>
              <a:gd name="connsiteX653" fmla="*/ 8584144 w 12201591"/>
              <a:gd name="connsiteY653" fmla="*/ 1590897 h 2317477"/>
              <a:gd name="connsiteX654" fmla="*/ 4921926 w 12201591"/>
              <a:gd name="connsiteY654" fmla="*/ 927580 h 2317477"/>
              <a:gd name="connsiteX655" fmla="*/ 4850766 w 12201591"/>
              <a:gd name="connsiteY655" fmla="*/ 1051264 h 2317477"/>
              <a:gd name="connsiteX656" fmla="*/ 4825352 w 12201591"/>
              <a:gd name="connsiteY656" fmla="*/ 1129201 h 2317477"/>
              <a:gd name="connsiteX657" fmla="*/ 4825470 w 12201591"/>
              <a:gd name="connsiteY657" fmla="*/ 1130049 h 2317477"/>
              <a:gd name="connsiteX658" fmla="*/ 4789772 w 12201591"/>
              <a:gd name="connsiteY658" fmla="*/ 1176642 h 2317477"/>
              <a:gd name="connsiteX659" fmla="*/ 4765204 w 12201591"/>
              <a:gd name="connsiteY659" fmla="*/ 1202056 h 2317477"/>
              <a:gd name="connsiteX660" fmla="*/ 4801632 w 12201591"/>
              <a:gd name="connsiteY660" fmla="*/ 1417232 h 2317477"/>
              <a:gd name="connsiteX661" fmla="*/ 5017654 w 12201591"/>
              <a:gd name="connsiteY661" fmla="*/ 1851818 h 2317477"/>
              <a:gd name="connsiteX662" fmla="*/ 5051540 w 12201591"/>
              <a:gd name="connsiteY662" fmla="*/ 1367250 h 2317477"/>
              <a:gd name="connsiteX663" fmla="*/ 5050693 w 12201591"/>
              <a:gd name="connsiteY663" fmla="*/ 1366402 h 2317477"/>
              <a:gd name="connsiteX664" fmla="*/ 5026973 w 12201591"/>
              <a:gd name="connsiteY664" fmla="*/ 1230859 h 2317477"/>
              <a:gd name="connsiteX665" fmla="*/ 4984615 w 12201591"/>
              <a:gd name="connsiteY665" fmla="*/ 1130049 h 2317477"/>
              <a:gd name="connsiteX666" fmla="*/ 4961742 w 12201591"/>
              <a:gd name="connsiteY666" fmla="*/ 1100398 h 2317477"/>
              <a:gd name="connsiteX667" fmla="*/ 4949035 w 12201591"/>
              <a:gd name="connsiteY667" fmla="*/ 1051264 h 2317477"/>
              <a:gd name="connsiteX668" fmla="*/ 4929551 w 12201591"/>
              <a:gd name="connsiteY668" fmla="*/ 1051264 h 2317477"/>
              <a:gd name="connsiteX669" fmla="*/ 4899054 w 12201591"/>
              <a:gd name="connsiteY669" fmla="*/ 1040251 h 2317477"/>
              <a:gd name="connsiteX670" fmla="*/ 4926162 w 12201591"/>
              <a:gd name="connsiteY670" fmla="*/ 1022461 h 2317477"/>
              <a:gd name="connsiteX671" fmla="*/ 5032056 w 12201591"/>
              <a:gd name="connsiteY671" fmla="*/ 1022461 h 2317477"/>
              <a:gd name="connsiteX672" fmla="*/ 4921926 w 12201591"/>
              <a:gd name="connsiteY672" fmla="*/ 927580 h 2317477"/>
              <a:gd name="connsiteX673" fmla="*/ 4654201 w 12201591"/>
              <a:gd name="connsiteY673" fmla="*/ 1286202 h 2317477"/>
              <a:gd name="connsiteX674" fmla="*/ 4637285 w 12201591"/>
              <a:gd name="connsiteY674" fmla="*/ 1290160 h 2317477"/>
              <a:gd name="connsiteX675" fmla="*/ 4520379 w 12201591"/>
              <a:gd name="connsiteY675" fmla="*/ 1442646 h 2317477"/>
              <a:gd name="connsiteX676" fmla="*/ 4504283 w 12201591"/>
              <a:gd name="connsiteY676" fmla="*/ 1490086 h 2317477"/>
              <a:gd name="connsiteX677" fmla="*/ 4481410 w 12201591"/>
              <a:gd name="connsiteY677" fmla="*/ 1593438 h 2317477"/>
              <a:gd name="connsiteX678" fmla="*/ 4516143 w 12201591"/>
              <a:gd name="connsiteY678" fmla="*/ 1847582 h 2317477"/>
              <a:gd name="connsiteX679" fmla="*/ 4556806 w 12201591"/>
              <a:gd name="connsiteY679" fmla="*/ 1886551 h 2317477"/>
              <a:gd name="connsiteX680" fmla="*/ 4756733 w 12201591"/>
              <a:gd name="connsiteY680" fmla="*/ 2027178 h 2317477"/>
              <a:gd name="connsiteX681" fmla="*/ 4841448 w 12201591"/>
              <a:gd name="connsiteY681" fmla="*/ 2071229 h 2317477"/>
              <a:gd name="connsiteX682" fmla="*/ 4840600 w 12201591"/>
              <a:gd name="connsiteY682" fmla="*/ 2070382 h 2317477"/>
              <a:gd name="connsiteX683" fmla="*/ 4870251 w 12201591"/>
              <a:gd name="connsiteY683" fmla="*/ 2035649 h 2317477"/>
              <a:gd name="connsiteX684" fmla="*/ 4817727 w 12201591"/>
              <a:gd name="connsiteY684" fmla="*/ 1764562 h 2317477"/>
              <a:gd name="connsiteX685" fmla="*/ 4733012 w 12201591"/>
              <a:gd name="connsiteY685" fmla="*/ 1548539 h 2317477"/>
              <a:gd name="connsiteX686" fmla="*/ 4683878 w 12201591"/>
              <a:gd name="connsiteY686" fmla="*/ 1408760 h 2317477"/>
              <a:gd name="connsiteX687" fmla="*/ 4675406 w 12201591"/>
              <a:gd name="connsiteY687" fmla="*/ 1311338 h 2317477"/>
              <a:gd name="connsiteX688" fmla="*/ 4654201 w 12201591"/>
              <a:gd name="connsiteY688" fmla="*/ 1286202 h 2317477"/>
              <a:gd name="connsiteX689" fmla="*/ 3904502 w 12201591"/>
              <a:gd name="connsiteY689" fmla="*/ 1476532 h 2317477"/>
              <a:gd name="connsiteX690" fmla="*/ 3901817 w 12201591"/>
              <a:gd name="connsiteY690" fmla="*/ 1476616 h 2317477"/>
              <a:gd name="connsiteX691" fmla="*/ 3890101 w 12201591"/>
              <a:gd name="connsiteY691" fmla="*/ 1491780 h 2317477"/>
              <a:gd name="connsiteX692" fmla="*/ 3879935 w 12201591"/>
              <a:gd name="connsiteY692" fmla="*/ 1643420 h 2317477"/>
              <a:gd name="connsiteX693" fmla="*/ 3932458 w 12201591"/>
              <a:gd name="connsiteY693" fmla="*/ 1928909 h 2317477"/>
              <a:gd name="connsiteX694" fmla="*/ 3954484 w 12201591"/>
              <a:gd name="connsiteY694" fmla="*/ 2098338 h 2317477"/>
              <a:gd name="connsiteX695" fmla="*/ 4012937 w 12201591"/>
              <a:gd name="connsiteY695" fmla="*/ 1956864 h 2317477"/>
              <a:gd name="connsiteX696" fmla="*/ 4012090 w 12201591"/>
              <a:gd name="connsiteY696" fmla="*/ 1956018 h 2317477"/>
              <a:gd name="connsiteX697" fmla="*/ 4017173 w 12201591"/>
              <a:gd name="connsiteY697" fmla="*/ 1767103 h 2317477"/>
              <a:gd name="connsiteX698" fmla="*/ 3922292 w 12201591"/>
              <a:gd name="connsiteY698" fmla="*/ 1488392 h 2317477"/>
              <a:gd name="connsiteX699" fmla="*/ 3904502 w 12201591"/>
              <a:gd name="connsiteY699" fmla="*/ 1476532 h 2317477"/>
              <a:gd name="connsiteX700" fmla="*/ 2372013 w 12201591"/>
              <a:gd name="connsiteY700" fmla="*/ 823381 h 2317477"/>
              <a:gd name="connsiteX701" fmla="*/ 2380484 w 12201591"/>
              <a:gd name="connsiteY701" fmla="*/ 964007 h 2317477"/>
              <a:gd name="connsiteX702" fmla="*/ 2395733 w 12201591"/>
              <a:gd name="connsiteY702" fmla="*/ 1013142 h 2317477"/>
              <a:gd name="connsiteX703" fmla="*/ 2403357 w 12201591"/>
              <a:gd name="connsiteY703" fmla="*/ 1089385 h 2317477"/>
              <a:gd name="connsiteX704" fmla="*/ 2409287 w 12201591"/>
              <a:gd name="connsiteY704" fmla="*/ 1104634 h 2317477"/>
              <a:gd name="connsiteX705" fmla="*/ 2423689 w 12201591"/>
              <a:gd name="connsiteY705" fmla="*/ 1104634 h 2317477"/>
              <a:gd name="connsiteX706" fmla="*/ 2445715 w 12201591"/>
              <a:gd name="connsiteY706" fmla="*/ 1040251 h 2317477"/>
              <a:gd name="connsiteX707" fmla="*/ 2372013 w 12201591"/>
              <a:gd name="connsiteY707" fmla="*/ 823381 h 2317477"/>
              <a:gd name="connsiteX708" fmla="*/ 1388792 w 12201591"/>
              <a:gd name="connsiteY708" fmla="*/ 898777 h 2317477"/>
              <a:gd name="connsiteX709" fmla="*/ 1384239 w 12201591"/>
              <a:gd name="connsiteY709" fmla="*/ 905555 h 2317477"/>
              <a:gd name="connsiteX710" fmla="*/ 1380003 w 12201591"/>
              <a:gd name="connsiteY710" fmla="*/ 905555 h 2317477"/>
              <a:gd name="connsiteX711" fmla="*/ 1406265 w 12201591"/>
              <a:gd name="connsiteY711" fmla="*/ 932663 h 2317477"/>
              <a:gd name="connsiteX712" fmla="*/ 1420666 w 12201591"/>
              <a:gd name="connsiteY712" fmla="*/ 925039 h 2317477"/>
              <a:gd name="connsiteX713" fmla="*/ 1397793 w 12201591"/>
              <a:gd name="connsiteY713" fmla="*/ 899625 h 2317477"/>
              <a:gd name="connsiteX714" fmla="*/ 1388792 w 12201591"/>
              <a:gd name="connsiteY714" fmla="*/ 898777 h 2317477"/>
              <a:gd name="connsiteX715" fmla="*/ 1381697 w 12201591"/>
              <a:gd name="connsiteY715" fmla="*/ 974173 h 2317477"/>
              <a:gd name="connsiteX716" fmla="*/ 1420666 w 12201591"/>
              <a:gd name="connsiteY716" fmla="*/ 1005518 h 2317477"/>
              <a:gd name="connsiteX717" fmla="*/ 1384239 w 12201591"/>
              <a:gd name="connsiteY717" fmla="*/ 974173 h 2317477"/>
              <a:gd name="connsiteX718" fmla="*/ 1381697 w 12201591"/>
              <a:gd name="connsiteY718" fmla="*/ 974173 h 2317477"/>
              <a:gd name="connsiteX719" fmla="*/ 1403723 w 12201591"/>
              <a:gd name="connsiteY719" fmla="*/ 1086844 h 2317477"/>
              <a:gd name="connsiteX720" fmla="*/ 1417278 w 12201591"/>
              <a:gd name="connsiteY720" fmla="*/ 1121577 h 2317477"/>
              <a:gd name="connsiteX721" fmla="*/ 1426596 w 12201591"/>
              <a:gd name="connsiteY721" fmla="*/ 1115647 h 2317477"/>
              <a:gd name="connsiteX722" fmla="*/ 1424055 w 12201591"/>
              <a:gd name="connsiteY722" fmla="*/ 1115647 h 2317477"/>
              <a:gd name="connsiteX723" fmla="*/ 1403723 w 12201591"/>
              <a:gd name="connsiteY723" fmla="*/ 1086844 h 2317477"/>
              <a:gd name="connsiteX724" fmla="*/ 1444638 w 12201591"/>
              <a:gd name="connsiteY724" fmla="*/ 1196603 h 2317477"/>
              <a:gd name="connsiteX725" fmla="*/ 1422361 w 12201591"/>
              <a:gd name="connsiteY725" fmla="*/ 1211375 h 2317477"/>
              <a:gd name="connsiteX726" fmla="*/ 1324091 w 12201591"/>
              <a:gd name="connsiteY726" fmla="*/ 1303714 h 2317477"/>
              <a:gd name="connsiteX727" fmla="*/ 1324091 w 12201591"/>
              <a:gd name="connsiteY727" fmla="*/ 1339294 h 2317477"/>
              <a:gd name="connsiteX728" fmla="*/ 1416430 w 12201591"/>
              <a:gd name="connsiteY728" fmla="*/ 1424008 h 2317477"/>
              <a:gd name="connsiteX729" fmla="*/ 1439303 w 12201591"/>
              <a:gd name="connsiteY729" fmla="*/ 1435022 h 2317477"/>
              <a:gd name="connsiteX730" fmla="*/ 1488438 w 12201591"/>
              <a:gd name="connsiteY730" fmla="*/ 1404524 h 2317477"/>
              <a:gd name="connsiteX731" fmla="*/ 1545197 w 12201591"/>
              <a:gd name="connsiteY731" fmla="*/ 1344377 h 2317477"/>
              <a:gd name="connsiteX732" fmla="*/ 1558751 w 12201591"/>
              <a:gd name="connsiteY732" fmla="*/ 1291854 h 2317477"/>
              <a:gd name="connsiteX733" fmla="*/ 1454552 w 12201591"/>
              <a:gd name="connsiteY733" fmla="*/ 1200362 h 2317477"/>
              <a:gd name="connsiteX734" fmla="*/ 1444638 w 12201591"/>
              <a:gd name="connsiteY734" fmla="*/ 1196603 h 2317477"/>
              <a:gd name="connsiteX735" fmla="*/ 3049731 w 12201591"/>
              <a:gd name="connsiteY735" fmla="*/ 1401983 h 2317477"/>
              <a:gd name="connsiteX736" fmla="*/ 3002290 w 12201591"/>
              <a:gd name="connsiteY736" fmla="*/ 1529055 h 2317477"/>
              <a:gd name="connsiteX737" fmla="*/ 2965016 w 12201591"/>
              <a:gd name="connsiteY737" fmla="*/ 1705261 h 2317477"/>
              <a:gd name="connsiteX738" fmla="*/ 2954850 w 12201591"/>
              <a:gd name="connsiteY738" fmla="*/ 1730676 h 2317477"/>
              <a:gd name="connsiteX739" fmla="*/ 2920117 w 12201591"/>
              <a:gd name="connsiteY739" fmla="*/ 1845888 h 2317477"/>
              <a:gd name="connsiteX740" fmla="*/ 2942143 w 12201591"/>
              <a:gd name="connsiteY740" fmla="*/ 1911118 h 2317477"/>
              <a:gd name="connsiteX741" fmla="*/ 3014998 w 12201591"/>
              <a:gd name="connsiteY741" fmla="*/ 1959406 h 2317477"/>
              <a:gd name="connsiteX742" fmla="*/ 3049731 w 12201591"/>
              <a:gd name="connsiteY742" fmla="*/ 1951782 h 2317477"/>
              <a:gd name="connsiteX743" fmla="*/ 3182733 w 12201591"/>
              <a:gd name="connsiteY743" fmla="*/ 1840805 h 2317477"/>
              <a:gd name="connsiteX744" fmla="*/ 3181886 w 12201591"/>
              <a:gd name="connsiteY744" fmla="*/ 1839958 h 2317477"/>
              <a:gd name="connsiteX745" fmla="*/ 3200523 w 12201591"/>
              <a:gd name="connsiteY745" fmla="*/ 1801837 h 2317477"/>
              <a:gd name="connsiteX746" fmla="*/ 3049731 w 12201591"/>
              <a:gd name="connsiteY746" fmla="*/ 1401983 h 2317477"/>
              <a:gd name="connsiteX747" fmla="*/ 2507556 w 12201591"/>
              <a:gd name="connsiteY747" fmla="*/ 1406218 h 2317477"/>
              <a:gd name="connsiteX748" fmla="*/ 2532971 w 12201591"/>
              <a:gd name="connsiteY748" fmla="*/ 1437563 h 2317477"/>
              <a:gd name="connsiteX749" fmla="*/ 2532124 w 12201591"/>
              <a:gd name="connsiteY749" fmla="*/ 1436716 h 2317477"/>
              <a:gd name="connsiteX750" fmla="*/ 2507556 w 12201591"/>
              <a:gd name="connsiteY750" fmla="*/ 1406218 h 2317477"/>
              <a:gd name="connsiteX751" fmla="*/ 1260555 w 12201591"/>
              <a:gd name="connsiteY751" fmla="*/ 1466366 h 2317477"/>
              <a:gd name="connsiteX752" fmla="*/ 1199561 w 12201591"/>
              <a:gd name="connsiteY752" fmla="*/ 1767951 h 2317477"/>
              <a:gd name="connsiteX753" fmla="*/ 1193631 w 12201591"/>
              <a:gd name="connsiteY753" fmla="*/ 1817932 h 2317477"/>
              <a:gd name="connsiteX754" fmla="*/ 1208879 w 12201591"/>
              <a:gd name="connsiteY754" fmla="*/ 1780658 h 2317477"/>
              <a:gd name="connsiteX755" fmla="*/ 1395252 w 12201591"/>
              <a:gd name="connsiteY755" fmla="*/ 1626477 h 2317477"/>
              <a:gd name="connsiteX756" fmla="*/ 1260555 w 12201591"/>
              <a:gd name="connsiteY756" fmla="*/ 1466366 h 2317477"/>
              <a:gd name="connsiteX757" fmla="*/ 1654479 w 12201591"/>
              <a:gd name="connsiteY757" fmla="*/ 1530749 h 2317477"/>
              <a:gd name="connsiteX758" fmla="*/ 1507075 w 12201591"/>
              <a:gd name="connsiteY758" fmla="*/ 1608687 h 2317477"/>
              <a:gd name="connsiteX759" fmla="*/ 1459635 w 12201591"/>
              <a:gd name="connsiteY759" fmla="*/ 1619700 h 2317477"/>
              <a:gd name="connsiteX760" fmla="*/ 1558751 w 12201591"/>
              <a:gd name="connsiteY760" fmla="*/ 1619700 h 2317477"/>
              <a:gd name="connsiteX761" fmla="*/ 1654479 w 12201591"/>
              <a:gd name="connsiteY761" fmla="*/ 1530749 h 2317477"/>
              <a:gd name="connsiteX762" fmla="*/ 2425383 w 12201591"/>
              <a:gd name="connsiteY762" fmla="*/ 1634101 h 2317477"/>
              <a:gd name="connsiteX763" fmla="*/ 2414370 w 12201591"/>
              <a:gd name="connsiteY763" fmla="*/ 1643420 h 2317477"/>
              <a:gd name="connsiteX764" fmla="*/ 2389803 w 12201591"/>
              <a:gd name="connsiteY764" fmla="*/ 1728135 h 2317477"/>
              <a:gd name="connsiteX765" fmla="*/ 2442326 w 12201591"/>
              <a:gd name="connsiteY765" fmla="*/ 1836569 h 2317477"/>
              <a:gd name="connsiteX766" fmla="*/ 2456727 w 12201591"/>
              <a:gd name="connsiteY766" fmla="*/ 1830639 h 2317477"/>
              <a:gd name="connsiteX767" fmla="*/ 2469435 w 12201591"/>
              <a:gd name="connsiteY767" fmla="*/ 1712886 h 2317477"/>
              <a:gd name="connsiteX768" fmla="*/ 2425383 w 12201591"/>
              <a:gd name="connsiteY768" fmla="*/ 1634101 h 2317477"/>
              <a:gd name="connsiteX769" fmla="*/ 1787481 w 12201591"/>
              <a:gd name="connsiteY769" fmla="*/ 1638337 h 2317477"/>
              <a:gd name="connsiteX770" fmla="*/ 1806118 w 12201591"/>
              <a:gd name="connsiteY770" fmla="*/ 1749313 h 2317477"/>
              <a:gd name="connsiteX771" fmla="*/ 1806118 w 12201591"/>
              <a:gd name="connsiteY771" fmla="*/ 1745925 h 2317477"/>
              <a:gd name="connsiteX772" fmla="*/ 1787481 w 12201591"/>
              <a:gd name="connsiteY772" fmla="*/ 1638337 h 2317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Lst>
            <a:rect l="l" t="t" r="r" b="b"/>
            <a:pathLst>
              <a:path w="12201591" h="2317477">
                <a:moveTo>
                  <a:pt x="273448" y="618"/>
                </a:moveTo>
                <a:cubicBezTo>
                  <a:pt x="280218" y="-471"/>
                  <a:pt x="287180" y="-136"/>
                  <a:pt x="294238" y="1741"/>
                </a:cubicBezTo>
                <a:cubicBezTo>
                  <a:pt x="303650" y="4243"/>
                  <a:pt x="313233" y="9484"/>
                  <a:pt x="322763" y="17744"/>
                </a:cubicBezTo>
                <a:cubicBezTo>
                  <a:pt x="338012" y="30451"/>
                  <a:pt x="328693" y="46547"/>
                  <a:pt x="322763" y="60949"/>
                </a:cubicBezTo>
                <a:cubicBezTo>
                  <a:pt x="306878" y="90683"/>
                  <a:pt x="295731" y="122705"/>
                  <a:pt x="289724" y="155829"/>
                </a:cubicBezTo>
                <a:cubicBezTo>
                  <a:pt x="307515" y="149899"/>
                  <a:pt x="307515" y="138039"/>
                  <a:pt x="318527" y="123637"/>
                </a:cubicBezTo>
                <a:cubicBezTo>
                  <a:pt x="329540" y="109236"/>
                  <a:pt x="331235" y="74503"/>
                  <a:pt x="360885" y="88905"/>
                </a:cubicBezTo>
                <a:cubicBezTo>
                  <a:pt x="390535" y="103306"/>
                  <a:pt x="368509" y="124485"/>
                  <a:pt x="360885" y="141427"/>
                </a:cubicBezTo>
                <a:cubicBezTo>
                  <a:pt x="341982" y="176753"/>
                  <a:pt x="326112" y="213605"/>
                  <a:pt x="313445" y="251557"/>
                </a:cubicBezTo>
                <a:cubicBezTo>
                  <a:pt x="313445" y="261723"/>
                  <a:pt x="300737" y="272735"/>
                  <a:pt x="313445" y="278665"/>
                </a:cubicBezTo>
                <a:cubicBezTo>
                  <a:pt x="326152" y="284595"/>
                  <a:pt x="327846" y="284595"/>
                  <a:pt x="341400" y="267653"/>
                </a:cubicBezTo>
                <a:cubicBezTo>
                  <a:pt x="354955" y="250709"/>
                  <a:pt x="366815" y="232072"/>
                  <a:pt x="380369" y="215129"/>
                </a:cubicBezTo>
                <a:cubicBezTo>
                  <a:pt x="380679" y="214536"/>
                  <a:pt x="381021" y="213943"/>
                  <a:pt x="381394" y="213350"/>
                </a:cubicBezTo>
                <a:cubicBezTo>
                  <a:pt x="387221" y="204286"/>
                  <a:pt x="399278" y="201660"/>
                  <a:pt x="408325" y="207505"/>
                </a:cubicBezTo>
                <a:cubicBezTo>
                  <a:pt x="423574" y="216823"/>
                  <a:pt x="408325" y="226142"/>
                  <a:pt x="408325" y="234614"/>
                </a:cubicBezTo>
                <a:cubicBezTo>
                  <a:pt x="400621" y="251387"/>
                  <a:pt x="391555" y="267568"/>
                  <a:pt x="381216" y="282901"/>
                </a:cubicBezTo>
                <a:cubicBezTo>
                  <a:pt x="345734" y="331951"/>
                  <a:pt x="328912" y="392013"/>
                  <a:pt x="333776" y="452331"/>
                </a:cubicBezTo>
                <a:cubicBezTo>
                  <a:pt x="336379" y="475797"/>
                  <a:pt x="327557" y="499178"/>
                  <a:pt x="310056" y="515020"/>
                </a:cubicBezTo>
                <a:cubicBezTo>
                  <a:pt x="202468" y="609900"/>
                  <a:pt x="174512" y="737819"/>
                  <a:pt x="140626" y="864044"/>
                </a:cubicBezTo>
                <a:cubicBezTo>
                  <a:pt x="138753" y="874633"/>
                  <a:pt x="140867" y="885477"/>
                  <a:pt x="146557" y="894541"/>
                </a:cubicBezTo>
                <a:cubicBezTo>
                  <a:pt x="181345" y="947488"/>
                  <a:pt x="209779" y="1004332"/>
                  <a:pt x="231271" y="1063971"/>
                </a:cubicBezTo>
                <a:cubicBezTo>
                  <a:pt x="254144" y="1041945"/>
                  <a:pt x="241437" y="1017378"/>
                  <a:pt x="241437" y="1000435"/>
                </a:cubicBezTo>
                <a:cubicBezTo>
                  <a:pt x="243131" y="846254"/>
                  <a:pt x="303279" y="821687"/>
                  <a:pt x="428657" y="788648"/>
                </a:cubicBezTo>
                <a:cubicBezTo>
                  <a:pt x="451853" y="782125"/>
                  <a:pt x="475943" y="779329"/>
                  <a:pt x="500016" y="780430"/>
                </a:cubicBezTo>
                <a:cubicBezTo>
                  <a:pt x="624810" y="786022"/>
                  <a:pt x="721438" y="891746"/>
                  <a:pt x="715840" y="1016531"/>
                </a:cubicBezTo>
                <a:cubicBezTo>
                  <a:pt x="709910" y="1074984"/>
                  <a:pt x="739560" y="1133437"/>
                  <a:pt x="715840" y="1191890"/>
                </a:cubicBezTo>
                <a:cubicBezTo>
                  <a:pt x="711604" y="1202903"/>
                  <a:pt x="712451" y="1218999"/>
                  <a:pt x="704827" y="1226624"/>
                </a:cubicBezTo>
                <a:cubicBezTo>
                  <a:pt x="654845" y="1280841"/>
                  <a:pt x="669246" y="1354542"/>
                  <a:pt x="644679" y="1415537"/>
                </a:cubicBezTo>
                <a:cubicBezTo>
                  <a:pt x="637902" y="1433327"/>
                  <a:pt x="649762" y="1445187"/>
                  <a:pt x="662469" y="1456200"/>
                </a:cubicBezTo>
                <a:cubicBezTo>
                  <a:pt x="715763" y="1498049"/>
                  <a:pt x="772433" y="1535493"/>
                  <a:pt x="831899" y="1568024"/>
                </a:cubicBezTo>
                <a:cubicBezTo>
                  <a:pt x="845453" y="1575648"/>
                  <a:pt x="853077" y="1578189"/>
                  <a:pt x="864090" y="1560399"/>
                </a:cubicBezTo>
                <a:cubicBezTo>
                  <a:pt x="913826" y="1487629"/>
                  <a:pt x="968755" y="1418587"/>
                  <a:pt x="1028437" y="1353696"/>
                </a:cubicBezTo>
                <a:cubicBezTo>
                  <a:pt x="1052157" y="1329975"/>
                  <a:pt x="1028437" y="1304561"/>
                  <a:pt x="1028437" y="1279146"/>
                </a:cubicBezTo>
                <a:cubicBezTo>
                  <a:pt x="1028666" y="1276520"/>
                  <a:pt x="1028640" y="1273810"/>
                  <a:pt x="1028361" y="1271098"/>
                </a:cubicBezTo>
                <a:cubicBezTo>
                  <a:pt x="1025938" y="1247887"/>
                  <a:pt x="1005115" y="1230944"/>
                  <a:pt x="981844" y="1233400"/>
                </a:cubicBezTo>
                <a:cubicBezTo>
                  <a:pt x="941181" y="1231706"/>
                  <a:pt x="897129" y="1120730"/>
                  <a:pt x="920849" y="1088538"/>
                </a:cubicBezTo>
                <a:cubicBezTo>
                  <a:pt x="931888" y="1076763"/>
                  <a:pt x="948737" y="1072527"/>
                  <a:pt x="964054" y="1077525"/>
                </a:cubicBezTo>
                <a:cubicBezTo>
                  <a:pt x="1009800" y="1087691"/>
                  <a:pt x="1009800" y="1052111"/>
                  <a:pt x="1009800" y="1026697"/>
                </a:cubicBezTo>
                <a:cubicBezTo>
                  <a:pt x="1003590" y="946387"/>
                  <a:pt x="1001608" y="865823"/>
                  <a:pt x="1003870" y="785260"/>
                </a:cubicBezTo>
                <a:cubicBezTo>
                  <a:pt x="1005886" y="766538"/>
                  <a:pt x="999354" y="747816"/>
                  <a:pt x="986080" y="734430"/>
                </a:cubicBezTo>
                <a:cubicBezTo>
                  <a:pt x="964655" y="711812"/>
                  <a:pt x="948204" y="684957"/>
                  <a:pt x="937792" y="655646"/>
                </a:cubicBezTo>
                <a:cubicBezTo>
                  <a:pt x="916207" y="608121"/>
                  <a:pt x="900831" y="557970"/>
                  <a:pt x="892046" y="506548"/>
                </a:cubicBezTo>
                <a:cubicBezTo>
                  <a:pt x="886370" y="453602"/>
                  <a:pt x="860227" y="404975"/>
                  <a:pt x="819192" y="371004"/>
                </a:cubicBezTo>
                <a:cubicBezTo>
                  <a:pt x="803943" y="359991"/>
                  <a:pt x="803096" y="325259"/>
                  <a:pt x="798860" y="301538"/>
                </a:cubicBezTo>
                <a:cubicBezTo>
                  <a:pt x="798573" y="288492"/>
                  <a:pt x="806822" y="276801"/>
                  <a:pt x="819192" y="272735"/>
                </a:cubicBezTo>
                <a:cubicBezTo>
                  <a:pt x="832176" y="265873"/>
                  <a:pt x="848232" y="269940"/>
                  <a:pt x="856466" y="282054"/>
                </a:cubicBezTo>
                <a:cubicBezTo>
                  <a:pt x="874256" y="307468"/>
                  <a:pt x="883575" y="326953"/>
                  <a:pt x="907295" y="359991"/>
                </a:cubicBezTo>
                <a:cubicBezTo>
                  <a:pt x="931015" y="393030"/>
                  <a:pt x="963207" y="390489"/>
                  <a:pt x="975914" y="352367"/>
                </a:cubicBezTo>
                <a:cubicBezTo>
                  <a:pt x="980997" y="328647"/>
                  <a:pt x="1016577" y="309163"/>
                  <a:pt x="980997" y="273583"/>
                </a:cubicBezTo>
                <a:cubicBezTo>
                  <a:pt x="959818" y="251557"/>
                  <a:pt x="996245" y="245627"/>
                  <a:pt x="1014883" y="245627"/>
                </a:cubicBezTo>
                <a:cubicBezTo>
                  <a:pt x="1047074" y="254098"/>
                  <a:pt x="1053004" y="239697"/>
                  <a:pt x="1061476" y="212588"/>
                </a:cubicBezTo>
                <a:cubicBezTo>
                  <a:pt x="1072870" y="167519"/>
                  <a:pt x="1092702" y="124908"/>
                  <a:pt x="1119929" y="87210"/>
                </a:cubicBezTo>
                <a:cubicBezTo>
                  <a:pt x="1127553" y="75350"/>
                  <a:pt x="1142802" y="67726"/>
                  <a:pt x="1152121" y="75350"/>
                </a:cubicBezTo>
                <a:cubicBezTo>
                  <a:pt x="1161439" y="82975"/>
                  <a:pt x="1152121" y="93140"/>
                  <a:pt x="1152121" y="104153"/>
                </a:cubicBezTo>
                <a:cubicBezTo>
                  <a:pt x="1145547" y="139564"/>
                  <a:pt x="1148469" y="176076"/>
                  <a:pt x="1160592" y="210047"/>
                </a:cubicBezTo>
                <a:cubicBezTo>
                  <a:pt x="1174697" y="251387"/>
                  <a:pt x="1172274" y="296625"/>
                  <a:pt x="1153815" y="336271"/>
                </a:cubicBezTo>
                <a:cubicBezTo>
                  <a:pt x="1134330" y="373546"/>
                  <a:pt x="1122470" y="429458"/>
                  <a:pt x="1107222" y="458261"/>
                </a:cubicBezTo>
                <a:cubicBezTo>
                  <a:pt x="1091973" y="487064"/>
                  <a:pt x="1108069" y="516714"/>
                  <a:pt x="1115693" y="542976"/>
                </a:cubicBezTo>
                <a:cubicBezTo>
                  <a:pt x="1143649" y="637009"/>
                  <a:pt x="1173299" y="729348"/>
                  <a:pt x="1207185" y="820840"/>
                </a:cubicBezTo>
                <a:cubicBezTo>
                  <a:pt x="1226669" y="873363"/>
                  <a:pt x="1229211" y="928427"/>
                  <a:pt x="1243612" y="980951"/>
                </a:cubicBezTo>
                <a:cubicBezTo>
                  <a:pt x="1246154" y="989422"/>
                  <a:pt x="1243612" y="1004671"/>
                  <a:pt x="1262250" y="1004671"/>
                </a:cubicBezTo>
                <a:cubicBezTo>
                  <a:pt x="1265638" y="946217"/>
                  <a:pt x="1341882" y="930122"/>
                  <a:pt x="1341882" y="867433"/>
                </a:cubicBezTo>
                <a:cubicBezTo>
                  <a:pt x="1341882" y="856420"/>
                  <a:pt x="1354589" y="856420"/>
                  <a:pt x="1363907" y="856420"/>
                </a:cubicBezTo>
                <a:cubicBezTo>
                  <a:pt x="1383519" y="859978"/>
                  <a:pt x="1403749" y="856928"/>
                  <a:pt x="1421513" y="847949"/>
                </a:cubicBezTo>
                <a:cubicBezTo>
                  <a:pt x="1439964" y="842781"/>
                  <a:pt x="1459618" y="850321"/>
                  <a:pt x="1469801" y="866586"/>
                </a:cubicBezTo>
                <a:cubicBezTo>
                  <a:pt x="1509617" y="918262"/>
                  <a:pt x="1553668" y="969091"/>
                  <a:pt x="1594331" y="1021613"/>
                </a:cubicBezTo>
                <a:cubicBezTo>
                  <a:pt x="1613960" y="1054483"/>
                  <a:pt x="1620601" y="1093451"/>
                  <a:pt x="1612969" y="1130895"/>
                </a:cubicBezTo>
                <a:cubicBezTo>
                  <a:pt x="1611359" y="1151142"/>
                  <a:pt x="1617069" y="1171305"/>
                  <a:pt x="1629064" y="1187655"/>
                </a:cubicBezTo>
                <a:cubicBezTo>
                  <a:pt x="1646007" y="1209680"/>
                  <a:pt x="1658715" y="1226624"/>
                  <a:pt x="1680740" y="1187655"/>
                </a:cubicBezTo>
                <a:cubicBezTo>
                  <a:pt x="1702766" y="1148686"/>
                  <a:pt x="1745124" y="1126660"/>
                  <a:pt x="1760372" y="1079219"/>
                </a:cubicBezTo>
                <a:cubicBezTo>
                  <a:pt x="1760372" y="1069054"/>
                  <a:pt x="1814590" y="1052111"/>
                  <a:pt x="1845087" y="1052111"/>
                </a:cubicBezTo>
                <a:cubicBezTo>
                  <a:pt x="1889139" y="1049569"/>
                  <a:pt x="1902693" y="1022461"/>
                  <a:pt x="1909470" y="987728"/>
                </a:cubicBezTo>
                <a:cubicBezTo>
                  <a:pt x="1928955" y="877599"/>
                  <a:pt x="1945050" y="767469"/>
                  <a:pt x="1967923" y="658188"/>
                </a:cubicBezTo>
                <a:cubicBezTo>
                  <a:pt x="1984434" y="553480"/>
                  <a:pt x="2079205" y="479440"/>
                  <a:pt x="2184793" y="488758"/>
                </a:cubicBezTo>
                <a:cubicBezTo>
                  <a:pt x="2215290" y="489605"/>
                  <a:pt x="2220373" y="504006"/>
                  <a:pt x="2239011" y="512478"/>
                </a:cubicBezTo>
                <a:cubicBezTo>
                  <a:pt x="2284469" y="539672"/>
                  <a:pt x="2318947" y="581944"/>
                  <a:pt x="2336433" y="631926"/>
                </a:cubicBezTo>
                <a:cubicBezTo>
                  <a:pt x="2351681" y="618372"/>
                  <a:pt x="2330503" y="598040"/>
                  <a:pt x="2351681" y="592110"/>
                </a:cubicBezTo>
                <a:cubicBezTo>
                  <a:pt x="2360551" y="589230"/>
                  <a:pt x="2370174" y="593635"/>
                  <a:pt x="2373707" y="602276"/>
                </a:cubicBezTo>
                <a:cubicBezTo>
                  <a:pt x="2382179" y="616677"/>
                  <a:pt x="2383026" y="636162"/>
                  <a:pt x="2406746" y="649716"/>
                </a:cubicBezTo>
                <a:cubicBezTo>
                  <a:pt x="2404281" y="623200"/>
                  <a:pt x="2400036" y="596854"/>
                  <a:pt x="2394039" y="570931"/>
                </a:cubicBezTo>
                <a:cubicBezTo>
                  <a:pt x="2388956" y="553141"/>
                  <a:pt x="2385567" y="539587"/>
                  <a:pt x="2406746" y="533657"/>
                </a:cubicBezTo>
                <a:cubicBezTo>
                  <a:pt x="2427924" y="527727"/>
                  <a:pt x="2432160" y="548058"/>
                  <a:pt x="2436396" y="560766"/>
                </a:cubicBezTo>
                <a:cubicBezTo>
                  <a:pt x="2440632" y="573473"/>
                  <a:pt x="2444020" y="587027"/>
                  <a:pt x="2448256" y="599734"/>
                </a:cubicBezTo>
                <a:cubicBezTo>
                  <a:pt x="2445621" y="613543"/>
                  <a:pt x="2450450" y="627690"/>
                  <a:pt x="2460963" y="637009"/>
                </a:cubicBezTo>
                <a:cubicBezTo>
                  <a:pt x="2468571" y="624471"/>
                  <a:pt x="2465250" y="608206"/>
                  <a:pt x="2453339" y="599734"/>
                </a:cubicBezTo>
                <a:cubicBezTo>
                  <a:pt x="2460116" y="579403"/>
                  <a:pt x="2449103" y="542976"/>
                  <a:pt x="2479600" y="542976"/>
                </a:cubicBezTo>
                <a:cubicBezTo>
                  <a:pt x="2510098" y="542976"/>
                  <a:pt x="2503321" y="579403"/>
                  <a:pt x="2510098" y="602276"/>
                </a:cubicBezTo>
                <a:cubicBezTo>
                  <a:pt x="2519238" y="659712"/>
                  <a:pt x="2532835" y="716386"/>
                  <a:pt x="2550761" y="771705"/>
                </a:cubicBezTo>
                <a:cubicBezTo>
                  <a:pt x="2561155" y="789156"/>
                  <a:pt x="2572761" y="805845"/>
                  <a:pt x="2585494" y="821687"/>
                </a:cubicBezTo>
                <a:lnTo>
                  <a:pt x="2599048" y="821687"/>
                </a:lnTo>
                <a:cubicBezTo>
                  <a:pt x="2599048" y="784412"/>
                  <a:pt x="2599048" y="747138"/>
                  <a:pt x="2599048" y="709016"/>
                </a:cubicBezTo>
                <a:cubicBezTo>
                  <a:pt x="2598320" y="706220"/>
                  <a:pt x="2598049" y="703340"/>
                  <a:pt x="2598226" y="700460"/>
                </a:cubicBezTo>
                <a:cubicBezTo>
                  <a:pt x="2599175" y="685550"/>
                  <a:pt x="2612060" y="674198"/>
                  <a:pt x="2627004" y="675130"/>
                </a:cubicBezTo>
                <a:cubicBezTo>
                  <a:pt x="2649030" y="672589"/>
                  <a:pt x="2649030" y="691226"/>
                  <a:pt x="2649030" y="703933"/>
                </a:cubicBezTo>
                <a:cubicBezTo>
                  <a:pt x="2673191" y="801525"/>
                  <a:pt x="2668184" y="904029"/>
                  <a:pt x="2634628" y="998741"/>
                </a:cubicBezTo>
                <a:cubicBezTo>
                  <a:pt x="2614763" y="1053890"/>
                  <a:pt x="2588010" y="1106243"/>
                  <a:pt x="2554997" y="1154616"/>
                </a:cubicBezTo>
                <a:cubicBezTo>
                  <a:pt x="2538901" y="1175794"/>
                  <a:pt x="2534665" y="1173253"/>
                  <a:pt x="2562621" y="1202903"/>
                </a:cubicBezTo>
                <a:cubicBezTo>
                  <a:pt x="2590577" y="1232554"/>
                  <a:pt x="2635476" y="1230012"/>
                  <a:pt x="2657501" y="1264745"/>
                </a:cubicBezTo>
                <a:cubicBezTo>
                  <a:pt x="2664279" y="1269828"/>
                  <a:pt x="2676139" y="1264745"/>
                  <a:pt x="2687999" y="1264745"/>
                </a:cubicBezTo>
                <a:cubicBezTo>
                  <a:pt x="2757177" y="1252122"/>
                  <a:pt x="2828540" y="1260340"/>
                  <a:pt x="2893008" y="1288465"/>
                </a:cubicBezTo>
                <a:cubicBezTo>
                  <a:pt x="2893991" y="1289143"/>
                  <a:pt x="2895016" y="1289736"/>
                  <a:pt x="2896083" y="1290244"/>
                </a:cubicBezTo>
                <a:cubicBezTo>
                  <a:pt x="2907884" y="1295920"/>
                  <a:pt x="2922066" y="1290922"/>
                  <a:pt x="2927742" y="1279146"/>
                </a:cubicBezTo>
                <a:cubicBezTo>
                  <a:pt x="2937907" y="1265592"/>
                  <a:pt x="2949767" y="1253732"/>
                  <a:pt x="2960780" y="1241025"/>
                </a:cubicBezTo>
                <a:cubicBezTo>
                  <a:pt x="2980798" y="1218745"/>
                  <a:pt x="2983560" y="1185876"/>
                  <a:pt x="2967557" y="1160546"/>
                </a:cubicBezTo>
                <a:cubicBezTo>
                  <a:pt x="2935976" y="1089724"/>
                  <a:pt x="2893051" y="1024409"/>
                  <a:pt x="2840485" y="967396"/>
                </a:cubicBezTo>
                <a:cubicBezTo>
                  <a:pt x="2791605" y="903267"/>
                  <a:pt x="2750383" y="833547"/>
                  <a:pt x="2717649" y="759845"/>
                </a:cubicBezTo>
                <a:cubicBezTo>
                  <a:pt x="2710601" y="749425"/>
                  <a:pt x="2705179" y="737988"/>
                  <a:pt x="2701553" y="725959"/>
                </a:cubicBezTo>
                <a:cubicBezTo>
                  <a:pt x="2698165" y="713252"/>
                  <a:pt x="2687999" y="699698"/>
                  <a:pt x="2708330" y="688684"/>
                </a:cubicBezTo>
                <a:cubicBezTo>
                  <a:pt x="2728662" y="677672"/>
                  <a:pt x="2729509" y="698850"/>
                  <a:pt x="2736286" y="709016"/>
                </a:cubicBezTo>
                <a:cubicBezTo>
                  <a:pt x="2741267" y="717403"/>
                  <a:pt x="2748256" y="724350"/>
                  <a:pt x="2756618" y="729348"/>
                </a:cubicBezTo>
                <a:cubicBezTo>
                  <a:pt x="2748146" y="674876"/>
                  <a:pt x="2748146" y="619473"/>
                  <a:pt x="2756618" y="565001"/>
                </a:cubicBezTo>
                <a:cubicBezTo>
                  <a:pt x="2759159" y="525185"/>
                  <a:pt x="2781185" y="492146"/>
                  <a:pt x="2781185" y="453178"/>
                </a:cubicBezTo>
                <a:cubicBezTo>
                  <a:pt x="2783294" y="441487"/>
                  <a:pt x="2794477" y="433694"/>
                  <a:pt x="2806176" y="435812"/>
                </a:cubicBezTo>
                <a:cubicBezTo>
                  <a:pt x="2817875" y="437929"/>
                  <a:pt x="2825652" y="449112"/>
                  <a:pt x="2823542" y="460802"/>
                </a:cubicBezTo>
                <a:cubicBezTo>
                  <a:pt x="2825118" y="504769"/>
                  <a:pt x="2833700" y="548228"/>
                  <a:pt x="2848957" y="589568"/>
                </a:cubicBezTo>
                <a:cubicBezTo>
                  <a:pt x="2867594" y="586180"/>
                  <a:pt x="2866747" y="570084"/>
                  <a:pt x="2877760" y="563307"/>
                </a:cubicBezTo>
                <a:cubicBezTo>
                  <a:pt x="2885926" y="558817"/>
                  <a:pt x="2895855" y="558817"/>
                  <a:pt x="2904021" y="563307"/>
                </a:cubicBezTo>
                <a:cubicBezTo>
                  <a:pt x="2909951" y="569237"/>
                  <a:pt x="2909951" y="578556"/>
                  <a:pt x="2909951" y="587874"/>
                </a:cubicBezTo>
                <a:cubicBezTo>
                  <a:pt x="2888493" y="691056"/>
                  <a:pt x="2912578" y="798475"/>
                  <a:pt x="2976029" y="882681"/>
                </a:cubicBezTo>
                <a:cubicBezTo>
                  <a:pt x="3016692" y="945371"/>
                  <a:pt x="3056508" y="1008059"/>
                  <a:pt x="3094629" y="1068207"/>
                </a:cubicBezTo>
                <a:cubicBezTo>
                  <a:pt x="3149364" y="1014582"/>
                  <a:pt x="3193356" y="951046"/>
                  <a:pt x="3224243" y="880987"/>
                </a:cubicBezTo>
                <a:cubicBezTo>
                  <a:pt x="3233561" y="864044"/>
                  <a:pt x="3239492" y="832700"/>
                  <a:pt x="3229326" y="822534"/>
                </a:cubicBezTo>
                <a:cubicBezTo>
                  <a:pt x="3219160" y="812369"/>
                  <a:pt x="3231867" y="803050"/>
                  <a:pt x="3239492" y="803050"/>
                </a:cubicBezTo>
                <a:cubicBezTo>
                  <a:pt x="3247116" y="803050"/>
                  <a:pt x="3258129" y="785260"/>
                  <a:pt x="3261517" y="803050"/>
                </a:cubicBezTo>
                <a:cubicBezTo>
                  <a:pt x="3264906" y="820840"/>
                  <a:pt x="3297098" y="831853"/>
                  <a:pt x="3275919" y="858114"/>
                </a:cubicBezTo>
                <a:cubicBezTo>
                  <a:pt x="3269091" y="871584"/>
                  <a:pt x="3265059" y="886239"/>
                  <a:pt x="3264059" y="901319"/>
                </a:cubicBezTo>
                <a:cubicBezTo>
                  <a:pt x="3258976" y="921650"/>
                  <a:pt x="3265753" y="934357"/>
                  <a:pt x="3289473" y="934357"/>
                </a:cubicBezTo>
                <a:cubicBezTo>
                  <a:pt x="3301884" y="935205"/>
                  <a:pt x="3314337" y="935205"/>
                  <a:pt x="3326748" y="934357"/>
                </a:cubicBezTo>
                <a:cubicBezTo>
                  <a:pt x="3356398" y="926733"/>
                  <a:pt x="3366564" y="932663"/>
                  <a:pt x="3371647" y="967396"/>
                </a:cubicBezTo>
                <a:cubicBezTo>
                  <a:pt x="3375035" y="1002637"/>
                  <a:pt x="3375035" y="1038048"/>
                  <a:pt x="3371647" y="1073289"/>
                </a:cubicBezTo>
                <a:cubicBezTo>
                  <a:pt x="3370800" y="1090233"/>
                  <a:pt x="3359787" y="1090233"/>
                  <a:pt x="3349621" y="1090233"/>
                </a:cubicBezTo>
                <a:cubicBezTo>
                  <a:pt x="3317904" y="1094807"/>
                  <a:pt x="3286500" y="1101245"/>
                  <a:pt x="3255587" y="1109717"/>
                </a:cubicBezTo>
                <a:cubicBezTo>
                  <a:pt x="3189510" y="1137673"/>
                  <a:pt x="3174261" y="1174100"/>
                  <a:pt x="3215771" y="1228318"/>
                </a:cubicBezTo>
                <a:cubicBezTo>
                  <a:pt x="3296462" y="1336922"/>
                  <a:pt x="3364658" y="1454336"/>
                  <a:pt x="3419087" y="1578189"/>
                </a:cubicBezTo>
                <a:cubicBezTo>
                  <a:pt x="3430947" y="1602757"/>
                  <a:pt x="3443654" y="1619700"/>
                  <a:pt x="3470763" y="1610381"/>
                </a:cubicBezTo>
                <a:cubicBezTo>
                  <a:pt x="3567211" y="1573615"/>
                  <a:pt x="3676213" y="1595302"/>
                  <a:pt x="3751169" y="1666293"/>
                </a:cubicBezTo>
                <a:cubicBezTo>
                  <a:pt x="3739885" y="1603689"/>
                  <a:pt x="3735903" y="1540068"/>
                  <a:pt x="3739309" y="1476532"/>
                </a:cubicBezTo>
                <a:cubicBezTo>
                  <a:pt x="3741850" y="1442646"/>
                  <a:pt x="3704576" y="1422314"/>
                  <a:pt x="3691868" y="1391817"/>
                </a:cubicBezTo>
                <a:cubicBezTo>
                  <a:pt x="3658101" y="1314812"/>
                  <a:pt x="3629789" y="1235603"/>
                  <a:pt x="3607154" y="1154616"/>
                </a:cubicBezTo>
                <a:cubicBezTo>
                  <a:pt x="3596988" y="1110564"/>
                  <a:pt x="3552089" y="1081761"/>
                  <a:pt x="3552089" y="1035168"/>
                </a:cubicBezTo>
                <a:cubicBezTo>
                  <a:pt x="3555478" y="1025002"/>
                  <a:pt x="3547006" y="1011448"/>
                  <a:pt x="3561408" y="1005518"/>
                </a:cubicBezTo>
                <a:cubicBezTo>
                  <a:pt x="3584281" y="1018225"/>
                  <a:pt x="3606306" y="1052958"/>
                  <a:pt x="3626638" y="1040251"/>
                </a:cubicBezTo>
                <a:cubicBezTo>
                  <a:pt x="3646969" y="1027543"/>
                  <a:pt x="3626638" y="997893"/>
                  <a:pt x="3626638" y="975868"/>
                </a:cubicBezTo>
                <a:cubicBezTo>
                  <a:pt x="3626638" y="970785"/>
                  <a:pt x="3630874" y="965702"/>
                  <a:pt x="3638498" y="959772"/>
                </a:cubicBezTo>
                <a:cubicBezTo>
                  <a:pt x="3655136" y="1007127"/>
                  <a:pt x="3663726" y="1056939"/>
                  <a:pt x="3663912" y="1107175"/>
                </a:cubicBezTo>
                <a:cubicBezTo>
                  <a:pt x="3661685" y="1159953"/>
                  <a:pt x="3697231" y="1206885"/>
                  <a:pt x="3748627" y="1218999"/>
                </a:cubicBezTo>
                <a:cubicBezTo>
                  <a:pt x="3784589" y="1225353"/>
                  <a:pt x="3817390" y="1243566"/>
                  <a:pt x="3841813" y="1270675"/>
                </a:cubicBezTo>
                <a:cubicBezTo>
                  <a:pt x="3868075" y="1294395"/>
                  <a:pt x="3889254" y="1302020"/>
                  <a:pt x="3918057" y="1276605"/>
                </a:cubicBezTo>
                <a:cubicBezTo>
                  <a:pt x="3937406" y="1255765"/>
                  <a:pt x="3965039" y="1244583"/>
                  <a:pt x="3993453" y="1246108"/>
                </a:cubicBezTo>
                <a:cubicBezTo>
                  <a:pt x="4006160" y="1247802"/>
                  <a:pt x="4026491" y="1259662"/>
                  <a:pt x="4033269" y="1233400"/>
                </a:cubicBezTo>
                <a:cubicBezTo>
                  <a:pt x="4040046" y="1207139"/>
                  <a:pt x="4040893" y="1191890"/>
                  <a:pt x="4015479" y="1178336"/>
                </a:cubicBezTo>
                <a:cubicBezTo>
                  <a:pt x="3996240" y="1167662"/>
                  <a:pt x="3978085" y="1155209"/>
                  <a:pt x="3961261" y="1141061"/>
                </a:cubicBezTo>
                <a:cubicBezTo>
                  <a:pt x="3899614" y="1086759"/>
                  <a:pt x="3890025" y="994251"/>
                  <a:pt x="3939235" y="928427"/>
                </a:cubicBezTo>
                <a:cubicBezTo>
                  <a:pt x="3980746" y="867433"/>
                  <a:pt x="4053600" y="851337"/>
                  <a:pt x="4101887" y="802203"/>
                </a:cubicBezTo>
                <a:cubicBezTo>
                  <a:pt x="4120525" y="782718"/>
                  <a:pt x="4161188" y="809827"/>
                  <a:pt x="4161188" y="838630"/>
                </a:cubicBezTo>
                <a:cubicBezTo>
                  <a:pt x="4161188" y="867433"/>
                  <a:pt x="4173048" y="869975"/>
                  <a:pt x="4195074" y="880140"/>
                </a:cubicBezTo>
                <a:cubicBezTo>
                  <a:pt x="4217100" y="890306"/>
                  <a:pt x="4250986" y="887765"/>
                  <a:pt x="4245903" y="926733"/>
                </a:cubicBezTo>
                <a:cubicBezTo>
                  <a:pt x="4327229" y="928427"/>
                  <a:pt x="4308592" y="1016531"/>
                  <a:pt x="4352643" y="1050417"/>
                </a:cubicBezTo>
                <a:cubicBezTo>
                  <a:pt x="4379752" y="1069054"/>
                  <a:pt x="4373822" y="1080914"/>
                  <a:pt x="4352643" y="1096163"/>
                </a:cubicBezTo>
                <a:cubicBezTo>
                  <a:pt x="4334345" y="1110479"/>
                  <a:pt x="4317597" y="1126660"/>
                  <a:pt x="4302662" y="1144450"/>
                </a:cubicBezTo>
                <a:cubicBezTo>
                  <a:pt x="4338242" y="1143603"/>
                  <a:pt x="4348408" y="1175794"/>
                  <a:pt x="4387377" y="1173253"/>
                </a:cubicBezTo>
                <a:cubicBezTo>
                  <a:pt x="4426345" y="1170712"/>
                  <a:pt x="4461078" y="1166476"/>
                  <a:pt x="4479716" y="1125813"/>
                </a:cubicBezTo>
                <a:cubicBezTo>
                  <a:pt x="4487340" y="1110564"/>
                  <a:pt x="4499200" y="1081761"/>
                  <a:pt x="4527156" y="1110564"/>
                </a:cubicBezTo>
                <a:cubicBezTo>
                  <a:pt x="4529697" y="1112258"/>
                  <a:pt x="4549182" y="1124965"/>
                  <a:pt x="4564430" y="1102940"/>
                </a:cubicBezTo>
                <a:cubicBezTo>
                  <a:pt x="4579679" y="1080914"/>
                  <a:pt x="4588150" y="1048722"/>
                  <a:pt x="4627119" y="1058041"/>
                </a:cubicBezTo>
                <a:cubicBezTo>
                  <a:pt x="4723135" y="967565"/>
                  <a:pt x="4810493" y="868280"/>
                  <a:pt x="4888041" y="761539"/>
                </a:cubicBezTo>
                <a:cubicBezTo>
                  <a:pt x="4916844" y="715793"/>
                  <a:pt x="4898206" y="663270"/>
                  <a:pt x="4911761" y="615830"/>
                </a:cubicBezTo>
                <a:cubicBezTo>
                  <a:pt x="4924535" y="586349"/>
                  <a:pt x="4924535" y="552972"/>
                  <a:pt x="4911761" y="523491"/>
                </a:cubicBezTo>
                <a:cubicBezTo>
                  <a:pt x="4938624" y="537808"/>
                  <a:pt x="4952263" y="568559"/>
                  <a:pt x="4944799" y="598040"/>
                </a:cubicBezTo>
                <a:cubicBezTo>
                  <a:pt x="4942258" y="608206"/>
                  <a:pt x="4937175" y="620066"/>
                  <a:pt x="4949882" y="624302"/>
                </a:cubicBezTo>
                <a:cubicBezTo>
                  <a:pt x="4962590" y="628537"/>
                  <a:pt x="4969367" y="617524"/>
                  <a:pt x="4975297" y="608206"/>
                </a:cubicBezTo>
                <a:cubicBezTo>
                  <a:pt x="4994002" y="570508"/>
                  <a:pt x="5019569" y="536622"/>
                  <a:pt x="5050693" y="508242"/>
                </a:cubicBezTo>
                <a:cubicBezTo>
                  <a:pt x="5063400" y="498924"/>
                  <a:pt x="5078649" y="482828"/>
                  <a:pt x="5078649" y="515020"/>
                </a:cubicBezTo>
                <a:cubicBezTo>
                  <a:pt x="5079496" y="525185"/>
                  <a:pt x="5083731" y="531116"/>
                  <a:pt x="5095592" y="525185"/>
                </a:cubicBezTo>
                <a:cubicBezTo>
                  <a:pt x="5107452" y="519255"/>
                  <a:pt x="5122700" y="508242"/>
                  <a:pt x="5127783" y="525185"/>
                </a:cubicBezTo>
                <a:cubicBezTo>
                  <a:pt x="5132866" y="542128"/>
                  <a:pt x="5143879" y="557377"/>
                  <a:pt x="5127783" y="577708"/>
                </a:cubicBezTo>
                <a:cubicBezTo>
                  <a:pt x="5111687" y="598040"/>
                  <a:pt x="5105757" y="611594"/>
                  <a:pt x="5082037" y="642092"/>
                </a:cubicBezTo>
                <a:cubicBezTo>
                  <a:pt x="5058317" y="672589"/>
                  <a:pt x="5073566" y="672589"/>
                  <a:pt x="5100674" y="672589"/>
                </a:cubicBezTo>
                <a:lnTo>
                  <a:pt x="5111687" y="682754"/>
                </a:lnTo>
                <a:cubicBezTo>
                  <a:pt x="5088933" y="698766"/>
                  <a:pt x="5071050" y="720792"/>
                  <a:pt x="5060011" y="746290"/>
                </a:cubicBezTo>
                <a:cubicBezTo>
                  <a:pt x="5053878" y="760608"/>
                  <a:pt x="5044263" y="773060"/>
                  <a:pt x="5032056" y="782718"/>
                </a:cubicBezTo>
                <a:cubicBezTo>
                  <a:pt x="4982277" y="805845"/>
                  <a:pt x="4946214" y="850998"/>
                  <a:pt x="4934634" y="904707"/>
                </a:cubicBezTo>
                <a:cubicBezTo>
                  <a:pt x="4950729" y="899625"/>
                  <a:pt x="4973602" y="936899"/>
                  <a:pt x="4997323" y="899625"/>
                </a:cubicBezTo>
                <a:cubicBezTo>
                  <a:pt x="5002405" y="891153"/>
                  <a:pt x="5018501" y="906401"/>
                  <a:pt x="5029514" y="911485"/>
                </a:cubicBezTo>
                <a:cubicBezTo>
                  <a:pt x="5082249" y="938932"/>
                  <a:pt x="5125377" y="981798"/>
                  <a:pt x="5153198" y="1034321"/>
                </a:cubicBezTo>
                <a:cubicBezTo>
                  <a:pt x="5182848" y="993658"/>
                  <a:pt x="5198097" y="947065"/>
                  <a:pt x="5225205" y="908943"/>
                </a:cubicBezTo>
                <a:cubicBezTo>
                  <a:pt x="5269257" y="847949"/>
                  <a:pt x="5310767" y="787801"/>
                  <a:pt x="5353972" y="727654"/>
                </a:cubicBezTo>
                <a:cubicBezTo>
                  <a:pt x="5387010" y="681060"/>
                  <a:pt x="5436145" y="637009"/>
                  <a:pt x="5422591" y="568390"/>
                </a:cubicBezTo>
                <a:cubicBezTo>
                  <a:pt x="5419202" y="550600"/>
                  <a:pt x="5412425" y="534504"/>
                  <a:pt x="5412425" y="514172"/>
                </a:cubicBezTo>
                <a:cubicBezTo>
                  <a:pt x="5429884" y="442928"/>
                  <a:pt x="5458467" y="374901"/>
                  <a:pt x="5497139" y="312551"/>
                </a:cubicBezTo>
                <a:cubicBezTo>
                  <a:pt x="5508144" y="297641"/>
                  <a:pt x="5517784" y="281800"/>
                  <a:pt x="5525943" y="265111"/>
                </a:cubicBezTo>
                <a:cubicBezTo>
                  <a:pt x="5541191" y="215129"/>
                  <a:pt x="5586090" y="240544"/>
                  <a:pt x="5603033" y="244779"/>
                </a:cubicBezTo>
                <a:cubicBezTo>
                  <a:pt x="5619976" y="249015"/>
                  <a:pt x="5612352" y="268499"/>
                  <a:pt x="5607269" y="281207"/>
                </a:cubicBezTo>
                <a:cubicBezTo>
                  <a:pt x="5593774" y="303063"/>
                  <a:pt x="5584311" y="327207"/>
                  <a:pt x="5579313" y="352367"/>
                </a:cubicBezTo>
                <a:cubicBezTo>
                  <a:pt x="5596256" y="352367"/>
                  <a:pt x="5594562" y="340507"/>
                  <a:pt x="5603033" y="330341"/>
                </a:cubicBezTo>
                <a:cubicBezTo>
                  <a:pt x="5611504" y="320175"/>
                  <a:pt x="5619976" y="301538"/>
                  <a:pt x="5633530" y="310010"/>
                </a:cubicBezTo>
                <a:cubicBezTo>
                  <a:pt x="5647085" y="318481"/>
                  <a:pt x="5639460" y="336271"/>
                  <a:pt x="5633530" y="348979"/>
                </a:cubicBezTo>
                <a:cubicBezTo>
                  <a:pt x="5619129" y="379476"/>
                  <a:pt x="5604728" y="409973"/>
                  <a:pt x="5589479" y="440470"/>
                </a:cubicBezTo>
                <a:cubicBezTo>
                  <a:pt x="5589479" y="448942"/>
                  <a:pt x="5579313" y="459108"/>
                  <a:pt x="5589479" y="465885"/>
                </a:cubicBezTo>
                <a:cubicBezTo>
                  <a:pt x="5599644" y="472662"/>
                  <a:pt x="5602186" y="469274"/>
                  <a:pt x="5613199" y="456566"/>
                </a:cubicBezTo>
                <a:cubicBezTo>
                  <a:pt x="5624212" y="443859"/>
                  <a:pt x="5639460" y="424375"/>
                  <a:pt x="5645390" y="416750"/>
                </a:cubicBezTo>
                <a:cubicBezTo>
                  <a:pt x="5651320" y="409126"/>
                  <a:pt x="5658945" y="400655"/>
                  <a:pt x="5669110" y="409126"/>
                </a:cubicBezTo>
                <a:cubicBezTo>
                  <a:pt x="5675896" y="416581"/>
                  <a:pt x="5675896" y="427933"/>
                  <a:pt x="5669110" y="435388"/>
                </a:cubicBezTo>
                <a:cubicBezTo>
                  <a:pt x="5660486" y="450044"/>
                  <a:pt x="5650567" y="463936"/>
                  <a:pt x="5639460" y="476898"/>
                </a:cubicBezTo>
                <a:cubicBezTo>
                  <a:pt x="5608540" y="510868"/>
                  <a:pt x="5594273" y="556784"/>
                  <a:pt x="5600492" y="602276"/>
                </a:cubicBezTo>
                <a:cubicBezTo>
                  <a:pt x="5603397" y="614390"/>
                  <a:pt x="5599881" y="627182"/>
                  <a:pt x="5591173" y="636162"/>
                </a:cubicBezTo>
                <a:cubicBezTo>
                  <a:pt x="5510414" y="720283"/>
                  <a:pt x="5452148" y="823466"/>
                  <a:pt x="5421743" y="936052"/>
                </a:cubicBezTo>
                <a:cubicBezTo>
                  <a:pt x="5386426" y="1047113"/>
                  <a:pt x="5339579" y="1154108"/>
                  <a:pt x="5281964" y="1255426"/>
                </a:cubicBezTo>
                <a:cubicBezTo>
                  <a:pt x="5264284" y="1287194"/>
                  <a:pt x="5260014" y="1324723"/>
                  <a:pt x="5270104" y="1359626"/>
                </a:cubicBezTo>
                <a:cubicBezTo>
                  <a:pt x="5304845" y="1467128"/>
                  <a:pt x="5349956" y="1570904"/>
                  <a:pt x="5404800" y="1669681"/>
                </a:cubicBezTo>
                <a:cubicBezTo>
                  <a:pt x="5413272" y="1689166"/>
                  <a:pt x="5427673" y="1691707"/>
                  <a:pt x="5438686" y="1679000"/>
                </a:cubicBezTo>
                <a:cubicBezTo>
                  <a:pt x="5449699" y="1666293"/>
                  <a:pt x="5464948" y="1663751"/>
                  <a:pt x="5476808" y="1654433"/>
                </a:cubicBezTo>
                <a:cubicBezTo>
                  <a:pt x="5510109" y="1637744"/>
                  <a:pt x="5525739" y="1598860"/>
                  <a:pt x="5513235" y="1563788"/>
                </a:cubicBezTo>
                <a:cubicBezTo>
                  <a:pt x="5501520" y="1519058"/>
                  <a:pt x="5485923" y="1475346"/>
                  <a:pt x="5466642" y="1433327"/>
                </a:cubicBezTo>
                <a:cubicBezTo>
                  <a:pt x="5444659" y="1398764"/>
                  <a:pt x="5439372" y="1356152"/>
                  <a:pt x="5452241" y="1317268"/>
                </a:cubicBezTo>
                <a:cubicBezTo>
                  <a:pt x="5465795" y="1280841"/>
                  <a:pt x="5449699" y="1245260"/>
                  <a:pt x="5459865" y="1206292"/>
                </a:cubicBezTo>
                <a:cubicBezTo>
                  <a:pt x="5497351" y="1096501"/>
                  <a:pt x="5614546" y="1035676"/>
                  <a:pt x="5725869" y="1068207"/>
                </a:cubicBezTo>
                <a:cubicBezTo>
                  <a:pt x="5729055" y="1068545"/>
                  <a:pt x="5732240" y="1068885"/>
                  <a:pt x="5735400" y="1069393"/>
                </a:cubicBezTo>
                <a:cubicBezTo>
                  <a:pt x="5824138" y="1083455"/>
                  <a:pt x="5884727" y="1166730"/>
                  <a:pt x="5870732" y="1255426"/>
                </a:cubicBezTo>
                <a:cubicBezTo>
                  <a:pt x="5870604" y="1275588"/>
                  <a:pt x="5872595" y="1295750"/>
                  <a:pt x="5876662" y="1315574"/>
                </a:cubicBezTo>
                <a:cubicBezTo>
                  <a:pt x="5887632" y="1358016"/>
                  <a:pt x="5878915" y="1403084"/>
                  <a:pt x="5852941" y="1438410"/>
                </a:cubicBezTo>
                <a:cubicBezTo>
                  <a:pt x="5827323" y="1486528"/>
                  <a:pt x="5808238" y="1537780"/>
                  <a:pt x="5796182" y="1590897"/>
                </a:cubicBezTo>
                <a:cubicBezTo>
                  <a:pt x="5788558" y="1607840"/>
                  <a:pt x="5802112" y="1621394"/>
                  <a:pt x="5814820" y="1630713"/>
                </a:cubicBezTo>
                <a:cubicBezTo>
                  <a:pt x="5840412" y="1652145"/>
                  <a:pt x="5868936" y="1669851"/>
                  <a:pt x="5899534" y="1683236"/>
                </a:cubicBezTo>
                <a:cubicBezTo>
                  <a:pt x="5929184" y="1694249"/>
                  <a:pt x="5950363" y="1659516"/>
                  <a:pt x="5977472" y="1649350"/>
                </a:cubicBezTo>
                <a:cubicBezTo>
                  <a:pt x="6089295" y="1606145"/>
                  <a:pt x="6106239" y="1501099"/>
                  <a:pt x="6129959" y="1404524"/>
                </a:cubicBezTo>
                <a:cubicBezTo>
                  <a:pt x="6137583" y="1375721"/>
                  <a:pt x="6111321" y="1337600"/>
                  <a:pt x="6099461" y="1304561"/>
                </a:cubicBezTo>
                <a:cubicBezTo>
                  <a:pt x="6054605" y="1184351"/>
                  <a:pt x="6018923" y="1060837"/>
                  <a:pt x="5992721" y="935205"/>
                </a:cubicBezTo>
                <a:cubicBezTo>
                  <a:pt x="5991026" y="925886"/>
                  <a:pt x="5989332" y="909790"/>
                  <a:pt x="5983402" y="909790"/>
                </a:cubicBezTo>
                <a:cubicBezTo>
                  <a:pt x="5890216" y="858961"/>
                  <a:pt x="5867343" y="750526"/>
                  <a:pt x="5805501" y="674283"/>
                </a:cubicBezTo>
                <a:cubicBezTo>
                  <a:pt x="5785170" y="648869"/>
                  <a:pt x="5752978" y="637856"/>
                  <a:pt x="5740271" y="605664"/>
                </a:cubicBezTo>
                <a:cubicBezTo>
                  <a:pt x="5733494" y="587027"/>
                  <a:pt x="5719939" y="570931"/>
                  <a:pt x="5740271" y="554836"/>
                </a:cubicBezTo>
                <a:cubicBezTo>
                  <a:pt x="5760602" y="538740"/>
                  <a:pt x="5780087" y="554836"/>
                  <a:pt x="5792794" y="568390"/>
                </a:cubicBezTo>
                <a:cubicBezTo>
                  <a:pt x="5805501" y="581944"/>
                  <a:pt x="5817361" y="597193"/>
                  <a:pt x="5830916" y="609053"/>
                </a:cubicBezTo>
                <a:cubicBezTo>
                  <a:pt x="5836498" y="615830"/>
                  <a:pt x="5844792" y="619727"/>
                  <a:pt x="5853560" y="619812"/>
                </a:cubicBezTo>
                <a:cubicBezTo>
                  <a:pt x="5869935" y="619981"/>
                  <a:pt x="5883312" y="606766"/>
                  <a:pt x="5883438" y="590416"/>
                </a:cubicBezTo>
                <a:cubicBezTo>
                  <a:pt x="5885133" y="568390"/>
                  <a:pt x="5905464" y="543822"/>
                  <a:pt x="5871578" y="521797"/>
                </a:cubicBezTo>
                <a:cubicBezTo>
                  <a:pt x="5853788" y="509937"/>
                  <a:pt x="5877508" y="496382"/>
                  <a:pt x="5892757" y="496382"/>
                </a:cubicBezTo>
                <a:cubicBezTo>
                  <a:pt x="5924102" y="499771"/>
                  <a:pt x="5924102" y="478592"/>
                  <a:pt x="5924102" y="458261"/>
                </a:cubicBezTo>
                <a:cubicBezTo>
                  <a:pt x="5924373" y="419207"/>
                  <a:pt x="5932437" y="380662"/>
                  <a:pt x="5947822" y="344743"/>
                </a:cubicBezTo>
                <a:cubicBezTo>
                  <a:pt x="5952904" y="334577"/>
                  <a:pt x="5957988" y="327800"/>
                  <a:pt x="5971542" y="327800"/>
                </a:cubicBezTo>
                <a:cubicBezTo>
                  <a:pt x="5980979" y="331019"/>
                  <a:pt x="5986206" y="341100"/>
                  <a:pt x="5983402" y="350673"/>
                </a:cubicBezTo>
                <a:cubicBezTo>
                  <a:pt x="5982352" y="380831"/>
                  <a:pt x="5990959" y="410481"/>
                  <a:pt x="6007969" y="435388"/>
                </a:cubicBezTo>
                <a:cubicBezTo>
                  <a:pt x="6034697" y="487911"/>
                  <a:pt x="6038975" y="549075"/>
                  <a:pt x="6019829" y="604817"/>
                </a:cubicBezTo>
                <a:cubicBezTo>
                  <a:pt x="6010019" y="643786"/>
                  <a:pt x="6016441" y="685042"/>
                  <a:pt x="6037619" y="719182"/>
                </a:cubicBezTo>
                <a:cubicBezTo>
                  <a:pt x="6087601" y="808133"/>
                  <a:pt x="6150290" y="889459"/>
                  <a:pt x="6194342" y="983492"/>
                </a:cubicBezTo>
                <a:cubicBezTo>
                  <a:pt x="6250719" y="1102431"/>
                  <a:pt x="6290900" y="1228318"/>
                  <a:pt x="6313789" y="1357931"/>
                </a:cubicBezTo>
                <a:cubicBezTo>
                  <a:pt x="6329945" y="1446288"/>
                  <a:pt x="6338162" y="1535832"/>
                  <a:pt x="6338357" y="1625630"/>
                </a:cubicBezTo>
                <a:cubicBezTo>
                  <a:pt x="6338357" y="1717122"/>
                  <a:pt x="6322261" y="1808613"/>
                  <a:pt x="6313789" y="1899258"/>
                </a:cubicBezTo>
                <a:cubicBezTo>
                  <a:pt x="6307470" y="1941955"/>
                  <a:pt x="6307470" y="1985328"/>
                  <a:pt x="6313789" y="2028025"/>
                </a:cubicBezTo>
                <a:cubicBezTo>
                  <a:pt x="6340983" y="2003542"/>
                  <a:pt x="6364135" y="1974994"/>
                  <a:pt x="6382408" y="1943310"/>
                </a:cubicBezTo>
                <a:cubicBezTo>
                  <a:pt x="6435779" y="1837417"/>
                  <a:pt x="6444250" y="1714580"/>
                  <a:pt x="6520494" y="1618853"/>
                </a:cubicBezTo>
                <a:cubicBezTo>
                  <a:pt x="6529592" y="1603858"/>
                  <a:pt x="6532624" y="1585983"/>
                  <a:pt x="6528965" y="1568871"/>
                </a:cubicBezTo>
                <a:cubicBezTo>
                  <a:pt x="6528406" y="1470686"/>
                  <a:pt x="6536343" y="1372587"/>
                  <a:pt x="6552685" y="1275758"/>
                </a:cubicBezTo>
                <a:cubicBezTo>
                  <a:pt x="6571720" y="1193670"/>
                  <a:pt x="6559962" y="1107429"/>
                  <a:pt x="6519646" y="1033473"/>
                </a:cubicBezTo>
                <a:cubicBezTo>
                  <a:pt x="6484642" y="972479"/>
                  <a:pt x="6470656" y="901573"/>
                  <a:pt x="6479830" y="831853"/>
                </a:cubicBezTo>
                <a:cubicBezTo>
                  <a:pt x="6480678" y="814910"/>
                  <a:pt x="6486608" y="792037"/>
                  <a:pt x="6501856" y="789495"/>
                </a:cubicBezTo>
                <a:cubicBezTo>
                  <a:pt x="6517105" y="786954"/>
                  <a:pt x="6530659" y="805591"/>
                  <a:pt x="6530659" y="824229"/>
                </a:cubicBezTo>
                <a:cubicBezTo>
                  <a:pt x="6530659" y="842865"/>
                  <a:pt x="6557768" y="842865"/>
                  <a:pt x="6557768" y="858961"/>
                </a:cubicBezTo>
                <a:cubicBezTo>
                  <a:pt x="6572813" y="839647"/>
                  <a:pt x="6583767" y="817451"/>
                  <a:pt x="6589960" y="793731"/>
                </a:cubicBezTo>
                <a:cubicBezTo>
                  <a:pt x="6594195" y="781871"/>
                  <a:pt x="6589112" y="763234"/>
                  <a:pt x="6612832" y="769164"/>
                </a:cubicBezTo>
                <a:cubicBezTo>
                  <a:pt x="6636552" y="775094"/>
                  <a:pt x="6627234" y="792037"/>
                  <a:pt x="6627234" y="806439"/>
                </a:cubicBezTo>
                <a:cubicBezTo>
                  <a:pt x="6613976" y="843882"/>
                  <a:pt x="6608775" y="883698"/>
                  <a:pt x="6611986" y="923345"/>
                </a:cubicBezTo>
                <a:cubicBezTo>
                  <a:pt x="6629776" y="898777"/>
                  <a:pt x="6649260" y="875905"/>
                  <a:pt x="6665356" y="872516"/>
                </a:cubicBezTo>
                <a:cubicBezTo>
                  <a:pt x="6681452" y="869127"/>
                  <a:pt x="6698394" y="864891"/>
                  <a:pt x="6705172" y="884376"/>
                </a:cubicBezTo>
                <a:cubicBezTo>
                  <a:pt x="6711949" y="903860"/>
                  <a:pt x="6688228" y="902166"/>
                  <a:pt x="6676368" y="913179"/>
                </a:cubicBezTo>
                <a:cubicBezTo>
                  <a:pt x="6714490" y="919109"/>
                  <a:pt x="6722962" y="923345"/>
                  <a:pt x="6714490" y="969937"/>
                </a:cubicBezTo>
                <a:cubicBezTo>
                  <a:pt x="6706019" y="1016531"/>
                  <a:pt x="6719573" y="1065665"/>
                  <a:pt x="6695853" y="1111411"/>
                </a:cubicBezTo>
                <a:cubicBezTo>
                  <a:pt x="6686534" y="1130049"/>
                  <a:pt x="6702630" y="1151227"/>
                  <a:pt x="6702630" y="1171559"/>
                </a:cubicBezTo>
                <a:cubicBezTo>
                  <a:pt x="6726613" y="1292870"/>
                  <a:pt x="6735432" y="1416638"/>
                  <a:pt x="6728892" y="1540068"/>
                </a:cubicBezTo>
                <a:cubicBezTo>
                  <a:pt x="6728044" y="1548539"/>
                  <a:pt x="6727198" y="1561247"/>
                  <a:pt x="6735669" y="1563788"/>
                </a:cubicBezTo>
                <a:cubicBezTo>
                  <a:pt x="6744140" y="1566329"/>
                  <a:pt x="6747529" y="1560399"/>
                  <a:pt x="6753459" y="1554469"/>
                </a:cubicBezTo>
                <a:cubicBezTo>
                  <a:pt x="6823773" y="1487544"/>
                  <a:pt x="6905099" y="1434174"/>
                  <a:pt x="6981342" y="1374874"/>
                </a:cubicBezTo>
                <a:cubicBezTo>
                  <a:pt x="7013533" y="1352848"/>
                  <a:pt x="7010992" y="1330822"/>
                  <a:pt x="6981342" y="1310491"/>
                </a:cubicBezTo>
                <a:cubicBezTo>
                  <a:pt x="6971718" y="1303290"/>
                  <a:pt x="6962654" y="1295327"/>
                  <a:pt x="6954233" y="1286771"/>
                </a:cubicBezTo>
                <a:cubicBezTo>
                  <a:pt x="6943356" y="1278977"/>
                  <a:pt x="6940721" y="1263898"/>
                  <a:pt x="6948303" y="1252885"/>
                </a:cubicBezTo>
                <a:cubicBezTo>
                  <a:pt x="6956775" y="1241872"/>
                  <a:pt x="6970329" y="1243566"/>
                  <a:pt x="6983036" y="1247802"/>
                </a:cubicBezTo>
                <a:cubicBezTo>
                  <a:pt x="7018616" y="1261356"/>
                  <a:pt x="7041489" y="1247802"/>
                  <a:pt x="7041489" y="1204598"/>
                </a:cubicBezTo>
                <a:cubicBezTo>
                  <a:pt x="7042336" y="1197820"/>
                  <a:pt x="7043183" y="1189349"/>
                  <a:pt x="7048266" y="1189349"/>
                </a:cubicBezTo>
                <a:cubicBezTo>
                  <a:pt x="7098248" y="1161393"/>
                  <a:pt x="7066903" y="1151227"/>
                  <a:pt x="7039795" y="1133437"/>
                </a:cubicBezTo>
                <a:cubicBezTo>
                  <a:pt x="6995743" y="1102940"/>
                  <a:pt x="6943220" y="1065665"/>
                  <a:pt x="6955080" y="1002977"/>
                </a:cubicBezTo>
                <a:cubicBezTo>
                  <a:pt x="6964755" y="955875"/>
                  <a:pt x="6940958" y="908265"/>
                  <a:pt x="6897474" y="887765"/>
                </a:cubicBezTo>
                <a:cubicBezTo>
                  <a:pt x="6889850" y="881835"/>
                  <a:pt x="6889850" y="875905"/>
                  <a:pt x="6897474" y="870821"/>
                </a:cubicBezTo>
                <a:cubicBezTo>
                  <a:pt x="6905099" y="865739"/>
                  <a:pt x="6904251" y="852184"/>
                  <a:pt x="6921194" y="865739"/>
                </a:cubicBezTo>
                <a:cubicBezTo>
                  <a:pt x="6961010" y="897930"/>
                  <a:pt x="6966940" y="892847"/>
                  <a:pt x="6975411" y="836935"/>
                </a:cubicBezTo>
                <a:cubicBezTo>
                  <a:pt x="6976259" y="832700"/>
                  <a:pt x="6982189" y="825923"/>
                  <a:pt x="6982189" y="825923"/>
                </a:cubicBezTo>
                <a:cubicBezTo>
                  <a:pt x="6991651" y="823974"/>
                  <a:pt x="7001275" y="828464"/>
                  <a:pt x="7005909" y="836935"/>
                </a:cubicBezTo>
                <a:cubicBezTo>
                  <a:pt x="7020522" y="862519"/>
                  <a:pt x="7033814" y="888781"/>
                  <a:pt x="7045725" y="915720"/>
                </a:cubicBezTo>
                <a:cubicBezTo>
                  <a:pt x="7069445" y="975868"/>
                  <a:pt x="7124509" y="1015683"/>
                  <a:pt x="7154159" y="1073289"/>
                </a:cubicBezTo>
                <a:cubicBezTo>
                  <a:pt x="7158395" y="1081761"/>
                  <a:pt x="7166019" y="1085149"/>
                  <a:pt x="7187198" y="1086844"/>
                </a:cubicBezTo>
                <a:cubicBezTo>
                  <a:pt x="7208377" y="1088538"/>
                  <a:pt x="7231250" y="1092774"/>
                  <a:pt x="7225320" y="1124119"/>
                </a:cubicBezTo>
                <a:cubicBezTo>
                  <a:pt x="7222779" y="1138520"/>
                  <a:pt x="7234639" y="1142756"/>
                  <a:pt x="7243110" y="1148686"/>
                </a:cubicBezTo>
                <a:cubicBezTo>
                  <a:pt x="7303258" y="1184266"/>
                  <a:pt x="7364252" y="1219846"/>
                  <a:pt x="7423552" y="1257121"/>
                </a:cubicBezTo>
                <a:cubicBezTo>
                  <a:pt x="7442190" y="1268134"/>
                  <a:pt x="7448120" y="1257121"/>
                  <a:pt x="7454897" y="1244414"/>
                </a:cubicBezTo>
                <a:cubicBezTo>
                  <a:pt x="7535961" y="1130895"/>
                  <a:pt x="7584308" y="997216"/>
                  <a:pt x="7594676" y="858114"/>
                </a:cubicBezTo>
                <a:cubicBezTo>
                  <a:pt x="7603063" y="799831"/>
                  <a:pt x="7619007" y="742902"/>
                  <a:pt x="7642117" y="688684"/>
                </a:cubicBezTo>
                <a:cubicBezTo>
                  <a:pt x="7643811" y="676824"/>
                  <a:pt x="7649741" y="670894"/>
                  <a:pt x="7661601" y="676824"/>
                </a:cubicBezTo>
                <a:cubicBezTo>
                  <a:pt x="7675638" y="683686"/>
                  <a:pt x="7684034" y="698512"/>
                  <a:pt x="7682780" y="714099"/>
                </a:cubicBezTo>
                <a:cubicBezTo>
                  <a:pt x="7679815" y="728924"/>
                  <a:pt x="7679815" y="744173"/>
                  <a:pt x="7682780" y="758998"/>
                </a:cubicBezTo>
                <a:lnTo>
                  <a:pt x="7742927" y="679366"/>
                </a:lnTo>
                <a:cubicBezTo>
                  <a:pt x="7750204" y="669116"/>
                  <a:pt x="7756718" y="658357"/>
                  <a:pt x="7762411" y="647174"/>
                </a:cubicBezTo>
                <a:cubicBezTo>
                  <a:pt x="7771730" y="631078"/>
                  <a:pt x="7784437" y="615830"/>
                  <a:pt x="7803075" y="622607"/>
                </a:cubicBezTo>
                <a:cubicBezTo>
                  <a:pt x="7821712" y="629384"/>
                  <a:pt x="7822559" y="645480"/>
                  <a:pt x="7815782" y="668353"/>
                </a:cubicBezTo>
                <a:cubicBezTo>
                  <a:pt x="7809005" y="691226"/>
                  <a:pt x="7787826" y="711558"/>
                  <a:pt x="7815782" y="736125"/>
                </a:cubicBezTo>
                <a:cubicBezTo>
                  <a:pt x="7825101" y="743749"/>
                  <a:pt x="7809852" y="763234"/>
                  <a:pt x="7799686" y="775941"/>
                </a:cubicBezTo>
                <a:cubicBezTo>
                  <a:pt x="7758506" y="822534"/>
                  <a:pt x="7727873" y="877429"/>
                  <a:pt x="7709889" y="936899"/>
                </a:cubicBezTo>
                <a:cubicBezTo>
                  <a:pt x="7706940" y="956299"/>
                  <a:pt x="7706940" y="975953"/>
                  <a:pt x="7709889" y="995352"/>
                </a:cubicBezTo>
                <a:cubicBezTo>
                  <a:pt x="7719995" y="1062361"/>
                  <a:pt x="7702247" y="1130641"/>
                  <a:pt x="7660754" y="1184266"/>
                </a:cubicBezTo>
                <a:cubicBezTo>
                  <a:pt x="7633095" y="1222981"/>
                  <a:pt x="7610069" y="1264745"/>
                  <a:pt x="7592135" y="1308796"/>
                </a:cubicBezTo>
                <a:cubicBezTo>
                  <a:pt x="7581122" y="1329975"/>
                  <a:pt x="7593829" y="1337600"/>
                  <a:pt x="7611619" y="1337600"/>
                </a:cubicBezTo>
                <a:cubicBezTo>
                  <a:pt x="7704805" y="1335906"/>
                  <a:pt x="7797145" y="1373180"/>
                  <a:pt x="7893719" y="1342682"/>
                </a:cubicBezTo>
                <a:cubicBezTo>
                  <a:pt x="7931883" y="1334720"/>
                  <a:pt x="7971513" y="1337684"/>
                  <a:pt x="8008084" y="1351154"/>
                </a:cubicBezTo>
                <a:cubicBezTo>
                  <a:pt x="8022613" y="1356237"/>
                  <a:pt x="8038454" y="1356237"/>
                  <a:pt x="8052983" y="1351154"/>
                </a:cubicBezTo>
                <a:cubicBezTo>
                  <a:pt x="8080092" y="1340988"/>
                  <a:pt x="8088564" y="1332517"/>
                  <a:pt x="8071620" y="1302020"/>
                </a:cubicBezTo>
                <a:cubicBezTo>
                  <a:pt x="8036040" y="1240178"/>
                  <a:pt x="8007237" y="1174948"/>
                  <a:pt x="7975893" y="1111411"/>
                </a:cubicBezTo>
                <a:cubicBezTo>
                  <a:pt x="7969115" y="1104634"/>
                  <a:pt x="7969115" y="1095315"/>
                  <a:pt x="7969115" y="1090233"/>
                </a:cubicBezTo>
                <a:cubicBezTo>
                  <a:pt x="8003001" y="1017378"/>
                  <a:pt x="7945395" y="967396"/>
                  <a:pt x="7923369" y="909790"/>
                </a:cubicBezTo>
                <a:cubicBezTo>
                  <a:pt x="7914051" y="892000"/>
                  <a:pt x="7898802" y="876751"/>
                  <a:pt x="7923369" y="865739"/>
                </a:cubicBezTo>
                <a:cubicBezTo>
                  <a:pt x="7947937" y="854726"/>
                  <a:pt x="7941159" y="880987"/>
                  <a:pt x="7947937" y="890306"/>
                </a:cubicBezTo>
                <a:cubicBezTo>
                  <a:pt x="7968268" y="922497"/>
                  <a:pt x="7987753" y="956383"/>
                  <a:pt x="8008084" y="990269"/>
                </a:cubicBezTo>
                <a:cubicBezTo>
                  <a:pt x="8017403" y="978409"/>
                  <a:pt x="8008084" y="966549"/>
                  <a:pt x="8008084" y="956383"/>
                </a:cubicBezTo>
                <a:cubicBezTo>
                  <a:pt x="7992835" y="908096"/>
                  <a:pt x="7975893" y="859809"/>
                  <a:pt x="7960644" y="811521"/>
                </a:cubicBezTo>
                <a:cubicBezTo>
                  <a:pt x="7954714" y="796273"/>
                  <a:pt x="7937771" y="775941"/>
                  <a:pt x="7960644" y="765775"/>
                </a:cubicBezTo>
                <a:cubicBezTo>
                  <a:pt x="7983517" y="755609"/>
                  <a:pt x="7990294" y="786954"/>
                  <a:pt x="7992835" y="795425"/>
                </a:cubicBezTo>
                <a:cubicBezTo>
                  <a:pt x="7995377" y="803897"/>
                  <a:pt x="7997071" y="822534"/>
                  <a:pt x="8007237" y="812369"/>
                </a:cubicBezTo>
                <a:cubicBezTo>
                  <a:pt x="8017403" y="802203"/>
                  <a:pt x="8011473" y="786954"/>
                  <a:pt x="8001307" y="775094"/>
                </a:cubicBezTo>
                <a:cubicBezTo>
                  <a:pt x="7998554" y="766453"/>
                  <a:pt x="7996292" y="757727"/>
                  <a:pt x="7994530" y="748832"/>
                </a:cubicBezTo>
                <a:cubicBezTo>
                  <a:pt x="7986058" y="731889"/>
                  <a:pt x="7974198" y="703933"/>
                  <a:pt x="7994530" y="701392"/>
                </a:cubicBezTo>
                <a:cubicBezTo>
                  <a:pt x="8014861" y="698850"/>
                  <a:pt x="8049594" y="670894"/>
                  <a:pt x="8064843" y="719182"/>
                </a:cubicBezTo>
                <a:cubicBezTo>
                  <a:pt x="8092087" y="772976"/>
                  <a:pt x="8112851" y="829904"/>
                  <a:pt x="8126685" y="888611"/>
                </a:cubicBezTo>
                <a:cubicBezTo>
                  <a:pt x="8128379" y="911485"/>
                  <a:pt x="8141086" y="913179"/>
                  <a:pt x="8158876" y="905555"/>
                </a:cubicBezTo>
                <a:cubicBezTo>
                  <a:pt x="8214788" y="881835"/>
                  <a:pt x="8266464" y="912332"/>
                  <a:pt x="8318140" y="922497"/>
                </a:cubicBezTo>
                <a:cubicBezTo>
                  <a:pt x="8346943" y="927580"/>
                  <a:pt x="8346943" y="965702"/>
                  <a:pt x="8346943" y="994505"/>
                </a:cubicBezTo>
                <a:cubicBezTo>
                  <a:pt x="8350103" y="1018987"/>
                  <a:pt x="8354627" y="1043385"/>
                  <a:pt x="8360498" y="1067359"/>
                </a:cubicBezTo>
                <a:cubicBezTo>
                  <a:pt x="8361344" y="1120730"/>
                  <a:pt x="8393536" y="1169018"/>
                  <a:pt x="8387606" y="1205445"/>
                </a:cubicBezTo>
                <a:cubicBezTo>
                  <a:pt x="8381676" y="1241872"/>
                  <a:pt x="8374899" y="1279146"/>
                  <a:pt x="8374899" y="1315574"/>
                </a:cubicBezTo>
                <a:cubicBezTo>
                  <a:pt x="8372358" y="1339294"/>
                  <a:pt x="8390148" y="1332517"/>
                  <a:pt x="8400314" y="1329975"/>
                </a:cubicBezTo>
                <a:cubicBezTo>
                  <a:pt x="8410479" y="1327434"/>
                  <a:pt x="8409632" y="1363014"/>
                  <a:pt x="8427422" y="1338447"/>
                </a:cubicBezTo>
                <a:cubicBezTo>
                  <a:pt x="8450380" y="1326417"/>
                  <a:pt x="8476048" y="1320572"/>
                  <a:pt x="8501971" y="1321504"/>
                </a:cubicBezTo>
                <a:cubicBezTo>
                  <a:pt x="8540940" y="1327434"/>
                  <a:pt x="8579061" y="1310491"/>
                  <a:pt x="8620572" y="1327434"/>
                </a:cubicBezTo>
                <a:cubicBezTo>
                  <a:pt x="8648527" y="1338447"/>
                  <a:pt x="8642597" y="1305408"/>
                  <a:pt x="8642597" y="1285924"/>
                </a:cubicBezTo>
                <a:cubicBezTo>
                  <a:pt x="8635481" y="1245260"/>
                  <a:pt x="8625908" y="1205106"/>
                  <a:pt x="8613794" y="1165629"/>
                </a:cubicBezTo>
                <a:cubicBezTo>
                  <a:pt x="8604984" y="1132675"/>
                  <a:pt x="8608881" y="1097518"/>
                  <a:pt x="8624807" y="1067359"/>
                </a:cubicBezTo>
                <a:cubicBezTo>
                  <a:pt x="8634888" y="1048722"/>
                  <a:pt x="8638531" y="1027289"/>
                  <a:pt x="8634973" y="1006365"/>
                </a:cubicBezTo>
                <a:cubicBezTo>
                  <a:pt x="8632432" y="997047"/>
                  <a:pt x="8627348" y="983492"/>
                  <a:pt x="8640903" y="983492"/>
                </a:cubicBezTo>
                <a:cubicBezTo>
                  <a:pt x="8641411" y="983238"/>
                  <a:pt x="8642004" y="983069"/>
                  <a:pt x="8642512" y="982899"/>
                </a:cubicBezTo>
                <a:cubicBezTo>
                  <a:pt x="8653186" y="979511"/>
                  <a:pt x="8664623" y="985525"/>
                  <a:pt x="8668012" y="996199"/>
                </a:cubicBezTo>
                <a:cubicBezTo>
                  <a:pt x="8686226" y="1026781"/>
                  <a:pt x="8698848" y="1060328"/>
                  <a:pt x="8705286" y="1095315"/>
                </a:cubicBezTo>
                <a:cubicBezTo>
                  <a:pt x="8709522" y="1118188"/>
                  <a:pt x="8712910" y="1138520"/>
                  <a:pt x="8745102" y="1131743"/>
                </a:cubicBezTo>
                <a:cubicBezTo>
                  <a:pt x="8752727" y="1130049"/>
                  <a:pt x="8764587" y="1128354"/>
                  <a:pt x="8768823" y="1140214"/>
                </a:cubicBezTo>
                <a:cubicBezTo>
                  <a:pt x="8773058" y="1152074"/>
                  <a:pt x="8764587" y="1159699"/>
                  <a:pt x="8755268" y="1166476"/>
                </a:cubicBezTo>
                <a:cubicBezTo>
                  <a:pt x="8723924" y="1190196"/>
                  <a:pt x="8744255" y="1209680"/>
                  <a:pt x="8762893" y="1227470"/>
                </a:cubicBezTo>
                <a:cubicBezTo>
                  <a:pt x="8781530" y="1245260"/>
                  <a:pt x="8806097" y="1256274"/>
                  <a:pt x="8824734" y="1222388"/>
                </a:cubicBezTo>
                <a:cubicBezTo>
                  <a:pt x="8832782" y="1202564"/>
                  <a:pt x="8845235" y="1184944"/>
                  <a:pt x="8861161" y="1170712"/>
                </a:cubicBezTo>
                <a:cubicBezTo>
                  <a:pt x="8870480" y="1163934"/>
                  <a:pt x="8882340" y="1148686"/>
                  <a:pt x="8895895" y="1158004"/>
                </a:cubicBezTo>
                <a:cubicBezTo>
                  <a:pt x="8909449" y="1167323"/>
                  <a:pt x="8909449" y="1185960"/>
                  <a:pt x="8909449" y="1196126"/>
                </a:cubicBezTo>
                <a:cubicBezTo>
                  <a:pt x="8909449" y="1206292"/>
                  <a:pt x="8895895" y="1220694"/>
                  <a:pt x="8909449" y="1227470"/>
                </a:cubicBezTo>
                <a:cubicBezTo>
                  <a:pt x="8923003" y="1234248"/>
                  <a:pt x="8933169" y="1224082"/>
                  <a:pt x="8943335" y="1217305"/>
                </a:cubicBezTo>
                <a:cubicBezTo>
                  <a:pt x="9053209" y="1150041"/>
                  <a:pt x="9153004" y="1067613"/>
                  <a:pt x="9239836" y="972479"/>
                </a:cubicBezTo>
                <a:cubicBezTo>
                  <a:pt x="9270334" y="930122"/>
                  <a:pt x="9320315" y="905555"/>
                  <a:pt x="9355048" y="860656"/>
                </a:cubicBezTo>
                <a:cubicBezTo>
                  <a:pt x="9389781" y="815757"/>
                  <a:pt x="9414348" y="764928"/>
                  <a:pt x="9446540" y="719182"/>
                </a:cubicBezTo>
                <a:cubicBezTo>
                  <a:pt x="9454164" y="707322"/>
                  <a:pt x="9458400" y="686143"/>
                  <a:pt x="9475343" y="694614"/>
                </a:cubicBezTo>
                <a:cubicBezTo>
                  <a:pt x="9492286" y="703086"/>
                  <a:pt x="9483814" y="721724"/>
                  <a:pt x="9475343" y="734430"/>
                </a:cubicBezTo>
                <a:cubicBezTo>
                  <a:pt x="9466872" y="747138"/>
                  <a:pt x="9449929" y="761539"/>
                  <a:pt x="9466872" y="775941"/>
                </a:cubicBezTo>
                <a:cubicBezTo>
                  <a:pt x="9483814" y="790342"/>
                  <a:pt x="9503299" y="763234"/>
                  <a:pt x="9510076" y="760692"/>
                </a:cubicBezTo>
                <a:cubicBezTo>
                  <a:pt x="9516853" y="758150"/>
                  <a:pt x="9521936" y="749679"/>
                  <a:pt x="9527866" y="744596"/>
                </a:cubicBezTo>
                <a:cubicBezTo>
                  <a:pt x="9528036" y="744427"/>
                  <a:pt x="9528290" y="744173"/>
                  <a:pt x="9528459" y="744003"/>
                </a:cubicBezTo>
                <a:cubicBezTo>
                  <a:pt x="9535236" y="737565"/>
                  <a:pt x="9545995" y="737819"/>
                  <a:pt x="9552434" y="744596"/>
                </a:cubicBezTo>
                <a:cubicBezTo>
                  <a:pt x="9563447" y="753068"/>
                  <a:pt x="9558364" y="762386"/>
                  <a:pt x="9552434" y="770011"/>
                </a:cubicBezTo>
                <a:cubicBezTo>
                  <a:pt x="9544894" y="780176"/>
                  <a:pt x="9535745" y="789072"/>
                  <a:pt x="9525325" y="796273"/>
                </a:cubicBezTo>
                <a:cubicBezTo>
                  <a:pt x="9493133" y="814063"/>
                  <a:pt x="9477038" y="833547"/>
                  <a:pt x="9504146" y="869127"/>
                </a:cubicBezTo>
                <a:cubicBezTo>
                  <a:pt x="9519395" y="890306"/>
                  <a:pt x="9502452" y="910637"/>
                  <a:pt x="9493133" y="927580"/>
                </a:cubicBezTo>
                <a:cubicBezTo>
                  <a:pt x="9483814" y="944523"/>
                  <a:pt x="9482120" y="949606"/>
                  <a:pt x="9493133" y="965702"/>
                </a:cubicBezTo>
                <a:cubicBezTo>
                  <a:pt x="9531340" y="1034575"/>
                  <a:pt x="9559889" y="1108446"/>
                  <a:pt x="9577848" y="1185113"/>
                </a:cubicBezTo>
                <a:cubicBezTo>
                  <a:pt x="9590555" y="1227470"/>
                  <a:pt x="9567683" y="1268981"/>
                  <a:pt x="9567683" y="1312185"/>
                </a:cubicBezTo>
                <a:cubicBezTo>
                  <a:pt x="9575053" y="1354373"/>
                  <a:pt x="9594452" y="1393511"/>
                  <a:pt x="9623594" y="1424856"/>
                </a:cubicBezTo>
                <a:cubicBezTo>
                  <a:pt x="9632065" y="1439257"/>
                  <a:pt x="9637995" y="1437563"/>
                  <a:pt x="9647314" y="1424856"/>
                </a:cubicBezTo>
                <a:cubicBezTo>
                  <a:pt x="9693229" y="1360218"/>
                  <a:pt x="9735587" y="1293209"/>
                  <a:pt x="9774386" y="1224082"/>
                </a:cubicBezTo>
                <a:cubicBezTo>
                  <a:pt x="9784552" y="1207986"/>
                  <a:pt x="9779469" y="1197820"/>
                  <a:pt x="9759985" y="1189349"/>
                </a:cubicBezTo>
                <a:cubicBezTo>
                  <a:pt x="9740924" y="1182826"/>
                  <a:pt x="9720677" y="1180793"/>
                  <a:pt x="9700685" y="1183419"/>
                </a:cubicBezTo>
                <a:cubicBezTo>
                  <a:pt x="9623594" y="1182572"/>
                  <a:pt x="9585473" y="1147839"/>
                  <a:pt x="9585473" y="1069901"/>
                </a:cubicBezTo>
                <a:cubicBezTo>
                  <a:pt x="9583778" y="1036862"/>
                  <a:pt x="9592250" y="1021613"/>
                  <a:pt x="9628677" y="1021613"/>
                </a:cubicBezTo>
                <a:cubicBezTo>
                  <a:pt x="9695601" y="1021613"/>
                  <a:pt x="9695601" y="1019919"/>
                  <a:pt x="9684589" y="951301"/>
                </a:cubicBezTo>
                <a:cubicBezTo>
                  <a:pt x="9679506" y="919956"/>
                  <a:pt x="9684589" y="906401"/>
                  <a:pt x="9718475" y="880140"/>
                </a:cubicBezTo>
                <a:cubicBezTo>
                  <a:pt x="9706953" y="942999"/>
                  <a:pt x="9733554" y="1006704"/>
                  <a:pt x="9786246" y="1042792"/>
                </a:cubicBezTo>
                <a:cubicBezTo>
                  <a:pt x="9792007" y="1049654"/>
                  <a:pt x="9794718" y="1058465"/>
                  <a:pt x="9793871" y="1067359"/>
                </a:cubicBezTo>
                <a:cubicBezTo>
                  <a:pt x="9797175" y="1085234"/>
                  <a:pt x="9812931" y="1098195"/>
                  <a:pt x="9831145" y="1097857"/>
                </a:cubicBezTo>
                <a:cubicBezTo>
                  <a:pt x="9850629" y="1097857"/>
                  <a:pt x="9850629" y="1077525"/>
                  <a:pt x="9850629" y="1061429"/>
                </a:cubicBezTo>
                <a:cubicBezTo>
                  <a:pt x="9845885" y="1027205"/>
                  <a:pt x="9839363" y="993319"/>
                  <a:pt x="9831145" y="959772"/>
                </a:cubicBezTo>
                <a:cubicBezTo>
                  <a:pt x="9815049" y="903013"/>
                  <a:pt x="9845547" y="855573"/>
                  <a:pt x="9858254" y="805591"/>
                </a:cubicBezTo>
                <a:cubicBezTo>
                  <a:pt x="9874519" y="743072"/>
                  <a:pt x="9899001" y="682924"/>
                  <a:pt x="9931109" y="626843"/>
                </a:cubicBezTo>
                <a:cubicBezTo>
                  <a:pt x="9939580" y="611848"/>
                  <a:pt x="9939580" y="593550"/>
                  <a:pt x="9931109" y="578556"/>
                </a:cubicBezTo>
                <a:cubicBezTo>
                  <a:pt x="9930346" y="577454"/>
                  <a:pt x="9929583" y="576268"/>
                  <a:pt x="9928906" y="575082"/>
                </a:cubicBezTo>
                <a:cubicBezTo>
                  <a:pt x="9920180" y="559071"/>
                  <a:pt x="9926110" y="538994"/>
                  <a:pt x="9942121" y="530268"/>
                </a:cubicBezTo>
                <a:cubicBezTo>
                  <a:pt x="9959912" y="520102"/>
                  <a:pt x="9973466" y="534504"/>
                  <a:pt x="9984479" y="549752"/>
                </a:cubicBezTo>
                <a:cubicBezTo>
                  <a:pt x="10010740" y="588721"/>
                  <a:pt x="10039544" y="626843"/>
                  <a:pt x="10069194" y="668353"/>
                </a:cubicBezTo>
                <a:cubicBezTo>
                  <a:pt x="10081901" y="642939"/>
                  <a:pt x="10064958" y="616677"/>
                  <a:pt x="10081901" y="595498"/>
                </a:cubicBezTo>
                <a:cubicBezTo>
                  <a:pt x="10087831" y="587027"/>
                  <a:pt x="10093761" y="575167"/>
                  <a:pt x="10103926" y="576014"/>
                </a:cubicBezTo>
                <a:cubicBezTo>
                  <a:pt x="10114092" y="576861"/>
                  <a:pt x="10120870" y="586180"/>
                  <a:pt x="10120870" y="595498"/>
                </a:cubicBezTo>
                <a:cubicBezTo>
                  <a:pt x="10147640" y="666659"/>
                  <a:pt x="10166616" y="740530"/>
                  <a:pt x="10177628" y="815757"/>
                </a:cubicBezTo>
                <a:cubicBezTo>
                  <a:pt x="10183558" y="897676"/>
                  <a:pt x="10209820" y="976884"/>
                  <a:pt x="10253872" y="1046181"/>
                </a:cubicBezTo>
                <a:cubicBezTo>
                  <a:pt x="10274203" y="1084303"/>
                  <a:pt x="10287758" y="1142756"/>
                  <a:pt x="10320796" y="1152922"/>
                </a:cubicBezTo>
                <a:cubicBezTo>
                  <a:pt x="10353835" y="1163088"/>
                  <a:pt x="10372473" y="1101245"/>
                  <a:pt x="10398734" y="1072443"/>
                </a:cubicBezTo>
                <a:cubicBezTo>
                  <a:pt x="10423301" y="1045673"/>
                  <a:pt x="10451935" y="1022799"/>
                  <a:pt x="10483449" y="1004671"/>
                </a:cubicBezTo>
                <a:cubicBezTo>
                  <a:pt x="10514793" y="981798"/>
                  <a:pt x="10517335" y="935205"/>
                  <a:pt x="10527500" y="897083"/>
                </a:cubicBezTo>
                <a:cubicBezTo>
                  <a:pt x="10527500" y="892000"/>
                  <a:pt x="10527500" y="892000"/>
                  <a:pt x="10527500" y="892000"/>
                </a:cubicBezTo>
                <a:cubicBezTo>
                  <a:pt x="10532583" y="874210"/>
                  <a:pt x="10510557" y="843713"/>
                  <a:pt x="10538513" y="840324"/>
                </a:cubicBezTo>
                <a:cubicBezTo>
                  <a:pt x="10566469" y="836935"/>
                  <a:pt x="10567316" y="870821"/>
                  <a:pt x="10574093" y="892000"/>
                </a:cubicBezTo>
                <a:lnTo>
                  <a:pt x="10574093" y="908096"/>
                </a:lnTo>
                <a:lnTo>
                  <a:pt x="10574093" y="913179"/>
                </a:lnTo>
                <a:cubicBezTo>
                  <a:pt x="10582565" y="904707"/>
                  <a:pt x="10587648" y="896236"/>
                  <a:pt x="10587648" y="881835"/>
                </a:cubicBezTo>
                <a:cubicBezTo>
                  <a:pt x="10604591" y="786107"/>
                  <a:pt x="10618145" y="689532"/>
                  <a:pt x="10639323" y="594652"/>
                </a:cubicBezTo>
                <a:cubicBezTo>
                  <a:pt x="10664738" y="484522"/>
                  <a:pt x="10735051" y="443012"/>
                  <a:pt x="10852805" y="434540"/>
                </a:cubicBezTo>
                <a:cubicBezTo>
                  <a:pt x="10887538" y="431999"/>
                  <a:pt x="10889232" y="449789"/>
                  <a:pt x="10907022" y="459108"/>
                </a:cubicBezTo>
                <a:cubicBezTo>
                  <a:pt x="11013762" y="517561"/>
                  <a:pt x="11014610" y="623454"/>
                  <a:pt x="11029858" y="722570"/>
                </a:cubicBezTo>
                <a:cubicBezTo>
                  <a:pt x="11039008" y="749848"/>
                  <a:pt x="11041041" y="778990"/>
                  <a:pt x="11035789" y="807285"/>
                </a:cubicBezTo>
                <a:cubicBezTo>
                  <a:pt x="11067133" y="773399"/>
                  <a:pt x="11084076" y="806439"/>
                  <a:pt x="11086617" y="816604"/>
                </a:cubicBezTo>
                <a:cubicBezTo>
                  <a:pt x="11089158" y="826770"/>
                  <a:pt x="11088312" y="843713"/>
                  <a:pt x="11105254" y="843713"/>
                </a:cubicBezTo>
                <a:cubicBezTo>
                  <a:pt x="11109576" y="830159"/>
                  <a:pt x="11106356" y="815249"/>
                  <a:pt x="11096784" y="804744"/>
                </a:cubicBezTo>
                <a:cubicBezTo>
                  <a:pt x="11090006" y="795425"/>
                  <a:pt x="11093394" y="793731"/>
                  <a:pt x="11090006" y="777635"/>
                </a:cubicBezTo>
                <a:cubicBezTo>
                  <a:pt x="11086617" y="761539"/>
                  <a:pt x="11076452" y="736125"/>
                  <a:pt x="11095936" y="731889"/>
                </a:cubicBezTo>
                <a:cubicBezTo>
                  <a:pt x="11115421" y="727654"/>
                  <a:pt x="11142529" y="714946"/>
                  <a:pt x="11158625" y="749679"/>
                </a:cubicBezTo>
                <a:cubicBezTo>
                  <a:pt x="11189631" y="807455"/>
                  <a:pt x="11212165" y="869381"/>
                  <a:pt x="11225549" y="933511"/>
                </a:cubicBezTo>
                <a:cubicBezTo>
                  <a:pt x="11227244" y="945371"/>
                  <a:pt x="11226397" y="959772"/>
                  <a:pt x="11241645" y="964855"/>
                </a:cubicBezTo>
                <a:cubicBezTo>
                  <a:pt x="11256895" y="969937"/>
                  <a:pt x="11260283" y="952995"/>
                  <a:pt x="11267060" y="942829"/>
                </a:cubicBezTo>
                <a:cubicBezTo>
                  <a:pt x="11341609" y="839477"/>
                  <a:pt x="11423783" y="740360"/>
                  <a:pt x="11488165" y="629384"/>
                </a:cubicBezTo>
                <a:cubicBezTo>
                  <a:pt x="11536452" y="547211"/>
                  <a:pt x="11605072" y="472662"/>
                  <a:pt x="11591518" y="365921"/>
                </a:cubicBezTo>
                <a:cubicBezTo>
                  <a:pt x="11591518" y="352367"/>
                  <a:pt x="11591518" y="337965"/>
                  <a:pt x="11591518" y="324411"/>
                </a:cubicBezTo>
                <a:cubicBezTo>
                  <a:pt x="11591518" y="310857"/>
                  <a:pt x="11574575" y="296455"/>
                  <a:pt x="11591518" y="285443"/>
                </a:cubicBezTo>
                <a:cubicBezTo>
                  <a:pt x="11608460" y="274429"/>
                  <a:pt x="11607614" y="290525"/>
                  <a:pt x="11622862" y="303233"/>
                </a:cubicBezTo>
                <a:cubicBezTo>
                  <a:pt x="11638111" y="315940"/>
                  <a:pt x="11647430" y="307468"/>
                  <a:pt x="11647430" y="292219"/>
                </a:cubicBezTo>
                <a:cubicBezTo>
                  <a:pt x="11655647" y="264603"/>
                  <a:pt x="11660730" y="236223"/>
                  <a:pt x="11662678" y="207505"/>
                </a:cubicBezTo>
                <a:cubicBezTo>
                  <a:pt x="11660983" y="192257"/>
                  <a:pt x="11661831" y="168536"/>
                  <a:pt x="11682162" y="165995"/>
                </a:cubicBezTo>
                <a:cubicBezTo>
                  <a:pt x="11702494" y="163453"/>
                  <a:pt x="11703340" y="185479"/>
                  <a:pt x="11707576" y="202422"/>
                </a:cubicBezTo>
                <a:cubicBezTo>
                  <a:pt x="11721724" y="276971"/>
                  <a:pt x="11729094" y="352706"/>
                  <a:pt x="11729603" y="428610"/>
                </a:cubicBezTo>
                <a:cubicBezTo>
                  <a:pt x="11760608" y="362025"/>
                  <a:pt x="11773231" y="288238"/>
                  <a:pt x="11766030" y="215129"/>
                </a:cubicBezTo>
                <a:cubicBezTo>
                  <a:pt x="11766030" y="200728"/>
                  <a:pt x="11755864" y="178702"/>
                  <a:pt x="11781279" y="175313"/>
                </a:cubicBezTo>
                <a:cubicBezTo>
                  <a:pt x="11806692" y="171925"/>
                  <a:pt x="11798222" y="193951"/>
                  <a:pt x="11806692" y="210047"/>
                </a:cubicBezTo>
                <a:cubicBezTo>
                  <a:pt x="11815164" y="226142"/>
                  <a:pt x="11801610" y="243932"/>
                  <a:pt x="11815164" y="260028"/>
                </a:cubicBezTo>
                <a:cubicBezTo>
                  <a:pt x="11837190" y="234614"/>
                  <a:pt x="11830412" y="202422"/>
                  <a:pt x="11841426" y="175313"/>
                </a:cubicBezTo>
                <a:cubicBezTo>
                  <a:pt x="11844815" y="168536"/>
                  <a:pt x="11840579" y="160065"/>
                  <a:pt x="11855827" y="159217"/>
                </a:cubicBezTo>
                <a:cubicBezTo>
                  <a:pt x="11871076" y="158371"/>
                  <a:pt x="11871076" y="170231"/>
                  <a:pt x="11871076" y="177855"/>
                </a:cubicBezTo>
                <a:cubicBezTo>
                  <a:pt x="11882936" y="207505"/>
                  <a:pt x="11857522" y="237155"/>
                  <a:pt x="11871076" y="267653"/>
                </a:cubicBezTo>
                <a:cubicBezTo>
                  <a:pt x="11889714" y="256639"/>
                  <a:pt x="11885478" y="237155"/>
                  <a:pt x="11889714" y="226989"/>
                </a:cubicBezTo>
                <a:cubicBezTo>
                  <a:pt x="11893948" y="216823"/>
                  <a:pt x="11892255" y="204963"/>
                  <a:pt x="11911739" y="205811"/>
                </a:cubicBezTo>
                <a:cubicBezTo>
                  <a:pt x="11931223" y="206658"/>
                  <a:pt x="11930376" y="215977"/>
                  <a:pt x="11926987" y="234614"/>
                </a:cubicBezTo>
                <a:cubicBezTo>
                  <a:pt x="11923599" y="253251"/>
                  <a:pt x="11930376" y="270194"/>
                  <a:pt x="11941390" y="279513"/>
                </a:cubicBezTo>
                <a:cubicBezTo>
                  <a:pt x="11952402" y="288831"/>
                  <a:pt x="11953250" y="322717"/>
                  <a:pt x="11941390" y="348131"/>
                </a:cubicBezTo>
                <a:cubicBezTo>
                  <a:pt x="11908180" y="411583"/>
                  <a:pt x="11886410" y="480456"/>
                  <a:pt x="11877006" y="551447"/>
                </a:cubicBezTo>
                <a:cubicBezTo>
                  <a:pt x="11865484" y="601174"/>
                  <a:pt x="11873702" y="653358"/>
                  <a:pt x="11899879" y="697156"/>
                </a:cubicBezTo>
                <a:cubicBezTo>
                  <a:pt x="11956638" y="775941"/>
                  <a:pt x="12021021" y="848796"/>
                  <a:pt x="12077781" y="927580"/>
                </a:cubicBezTo>
                <a:cubicBezTo>
                  <a:pt x="12121831" y="988575"/>
                  <a:pt x="12160801" y="1052958"/>
                  <a:pt x="12198922" y="1117341"/>
                </a:cubicBezTo>
                <a:cubicBezTo>
                  <a:pt x="12202481" y="1132675"/>
                  <a:pt x="12202481" y="1148601"/>
                  <a:pt x="12198922" y="1163934"/>
                </a:cubicBezTo>
                <a:cubicBezTo>
                  <a:pt x="12198922" y="1396238"/>
                  <a:pt x="12198922" y="1767484"/>
                  <a:pt x="12198922" y="2151267"/>
                </a:cubicBezTo>
                <a:lnTo>
                  <a:pt x="12198922" y="2317477"/>
                </a:lnTo>
                <a:lnTo>
                  <a:pt x="6833098" y="2317477"/>
                </a:lnTo>
                <a:lnTo>
                  <a:pt x="6833091" y="2316903"/>
                </a:lnTo>
                <a:cubicBezTo>
                  <a:pt x="6819130" y="2234814"/>
                  <a:pt x="6784101" y="2157723"/>
                  <a:pt x="6731433" y="2093255"/>
                </a:cubicBezTo>
                <a:cubicBezTo>
                  <a:pt x="6750138" y="2166766"/>
                  <a:pt x="6743073" y="2243708"/>
                  <a:pt x="6712711" y="2311680"/>
                </a:cubicBezTo>
                <a:lnTo>
                  <a:pt x="6709294" y="2317477"/>
                </a:lnTo>
                <a:lnTo>
                  <a:pt x="1784936" y="2317477"/>
                </a:lnTo>
                <a:lnTo>
                  <a:pt x="1803577" y="2311819"/>
                </a:lnTo>
                <a:cubicBezTo>
                  <a:pt x="1799443" y="2294029"/>
                  <a:pt x="1790675" y="2277679"/>
                  <a:pt x="1778162" y="2264379"/>
                </a:cubicBezTo>
                <a:cubicBezTo>
                  <a:pt x="1767150" y="2277933"/>
                  <a:pt x="1751901" y="2292335"/>
                  <a:pt x="1762067" y="2308431"/>
                </a:cubicBezTo>
                <a:lnTo>
                  <a:pt x="1780441" y="2317477"/>
                </a:lnTo>
                <a:lnTo>
                  <a:pt x="1247923" y="2317477"/>
                </a:lnTo>
                <a:lnTo>
                  <a:pt x="1269874" y="2300171"/>
                </a:lnTo>
                <a:cubicBezTo>
                  <a:pt x="1285123" y="2283863"/>
                  <a:pt x="1295712" y="2263108"/>
                  <a:pt x="1291900" y="2248283"/>
                </a:cubicBezTo>
                <a:cubicBezTo>
                  <a:pt x="1278871" y="2210076"/>
                  <a:pt x="1268671" y="2171023"/>
                  <a:pt x="1261403" y="2131377"/>
                </a:cubicBezTo>
                <a:cubicBezTo>
                  <a:pt x="1261521" y="2101896"/>
                  <a:pt x="1239072" y="2077244"/>
                  <a:pt x="1209726" y="2074618"/>
                </a:cubicBezTo>
                <a:cubicBezTo>
                  <a:pt x="1209726" y="2152556"/>
                  <a:pt x="1209726" y="2227952"/>
                  <a:pt x="1209726" y="2304195"/>
                </a:cubicBezTo>
                <a:lnTo>
                  <a:pt x="1209413" y="2317477"/>
                </a:lnTo>
                <a:lnTo>
                  <a:pt x="0" y="2317477"/>
                </a:lnTo>
                <a:lnTo>
                  <a:pt x="0" y="662423"/>
                </a:lnTo>
                <a:cubicBezTo>
                  <a:pt x="37185" y="636754"/>
                  <a:pt x="66513" y="601259"/>
                  <a:pt x="84715" y="559918"/>
                </a:cubicBezTo>
                <a:cubicBezTo>
                  <a:pt x="98115" y="541620"/>
                  <a:pt x="110557" y="522728"/>
                  <a:pt x="121989" y="503160"/>
                </a:cubicBezTo>
                <a:cubicBezTo>
                  <a:pt x="135563" y="466817"/>
                  <a:pt x="135563" y="426832"/>
                  <a:pt x="121989" y="390489"/>
                </a:cubicBezTo>
                <a:cubicBezTo>
                  <a:pt x="106280" y="347453"/>
                  <a:pt x="108104" y="300013"/>
                  <a:pt x="127072" y="258334"/>
                </a:cubicBezTo>
                <a:cubicBezTo>
                  <a:pt x="153570" y="185564"/>
                  <a:pt x="184696" y="114488"/>
                  <a:pt x="220258" y="45700"/>
                </a:cubicBezTo>
                <a:cubicBezTo>
                  <a:pt x="234554" y="19968"/>
                  <a:pt x="253139" y="3885"/>
                  <a:pt x="273448" y="618"/>
                </a:cubicBezTo>
                <a:close/>
                <a:moveTo>
                  <a:pt x="325305" y="1380804"/>
                </a:moveTo>
                <a:cubicBezTo>
                  <a:pt x="316598" y="1401644"/>
                  <a:pt x="316598" y="1425194"/>
                  <a:pt x="325305" y="1446034"/>
                </a:cubicBezTo>
                <a:cubicBezTo>
                  <a:pt x="348178" y="1418078"/>
                  <a:pt x="328693" y="1400288"/>
                  <a:pt x="325305" y="1380804"/>
                </a:cubicBezTo>
                <a:close/>
                <a:moveTo>
                  <a:pt x="11688092" y="608206"/>
                </a:moveTo>
                <a:cubicBezTo>
                  <a:pt x="11628454" y="664795"/>
                  <a:pt x="11578640" y="730957"/>
                  <a:pt x="11540688" y="803897"/>
                </a:cubicBezTo>
                <a:cubicBezTo>
                  <a:pt x="11465292" y="931816"/>
                  <a:pt x="11451737" y="1081761"/>
                  <a:pt x="11393285" y="1215610"/>
                </a:cubicBezTo>
                <a:cubicBezTo>
                  <a:pt x="11392268" y="1217644"/>
                  <a:pt x="11391505" y="1219762"/>
                  <a:pt x="11391083" y="1221964"/>
                </a:cubicBezTo>
                <a:cubicBezTo>
                  <a:pt x="11388795" y="1234417"/>
                  <a:pt x="11396928" y="1246362"/>
                  <a:pt x="11409380" y="1248649"/>
                </a:cubicBezTo>
                <a:cubicBezTo>
                  <a:pt x="11425476" y="1251191"/>
                  <a:pt x="11436489" y="1262204"/>
                  <a:pt x="11457668" y="1267286"/>
                </a:cubicBezTo>
                <a:cubicBezTo>
                  <a:pt x="11457668" y="1245260"/>
                  <a:pt x="11457668" y="1226624"/>
                  <a:pt x="11457668" y="1207986"/>
                </a:cubicBezTo>
                <a:cubicBezTo>
                  <a:pt x="11457413" y="1205953"/>
                  <a:pt x="11457160" y="1204004"/>
                  <a:pt x="11456905" y="1201972"/>
                </a:cubicBezTo>
                <a:cubicBezTo>
                  <a:pt x="11447079" y="1108955"/>
                  <a:pt x="11514596" y="1025511"/>
                  <a:pt x="11607614" y="1015683"/>
                </a:cubicBezTo>
                <a:cubicBezTo>
                  <a:pt x="11637010" y="1004586"/>
                  <a:pt x="11668778" y="1000774"/>
                  <a:pt x="11699952" y="1004671"/>
                </a:cubicBezTo>
                <a:cubicBezTo>
                  <a:pt x="11763488" y="1024155"/>
                  <a:pt x="11792291" y="980951"/>
                  <a:pt x="11821942" y="939441"/>
                </a:cubicBezTo>
                <a:lnTo>
                  <a:pt x="11821942" y="936052"/>
                </a:lnTo>
                <a:cubicBezTo>
                  <a:pt x="11845662" y="906487"/>
                  <a:pt x="11848627" y="865400"/>
                  <a:pt x="11829566" y="832700"/>
                </a:cubicBezTo>
                <a:cubicBezTo>
                  <a:pt x="11777806" y="760862"/>
                  <a:pt x="11730619" y="685889"/>
                  <a:pt x="11688092" y="608206"/>
                </a:cubicBezTo>
                <a:close/>
                <a:moveTo>
                  <a:pt x="11908244" y="1054440"/>
                </a:moveTo>
                <a:cubicBezTo>
                  <a:pt x="11903691" y="1051687"/>
                  <a:pt x="11897761" y="1051687"/>
                  <a:pt x="11888866" y="1055499"/>
                </a:cubicBezTo>
                <a:cubicBezTo>
                  <a:pt x="11871076" y="1063124"/>
                  <a:pt x="11874464" y="1074137"/>
                  <a:pt x="11883783" y="1088538"/>
                </a:cubicBezTo>
                <a:cubicBezTo>
                  <a:pt x="11930630" y="1175880"/>
                  <a:pt x="11945286" y="1276944"/>
                  <a:pt x="11925294" y="1374027"/>
                </a:cubicBezTo>
                <a:cubicBezTo>
                  <a:pt x="11919363" y="1436716"/>
                  <a:pt x="11872770" y="1479073"/>
                  <a:pt x="11863451" y="1554469"/>
                </a:cubicBezTo>
                <a:cubicBezTo>
                  <a:pt x="11854132" y="1629865"/>
                  <a:pt x="11849050" y="1632407"/>
                  <a:pt x="11924446" y="1673917"/>
                </a:cubicBezTo>
                <a:cubicBezTo>
                  <a:pt x="11950454" y="1571921"/>
                  <a:pt x="11986203" y="1472635"/>
                  <a:pt x="12031187" y="1377416"/>
                </a:cubicBezTo>
                <a:lnTo>
                  <a:pt x="12029493" y="1374027"/>
                </a:lnTo>
                <a:cubicBezTo>
                  <a:pt x="12034067" y="1365386"/>
                  <a:pt x="12034661" y="1355220"/>
                  <a:pt x="12031187" y="1346071"/>
                </a:cubicBezTo>
                <a:cubicBezTo>
                  <a:pt x="11993912" y="1254579"/>
                  <a:pt x="11955791" y="1162240"/>
                  <a:pt x="11919363" y="1069901"/>
                </a:cubicBezTo>
                <a:cubicBezTo>
                  <a:pt x="11915975" y="1062700"/>
                  <a:pt x="11912798" y="1057194"/>
                  <a:pt x="11908244" y="1054440"/>
                </a:cubicBezTo>
                <a:close/>
                <a:moveTo>
                  <a:pt x="11053578" y="831853"/>
                </a:moveTo>
                <a:cubicBezTo>
                  <a:pt x="11041296" y="864044"/>
                  <a:pt x="11041296" y="899625"/>
                  <a:pt x="11053578" y="931816"/>
                </a:cubicBezTo>
                <a:cubicBezTo>
                  <a:pt x="11059509" y="941135"/>
                  <a:pt x="11060356" y="958925"/>
                  <a:pt x="11077298" y="952995"/>
                </a:cubicBezTo>
                <a:lnTo>
                  <a:pt x="11077298" y="949606"/>
                </a:lnTo>
                <a:cubicBezTo>
                  <a:pt x="11097630" y="943676"/>
                  <a:pt x="11084924" y="928427"/>
                  <a:pt x="11084076" y="922497"/>
                </a:cubicBezTo>
                <a:cubicBezTo>
                  <a:pt x="11075605" y="892000"/>
                  <a:pt x="11064592" y="862350"/>
                  <a:pt x="11053578" y="831853"/>
                </a:cubicBezTo>
                <a:close/>
                <a:moveTo>
                  <a:pt x="10013282" y="785260"/>
                </a:moveTo>
                <a:lnTo>
                  <a:pt x="10013282" y="786954"/>
                </a:lnTo>
                <a:cubicBezTo>
                  <a:pt x="9996339" y="830159"/>
                  <a:pt x="9984479" y="870821"/>
                  <a:pt x="9970924" y="910637"/>
                </a:cubicBezTo>
                <a:cubicBezTo>
                  <a:pt x="10041238" y="840324"/>
                  <a:pt x="10046320" y="824229"/>
                  <a:pt x="10013282" y="785260"/>
                </a:cubicBezTo>
                <a:close/>
                <a:moveTo>
                  <a:pt x="10058181" y="891153"/>
                </a:moveTo>
                <a:cubicBezTo>
                  <a:pt x="10030225" y="919956"/>
                  <a:pt x="10004810" y="950453"/>
                  <a:pt x="10013282" y="986033"/>
                </a:cubicBezTo>
                <a:cubicBezTo>
                  <a:pt x="10021245" y="1021105"/>
                  <a:pt x="10013452" y="1057956"/>
                  <a:pt x="9992103" y="1086844"/>
                </a:cubicBezTo>
                <a:cubicBezTo>
                  <a:pt x="9974313" y="1117341"/>
                  <a:pt x="9958217" y="1149533"/>
                  <a:pt x="9941274" y="1180030"/>
                </a:cubicBezTo>
                <a:cubicBezTo>
                  <a:pt x="9941274" y="1192738"/>
                  <a:pt x="9929414" y="1203750"/>
                  <a:pt x="9941274" y="1218999"/>
                </a:cubicBezTo>
                <a:cubicBezTo>
                  <a:pt x="9965164" y="1255765"/>
                  <a:pt x="9993628" y="1289312"/>
                  <a:pt x="10025989" y="1318962"/>
                </a:cubicBezTo>
                <a:lnTo>
                  <a:pt x="10025989" y="1322351"/>
                </a:lnTo>
                <a:cubicBezTo>
                  <a:pt x="10102232" y="1379110"/>
                  <a:pt x="10112398" y="1381651"/>
                  <a:pt x="10178476" y="1316421"/>
                </a:cubicBezTo>
                <a:cubicBezTo>
                  <a:pt x="10203212" y="1298122"/>
                  <a:pt x="10209905" y="1263898"/>
                  <a:pt x="10193724" y="1237636"/>
                </a:cubicBezTo>
                <a:cubicBezTo>
                  <a:pt x="10174748" y="1193415"/>
                  <a:pt x="10149588" y="1152074"/>
                  <a:pt x="10119175" y="1114800"/>
                </a:cubicBezTo>
                <a:cubicBezTo>
                  <a:pt x="10076140" y="1069223"/>
                  <a:pt x="10054114" y="1007890"/>
                  <a:pt x="10058181" y="945371"/>
                </a:cubicBezTo>
                <a:lnTo>
                  <a:pt x="10058181" y="891153"/>
                </a:lnTo>
                <a:close/>
                <a:moveTo>
                  <a:pt x="10477519" y="1291006"/>
                </a:moveTo>
                <a:cubicBezTo>
                  <a:pt x="10468285" y="1298885"/>
                  <a:pt x="10462693" y="1310237"/>
                  <a:pt x="10462270" y="1322351"/>
                </a:cubicBezTo>
                <a:cubicBezTo>
                  <a:pt x="10444480" y="1316421"/>
                  <a:pt x="10431773" y="1318962"/>
                  <a:pt x="10431773" y="1340988"/>
                </a:cubicBezTo>
                <a:cubicBezTo>
                  <a:pt x="10431773" y="1347766"/>
                  <a:pt x="10421607" y="1361320"/>
                  <a:pt x="10441939" y="1357931"/>
                </a:cubicBezTo>
                <a:cubicBezTo>
                  <a:pt x="10462270" y="1354542"/>
                  <a:pt x="10462270" y="1337600"/>
                  <a:pt x="10462270" y="1322351"/>
                </a:cubicBezTo>
                <a:cubicBezTo>
                  <a:pt x="10480907" y="1317268"/>
                  <a:pt x="10481755" y="1305408"/>
                  <a:pt x="10477519" y="1291006"/>
                </a:cubicBezTo>
                <a:close/>
                <a:moveTo>
                  <a:pt x="9864184" y="1335058"/>
                </a:moveTo>
                <a:cubicBezTo>
                  <a:pt x="9848427" y="1371909"/>
                  <a:pt x="9838939" y="1411132"/>
                  <a:pt x="9836228" y="1451117"/>
                </a:cubicBezTo>
                <a:lnTo>
                  <a:pt x="9836228" y="1452812"/>
                </a:lnTo>
                <a:cubicBezTo>
                  <a:pt x="9911624" y="1400288"/>
                  <a:pt x="9916707" y="1394358"/>
                  <a:pt x="9864184" y="1335058"/>
                </a:cubicBezTo>
                <a:close/>
                <a:moveTo>
                  <a:pt x="11373800" y="1432480"/>
                </a:moveTo>
                <a:cubicBezTo>
                  <a:pt x="11408195" y="1514992"/>
                  <a:pt x="11436575" y="1599961"/>
                  <a:pt x="11458515" y="1686625"/>
                </a:cubicBezTo>
                <a:lnTo>
                  <a:pt x="11458515" y="1683236"/>
                </a:lnTo>
                <a:cubicBezTo>
                  <a:pt x="11489012" y="1654433"/>
                  <a:pt x="11540688" y="1646809"/>
                  <a:pt x="11542383" y="1612075"/>
                </a:cubicBezTo>
                <a:cubicBezTo>
                  <a:pt x="11536283" y="1563111"/>
                  <a:pt x="11523407" y="1515246"/>
                  <a:pt x="11504261" y="1469754"/>
                </a:cubicBezTo>
                <a:cubicBezTo>
                  <a:pt x="11503413" y="1465519"/>
                  <a:pt x="11494943" y="1460436"/>
                  <a:pt x="11489860" y="1460436"/>
                </a:cubicBezTo>
                <a:cubicBezTo>
                  <a:pt x="11449536" y="1460436"/>
                  <a:pt x="11409720" y="1450863"/>
                  <a:pt x="11373800" y="1432480"/>
                </a:cubicBezTo>
                <a:close/>
                <a:moveTo>
                  <a:pt x="9409266" y="995352"/>
                </a:moveTo>
                <a:cubicBezTo>
                  <a:pt x="9408418" y="994505"/>
                  <a:pt x="9398253" y="1002129"/>
                  <a:pt x="9398253" y="1002129"/>
                </a:cubicBezTo>
                <a:lnTo>
                  <a:pt x="9397406" y="1001282"/>
                </a:lnTo>
                <a:cubicBezTo>
                  <a:pt x="9392323" y="1020767"/>
                  <a:pt x="9413502" y="1030085"/>
                  <a:pt x="9416890" y="1047875"/>
                </a:cubicBezTo>
                <a:cubicBezTo>
                  <a:pt x="9427734" y="1030932"/>
                  <a:pt x="9424430" y="1008567"/>
                  <a:pt x="9409266" y="995352"/>
                </a:cubicBezTo>
                <a:close/>
                <a:moveTo>
                  <a:pt x="9368602" y="1015683"/>
                </a:moveTo>
                <a:cubicBezTo>
                  <a:pt x="9341833" y="1035422"/>
                  <a:pt x="9316927" y="1057533"/>
                  <a:pt x="9294054" y="1081761"/>
                </a:cubicBezTo>
                <a:cubicBezTo>
                  <a:pt x="9237380" y="1164104"/>
                  <a:pt x="9170455" y="1238992"/>
                  <a:pt x="9094974" y="1304561"/>
                </a:cubicBezTo>
                <a:cubicBezTo>
                  <a:pt x="9073795" y="1321504"/>
                  <a:pt x="9074643" y="1358778"/>
                  <a:pt x="9044992" y="1372332"/>
                </a:cubicBezTo>
                <a:cubicBezTo>
                  <a:pt x="9044992" y="1373180"/>
                  <a:pt x="9044992" y="1385887"/>
                  <a:pt x="9044992" y="1385887"/>
                </a:cubicBezTo>
                <a:cubicBezTo>
                  <a:pt x="9063629" y="1424856"/>
                  <a:pt x="9035674" y="1424856"/>
                  <a:pt x="9011953" y="1424856"/>
                </a:cubicBezTo>
                <a:cubicBezTo>
                  <a:pt x="9001619" y="1425788"/>
                  <a:pt x="8991368" y="1427736"/>
                  <a:pt x="8981456" y="1430786"/>
                </a:cubicBezTo>
                <a:cubicBezTo>
                  <a:pt x="8913685" y="1438410"/>
                  <a:pt x="8856079" y="1495169"/>
                  <a:pt x="8800167" y="1503640"/>
                </a:cubicBezTo>
                <a:cubicBezTo>
                  <a:pt x="8744255" y="1512112"/>
                  <a:pt x="8734936" y="1552775"/>
                  <a:pt x="8734936" y="1596827"/>
                </a:cubicBezTo>
                <a:cubicBezTo>
                  <a:pt x="8735445" y="1644691"/>
                  <a:pt x="8732649" y="1692555"/>
                  <a:pt x="8726465" y="1739995"/>
                </a:cubicBezTo>
                <a:cubicBezTo>
                  <a:pt x="8716892" y="1831402"/>
                  <a:pt x="8702152" y="1922216"/>
                  <a:pt x="8682413" y="2011929"/>
                </a:cubicBezTo>
                <a:cubicBezTo>
                  <a:pt x="8664030" y="2066994"/>
                  <a:pt x="8676992" y="2127649"/>
                  <a:pt x="8716299" y="2170346"/>
                </a:cubicBezTo>
                <a:cubicBezTo>
                  <a:pt x="8732395" y="2188136"/>
                  <a:pt x="8735784" y="2189830"/>
                  <a:pt x="8752727" y="2170346"/>
                </a:cubicBezTo>
                <a:cubicBezTo>
                  <a:pt x="8789154" y="2127988"/>
                  <a:pt x="8810333" y="2066146"/>
                  <a:pt x="8873869" y="2050898"/>
                </a:cubicBezTo>
                <a:cubicBezTo>
                  <a:pt x="8905213" y="2044120"/>
                  <a:pt x="8905213" y="2028872"/>
                  <a:pt x="8905213" y="2000916"/>
                </a:cubicBezTo>
                <a:cubicBezTo>
                  <a:pt x="8892337" y="1939159"/>
                  <a:pt x="8912160" y="1875115"/>
                  <a:pt x="8957736" y="1831487"/>
                </a:cubicBezTo>
                <a:cubicBezTo>
                  <a:pt x="8999755" y="1800396"/>
                  <a:pt x="9025085" y="1751601"/>
                  <a:pt x="9026355" y="1699331"/>
                </a:cubicBezTo>
                <a:cubicBezTo>
                  <a:pt x="9029235" y="1622241"/>
                  <a:pt x="9064985" y="1550064"/>
                  <a:pt x="9124624" y="1501099"/>
                </a:cubicBezTo>
                <a:cubicBezTo>
                  <a:pt x="9171218" y="1462978"/>
                  <a:pt x="9227129" y="1482462"/>
                  <a:pt x="9275416" y="1462978"/>
                </a:cubicBezTo>
                <a:cubicBezTo>
                  <a:pt x="9297442" y="1454506"/>
                  <a:pt x="9293206" y="1496863"/>
                  <a:pt x="9315232" y="1501946"/>
                </a:cubicBezTo>
                <a:cubicBezTo>
                  <a:pt x="9319468" y="1502793"/>
                  <a:pt x="9326245" y="1510418"/>
                  <a:pt x="9326245" y="1510418"/>
                </a:cubicBezTo>
                <a:cubicBezTo>
                  <a:pt x="9381056" y="1544219"/>
                  <a:pt x="9414942" y="1603604"/>
                  <a:pt x="9416043" y="1667987"/>
                </a:cubicBezTo>
                <a:cubicBezTo>
                  <a:pt x="9431292" y="1745925"/>
                  <a:pt x="9440610" y="1830639"/>
                  <a:pt x="9453317" y="1915354"/>
                </a:cubicBezTo>
                <a:cubicBezTo>
                  <a:pt x="9470260" y="1859442"/>
                  <a:pt x="9477884" y="1805225"/>
                  <a:pt x="9497369" y="1754396"/>
                </a:cubicBezTo>
                <a:lnTo>
                  <a:pt x="9497369" y="1756091"/>
                </a:lnTo>
                <a:cubicBezTo>
                  <a:pt x="9518548" y="1718138"/>
                  <a:pt x="9530746" y="1675781"/>
                  <a:pt x="9532949" y="1632407"/>
                </a:cubicBezTo>
                <a:cubicBezTo>
                  <a:pt x="9523884" y="1528462"/>
                  <a:pt x="9482713" y="1429854"/>
                  <a:pt x="9415196" y="1350307"/>
                </a:cubicBezTo>
                <a:cubicBezTo>
                  <a:pt x="9401811" y="1335651"/>
                  <a:pt x="9394017" y="1316760"/>
                  <a:pt x="9393170" y="1296936"/>
                </a:cubicBezTo>
                <a:cubicBezTo>
                  <a:pt x="9387240" y="1249496"/>
                  <a:pt x="9394864" y="1198668"/>
                  <a:pt x="9352507" y="1159699"/>
                </a:cubicBezTo>
                <a:cubicBezTo>
                  <a:pt x="9334971" y="1143942"/>
                  <a:pt x="9331074" y="1118019"/>
                  <a:pt x="9343188" y="1097857"/>
                </a:cubicBezTo>
                <a:cubicBezTo>
                  <a:pt x="9362842" y="1111581"/>
                  <a:pt x="9378853" y="1129879"/>
                  <a:pt x="9389781" y="1151227"/>
                </a:cubicBezTo>
                <a:cubicBezTo>
                  <a:pt x="9396558" y="1158852"/>
                  <a:pt x="9404183" y="1164782"/>
                  <a:pt x="9413502" y="1158852"/>
                </a:cubicBezTo>
                <a:cubicBezTo>
                  <a:pt x="9422820" y="1152922"/>
                  <a:pt x="9413502" y="1144450"/>
                  <a:pt x="9413502" y="1137673"/>
                </a:cubicBezTo>
                <a:cubicBezTo>
                  <a:pt x="9398253" y="1100398"/>
                  <a:pt x="9383851" y="1058041"/>
                  <a:pt x="9368602" y="1015683"/>
                </a:cubicBezTo>
                <a:close/>
                <a:moveTo>
                  <a:pt x="9816743" y="1534138"/>
                </a:moveTo>
                <a:cubicBezTo>
                  <a:pt x="9809119" y="1570565"/>
                  <a:pt x="9803189" y="1597674"/>
                  <a:pt x="9796412" y="1629019"/>
                </a:cubicBezTo>
                <a:cubicBezTo>
                  <a:pt x="9789635" y="1660363"/>
                  <a:pt x="9765067" y="1690860"/>
                  <a:pt x="9778622" y="1723052"/>
                </a:cubicBezTo>
                <a:cubicBezTo>
                  <a:pt x="9805392" y="1795821"/>
                  <a:pt x="9827417" y="1870286"/>
                  <a:pt x="9844699" y="1945852"/>
                </a:cubicBezTo>
                <a:lnTo>
                  <a:pt x="9844699" y="1947546"/>
                </a:lnTo>
                <a:cubicBezTo>
                  <a:pt x="9890445" y="1931450"/>
                  <a:pt x="9891293" y="1903494"/>
                  <a:pt x="9890445" y="1860289"/>
                </a:cubicBezTo>
                <a:cubicBezTo>
                  <a:pt x="9881974" y="1784893"/>
                  <a:pt x="9829451" y="1728982"/>
                  <a:pt x="9816743" y="1656974"/>
                </a:cubicBezTo>
                <a:cubicBezTo>
                  <a:pt x="9816743" y="1618853"/>
                  <a:pt x="9838769" y="1580731"/>
                  <a:pt x="9816743" y="1534138"/>
                </a:cubicBezTo>
                <a:close/>
                <a:moveTo>
                  <a:pt x="10290299" y="1620547"/>
                </a:moveTo>
                <a:cubicBezTo>
                  <a:pt x="10280980" y="1655280"/>
                  <a:pt x="10284369" y="1690860"/>
                  <a:pt x="10257260" y="1720510"/>
                </a:cubicBezTo>
                <a:cubicBezTo>
                  <a:pt x="10224306" y="1771932"/>
                  <a:pt x="10202365" y="1829623"/>
                  <a:pt x="10192877" y="1889939"/>
                </a:cubicBezTo>
                <a:cubicBezTo>
                  <a:pt x="10185253" y="1911118"/>
                  <a:pt x="10211514" y="1922978"/>
                  <a:pt x="10229304" y="1933144"/>
                </a:cubicBezTo>
                <a:cubicBezTo>
                  <a:pt x="10233540" y="1939922"/>
                  <a:pt x="10244553" y="1947546"/>
                  <a:pt x="10244553" y="1933144"/>
                </a:cubicBezTo>
                <a:cubicBezTo>
                  <a:pt x="10253024" y="1898411"/>
                  <a:pt x="10290299" y="1875538"/>
                  <a:pt x="10290299" y="1839958"/>
                </a:cubicBezTo>
                <a:cubicBezTo>
                  <a:pt x="10289028" y="1808698"/>
                  <a:pt x="10300380" y="1778201"/>
                  <a:pt x="10321643" y="1755243"/>
                </a:cubicBezTo>
                <a:lnTo>
                  <a:pt x="10321643" y="1756937"/>
                </a:lnTo>
                <a:cubicBezTo>
                  <a:pt x="10331301" y="1746603"/>
                  <a:pt x="10333334" y="1731269"/>
                  <a:pt x="10326726" y="1718816"/>
                </a:cubicBezTo>
                <a:cubicBezTo>
                  <a:pt x="10322744" y="1683575"/>
                  <a:pt x="10310292" y="1649858"/>
                  <a:pt x="10290299" y="1620547"/>
                </a:cubicBezTo>
                <a:close/>
                <a:moveTo>
                  <a:pt x="10713873" y="1932191"/>
                </a:moveTo>
                <a:cubicBezTo>
                  <a:pt x="10704766" y="1932086"/>
                  <a:pt x="10694812" y="1935263"/>
                  <a:pt x="10687611" y="1934839"/>
                </a:cubicBezTo>
                <a:cubicBezTo>
                  <a:pt x="10673209" y="1933991"/>
                  <a:pt x="10679139" y="1946699"/>
                  <a:pt x="10679139" y="1955170"/>
                </a:cubicBezTo>
                <a:lnTo>
                  <a:pt x="10716414" y="2169498"/>
                </a:lnTo>
                <a:cubicBezTo>
                  <a:pt x="10741829" y="2139848"/>
                  <a:pt x="10779103" y="2128835"/>
                  <a:pt x="10773173" y="2098338"/>
                </a:cubicBezTo>
                <a:cubicBezTo>
                  <a:pt x="10763431" y="2047933"/>
                  <a:pt x="10750723" y="1998120"/>
                  <a:pt x="10735051" y="1949240"/>
                </a:cubicBezTo>
                <a:cubicBezTo>
                  <a:pt x="10731239" y="1935686"/>
                  <a:pt x="10722979" y="1932297"/>
                  <a:pt x="10713873" y="1932191"/>
                </a:cubicBezTo>
                <a:close/>
                <a:moveTo>
                  <a:pt x="7203572" y="1302880"/>
                </a:moveTo>
                <a:cubicBezTo>
                  <a:pt x="7194876" y="1302178"/>
                  <a:pt x="7185292" y="1303078"/>
                  <a:pt x="7174491" y="1306255"/>
                </a:cubicBezTo>
                <a:lnTo>
                  <a:pt x="7301564" y="1445187"/>
                </a:lnTo>
                <a:cubicBezTo>
                  <a:pt x="7321048" y="1466366"/>
                  <a:pt x="7337144" y="1462978"/>
                  <a:pt x="7349851" y="1437563"/>
                </a:cubicBezTo>
                <a:lnTo>
                  <a:pt x="7349004" y="1436716"/>
                </a:lnTo>
                <a:cubicBezTo>
                  <a:pt x="7359170" y="1416384"/>
                  <a:pt x="7363405" y="1399442"/>
                  <a:pt x="7337991" y="1385887"/>
                </a:cubicBezTo>
                <a:cubicBezTo>
                  <a:pt x="7312576" y="1372332"/>
                  <a:pt x="7292245" y="1351154"/>
                  <a:pt x="7266830" y="1334211"/>
                </a:cubicBezTo>
                <a:cubicBezTo>
                  <a:pt x="7247770" y="1321504"/>
                  <a:pt x="7229662" y="1304985"/>
                  <a:pt x="7203572" y="1302880"/>
                </a:cubicBezTo>
                <a:close/>
                <a:moveTo>
                  <a:pt x="7090412" y="1424326"/>
                </a:moveTo>
                <a:cubicBezTo>
                  <a:pt x="7086812" y="1425915"/>
                  <a:pt x="7083000" y="1429092"/>
                  <a:pt x="7079611" y="1431633"/>
                </a:cubicBezTo>
                <a:cubicBezTo>
                  <a:pt x="7040108" y="1456285"/>
                  <a:pt x="7005621" y="1488222"/>
                  <a:pt x="6977953" y="1525666"/>
                </a:cubicBezTo>
                <a:cubicBezTo>
                  <a:pt x="6910478" y="1626731"/>
                  <a:pt x="6833608" y="1721188"/>
                  <a:pt x="6748376" y="1807767"/>
                </a:cubicBezTo>
                <a:cubicBezTo>
                  <a:pt x="6732425" y="1820473"/>
                  <a:pt x="6721590" y="1838518"/>
                  <a:pt x="6717879" y="1858595"/>
                </a:cubicBezTo>
                <a:cubicBezTo>
                  <a:pt x="6714956" y="1920437"/>
                  <a:pt x="6719505" y="1982448"/>
                  <a:pt x="6731433" y="2043274"/>
                </a:cubicBezTo>
                <a:cubicBezTo>
                  <a:pt x="6747199" y="2002610"/>
                  <a:pt x="6753010" y="1958728"/>
                  <a:pt x="6748376" y="1915354"/>
                </a:cubicBezTo>
                <a:cubicBezTo>
                  <a:pt x="6744657" y="1848768"/>
                  <a:pt x="6784888" y="1787519"/>
                  <a:pt x="6847493" y="1764562"/>
                </a:cubicBezTo>
                <a:cubicBezTo>
                  <a:pt x="6960494" y="1704075"/>
                  <a:pt x="7100154" y="1728135"/>
                  <a:pt x="7186351" y="1823015"/>
                </a:cubicBezTo>
                <a:cubicBezTo>
                  <a:pt x="7204141" y="1798448"/>
                  <a:pt x="7203294" y="1765409"/>
                  <a:pt x="7217696" y="1738301"/>
                </a:cubicBezTo>
                <a:lnTo>
                  <a:pt x="7216849" y="1737453"/>
                </a:lnTo>
                <a:cubicBezTo>
                  <a:pt x="7251912" y="1674595"/>
                  <a:pt x="7250938" y="1597843"/>
                  <a:pt x="7214307" y="1535832"/>
                </a:cubicBezTo>
                <a:cubicBezTo>
                  <a:pt x="7184657" y="1480768"/>
                  <a:pt x="7128745" y="1472296"/>
                  <a:pt x="7099942" y="1426550"/>
                </a:cubicBezTo>
                <a:cubicBezTo>
                  <a:pt x="7097401" y="1422738"/>
                  <a:pt x="7094012" y="1422738"/>
                  <a:pt x="7090412" y="1424326"/>
                </a:cubicBezTo>
                <a:close/>
                <a:moveTo>
                  <a:pt x="7539506" y="1524819"/>
                </a:moveTo>
                <a:cubicBezTo>
                  <a:pt x="7531352" y="1526302"/>
                  <a:pt x="7525210" y="1531597"/>
                  <a:pt x="7525210" y="1545151"/>
                </a:cubicBezTo>
                <a:cubicBezTo>
                  <a:pt x="7525210" y="1572259"/>
                  <a:pt x="7508267" y="1590050"/>
                  <a:pt x="7508267" y="1629865"/>
                </a:cubicBezTo>
                <a:cubicBezTo>
                  <a:pt x="7508267" y="1669681"/>
                  <a:pt x="7474382" y="1704415"/>
                  <a:pt x="7493018" y="1745925"/>
                </a:cubicBezTo>
                <a:cubicBezTo>
                  <a:pt x="7530429" y="1830872"/>
                  <a:pt x="7557017" y="1920109"/>
                  <a:pt x="7572244" y="2011454"/>
                </a:cubicBezTo>
                <a:lnTo>
                  <a:pt x="7583516" y="2102234"/>
                </a:lnTo>
                <a:lnTo>
                  <a:pt x="7582816" y="2102574"/>
                </a:lnTo>
                <a:lnTo>
                  <a:pt x="7583663" y="2103421"/>
                </a:lnTo>
                <a:lnTo>
                  <a:pt x="7583516" y="2102234"/>
                </a:lnTo>
                <a:lnTo>
                  <a:pt x="7609144" y="2089761"/>
                </a:lnTo>
                <a:cubicBezTo>
                  <a:pt x="7634916" y="2077213"/>
                  <a:pt x="7656519" y="2064664"/>
                  <a:pt x="7651435" y="2044968"/>
                </a:cubicBezTo>
                <a:cubicBezTo>
                  <a:pt x="7643480" y="1984736"/>
                  <a:pt x="7622683" y="1926960"/>
                  <a:pt x="7590440" y="1875538"/>
                </a:cubicBezTo>
                <a:cubicBezTo>
                  <a:pt x="7572778" y="1856054"/>
                  <a:pt x="7561799" y="1831402"/>
                  <a:pt x="7559096" y="1805225"/>
                </a:cubicBezTo>
                <a:cubicBezTo>
                  <a:pt x="7551057" y="1723645"/>
                  <a:pt x="7559410" y="1641217"/>
                  <a:pt x="7583663" y="1562941"/>
                </a:cubicBezTo>
                <a:cubicBezTo>
                  <a:pt x="7594676" y="1537526"/>
                  <a:pt x="7581969" y="1530749"/>
                  <a:pt x="7565873" y="1527360"/>
                </a:cubicBezTo>
                <a:cubicBezTo>
                  <a:pt x="7557826" y="1525666"/>
                  <a:pt x="7547660" y="1523337"/>
                  <a:pt x="7539506" y="1524819"/>
                </a:cubicBezTo>
                <a:close/>
                <a:moveTo>
                  <a:pt x="8584144" y="1590897"/>
                </a:moveTo>
                <a:lnTo>
                  <a:pt x="8567201" y="1630713"/>
                </a:lnTo>
                <a:cubicBezTo>
                  <a:pt x="8556188" y="1644606"/>
                  <a:pt x="8550766" y="1662142"/>
                  <a:pt x="8551952" y="1679847"/>
                </a:cubicBezTo>
                <a:cubicBezTo>
                  <a:pt x="8573131" y="1662904"/>
                  <a:pt x="8567201" y="1645961"/>
                  <a:pt x="8567201" y="1630713"/>
                </a:cubicBezTo>
                <a:cubicBezTo>
                  <a:pt x="8593463" y="1628171"/>
                  <a:pt x="8584144" y="1607840"/>
                  <a:pt x="8584144" y="1590897"/>
                </a:cubicBezTo>
                <a:close/>
                <a:moveTo>
                  <a:pt x="4921926" y="927580"/>
                </a:moveTo>
                <a:lnTo>
                  <a:pt x="4850766" y="1051264"/>
                </a:lnTo>
                <a:cubicBezTo>
                  <a:pt x="4836365" y="1074984"/>
                  <a:pt x="4815186" y="1094468"/>
                  <a:pt x="4825352" y="1129201"/>
                </a:cubicBezTo>
                <a:cubicBezTo>
                  <a:pt x="4825394" y="1129455"/>
                  <a:pt x="4825436" y="1129794"/>
                  <a:pt x="4825470" y="1130049"/>
                </a:cubicBezTo>
                <a:cubicBezTo>
                  <a:pt x="4828486" y="1152752"/>
                  <a:pt x="4812500" y="1173592"/>
                  <a:pt x="4789772" y="1176642"/>
                </a:cubicBezTo>
                <a:cubicBezTo>
                  <a:pt x="4778759" y="1180030"/>
                  <a:pt x="4765204" y="1178336"/>
                  <a:pt x="4765204" y="1202056"/>
                </a:cubicBezTo>
                <a:cubicBezTo>
                  <a:pt x="4767957" y="1275080"/>
                  <a:pt x="4780207" y="1347426"/>
                  <a:pt x="4801632" y="1417232"/>
                </a:cubicBezTo>
                <a:cubicBezTo>
                  <a:pt x="4865439" y="1565991"/>
                  <a:pt x="4937565" y="1711107"/>
                  <a:pt x="5017654" y="1851818"/>
                </a:cubicBezTo>
                <a:cubicBezTo>
                  <a:pt x="5013630" y="1689589"/>
                  <a:pt x="5024982" y="1527360"/>
                  <a:pt x="5051540" y="1367250"/>
                </a:cubicBezTo>
                <a:lnTo>
                  <a:pt x="5050693" y="1366402"/>
                </a:lnTo>
                <a:cubicBezTo>
                  <a:pt x="5062316" y="1319894"/>
                  <a:pt x="5053700" y="1270675"/>
                  <a:pt x="5026973" y="1230859"/>
                </a:cubicBezTo>
                <a:cubicBezTo>
                  <a:pt x="5004608" y="1201378"/>
                  <a:pt x="4990037" y="1166646"/>
                  <a:pt x="4984615" y="1130049"/>
                </a:cubicBezTo>
                <a:cubicBezTo>
                  <a:pt x="4982074" y="1114800"/>
                  <a:pt x="4979532" y="1100398"/>
                  <a:pt x="4961742" y="1100398"/>
                </a:cubicBezTo>
                <a:cubicBezTo>
                  <a:pt x="4917691" y="1095315"/>
                  <a:pt x="4940564" y="1072443"/>
                  <a:pt x="4949035" y="1051264"/>
                </a:cubicBezTo>
                <a:lnTo>
                  <a:pt x="4929551" y="1051264"/>
                </a:lnTo>
                <a:cubicBezTo>
                  <a:pt x="4918538" y="1048722"/>
                  <a:pt x="4900748" y="1058041"/>
                  <a:pt x="4899054" y="1040251"/>
                </a:cubicBezTo>
                <a:cubicBezTo>
                  <a:pt x="4897359" y="1022461"/>
                  <a:pt x="4916844" y="1027543"/>
                  <a:pt x="4926162" y="1022461"/>
                </a:cubicBezTo>
                <a:cubicBezTo>
                  <a:pt x="4960404" y="1010262"/>
                  <a:pt x="4997814" y="1010262"/>
                  <a:pt x="5032056" y="1022461"/>
                </a:cubicBezTo>
                <a:cubicBezTo>
                  <a:pt x="4998305" y="987558"/>
                  <a:pt x="4961437" y="955790"/>
                  <a:pt x="4921926" y="927580"/>
                </a:cubicBezTo>
                <a:close/>
                <a:moveTo>
                  <a:pt x="4654201" y="1286202"/>
                </a:moveTo>
                <a:cubicBezTo>
                  <a:pt x="4649781" y="1286348"/>
                  <a:pt x="4644274" y="1287619"/>
                  <a:pt x="4637285" y="1290160"/>
                </a:cubicBezTo>
                <a:cubicBezTo>
                  <a:pt x="4570479" y="1311846"/>
                  <a:pt x="4523971" y="1372502"/>
                  <a:pt x="4520379" y="1442646"/>
                </a:cubicBezTo>
                <a:cubicBezTo>
                  <a:pt x="4521268" y="1459928"/>
                  <a:pt x="4515508" y="1476870"/>
                  <a:pt x="4504283" y="1490086"/>
                </a:cubicBezTo>
                <a:cubicBezTo>
                  <a:pt x="4478080" y="1517618"/>
                  <a:pt x="4469279" y="1557435"/>
                  <a:pt x="4481410" y="1593438"/>
                </a:cubicBezTo>
                <a:cubicBezTo>
                  <a:pt x="4494964" y="1678153"/>
                  <a:pt x="4507671" y="1762867"/>
                  <a:pt x="4516143" y="1847582"/>
                </a:cubicBezTo>
                <a:cubicBezTo>
                  <a:pt x="4519531" y="1878927"/>
                  <a:pt x="4528003" y="1886551"/>
                  <a:pt x="4556806" y="1886551"/>
                </a:cubicBezTo>
                <a:cubicBezTo>
                  <a:pt x="4647773" y="1882146"/>
                  <a:pt x="4730099" y="1940091"/>
                  <a:pt x="4756733" y="2027178"/>
                </a:cubicBezTo>
                <a:cubicBezTo>
                  <a:pt x="4771134" y="2088172"/>
                  <a:pt x="4795702" y="2086478"/>
                  <a:pt x="4841448" y="2071229"/>
                </a:cubicBezTo>
                <a:lnTo>
                  <a:pt x="4840600" y="2070382"/>
                </a:lnTo>
                <a:cubicBezTo>
                  <a:pt x="4863473" y="2062758"/>
                  <a:pt x="4871945" y="2058522"/>
                  <a:pt x="4870251" y="2035649"/>
                </a:cubicBezTo>
                <a:cubicBezTo>
                  <a:pt x="4847623" y="1946360"/>
                  <a:pt x="4830087" y="1855884"/>
                  <a:pt x="4817727" y="1764562"/>
                </a:cubicBezTo>
                <a:cubicBezTo>
                  <a:pt x="4810145" y="1686031"/>
                  <a:pt x="4780809" y="1611229"/>
                  <a:pt x="4733012" y="1548539"/>
                </a:cubicBezTo>
                <a:cubicBezTo>
                  <a:pt x="4696585" y="1511604"/>
                  <a:pt x="4678558" y="1460351"/>
                  <a:pt x="4683878" y="1408760"/>
                </a:cubicBezTo>
                <a:cubicBezTo>
                  <a:pt x="4686614" y="1376060"/>
                  <a:pt x="4683742" y="1343106"/>
                  <a:pt x="4675406" y="1311338"/>
                </a:cubicBezTo>
                <a:cubicBezTo>
                  <a:pt x="4670959" y="1295455"/>
                  <a:pt x="4667465" y="1285765"/>
                  <a:pt x="4654201" y="1286202"/>
                </a:cubicBezTo>
                <a:close/>
                <a:moveTo>
                  <a:pt x="3904502" y="1476532"/>
                </a:moveTo>
                <a:cubicBezTo>
                  <a:pt x="3903604" y="1476447"/>
                  <a:pt x="3902707" y="1476532"/>
                  <a:pt x="3901817" y="1476616"/>
                </a:cubicBezTo>
                <a:cubicBezTo>
                  <a:pt x="3894387" y="1477548"/>
                  <a:pt x="3889143" y="1484326"/>
                  <a:pt x="3890101" y="1491780"/>
                </a:cubicBezTo>
                <a:cubicBezTo>
                  <a:pt x="3879029" y="1541508"/>
                  <a:pt x="3875598" y="1592676"/>
                  <a:pt x="3879935" y="1643420"/>
                </a:cubicBezTo>
                <a:cubicBezTo>
                  <a:pt x="3901114" y="1737453"/>
                  <a:pt x="3911279" y="1834875"/>
                  <a:pt x="3932458" y="1928909"/>
                </a:cubicBezTo>
                <a:cubicBezTo>
                  <a:pt x="3936109" y="1985837"/>
                  <a:pt x="3943463" y="2042426"/>
                  <a:pt x="3954484" y="2098338"/>
                </a:cubicBezTo>
                <a:cubicBezTo>
                  <a:pt x="3976510" y="2046662"/>
                  <a:pt x="3997688" y="2002610"/>
                  <a:pt x="4012937" y="1956864"/>
                </a:cubicBezTo>
                <a:lnTo>
                  <a:pt x="4012090" y="1956018"/>
                </a:lnTo>
                <a:cubicBezTo>
                  <a:pt x="4033921" y="1895192"/>
                  <a:pt x="4035700" y="1829030"/>
                  <a:pt x="4017173" y="1767103"/>
                </a:cubicBezTo>
                <a:cubicBezTo>
                  <a:pt x="3978119" y="1676882"/>
                  <a:pt x="3946385" y="1583696"/>
                  <a:pt x="3922292" y="1488392"/>
                </a:cubicBezTo>
                <a:cubicBezTo>
                  <a:pt x="3920590" y="1480259"/>
                  <a:pt x="3912677" y="1475007"/>
                  <a:pt x="3904502" y="1476532"/>
                </a:cubicBezTo>
                <a:close/>
                <a:moveTo>
                  <a:pt x="2372013" y="823381"/>
                </a:moveTo>
                <a:cubicBezTo>
                  <a:pt x="2378027" y="869975"/>
                  <a:pt x="2380857" y="916991"/>
                  <a:pt x="2380484" y="964007"/>
                </a:cubicBezTo>
                <a:cubicBezTo>
                  <a:pt x="2382068" y="981289"/>
                  <a:pt x="2387261" y="997978"/>
                  <a:pt x="2395733" y="1013142"/>
                </a:cubicBezTo>
                <a:cubicBezTo>
                  <a:pt x="2411617" y="1035422"/>
                  <a:pt x="2414523" y="1064395"/>
                  <a:pt x="2403357" y="1089385"/>
                </a:cubicBezTo>
                <a:cubicBezTo>
                  <a:pt x="2399969" y="1097009"/>
                  <a:pt x="2404204" y="1097009"/>
                  <a:pt x="2409287" y="1104634"/>
                </a:cubicBezTo>
                <a:cubicBezTo>
                  <a:pt x="2414370" y="1112258"/>
                  <a:pt x="2423689" y="1111411"/>
                  <a:pt x="2423689" y="1104634"/>
                </a:cubicBezTo>
                <a:cubicBezTo>
                  <a:pt x="2425383" y="1080914"/>
                  <a:pt x="2445715" y="1065665"/>
                  <a:pt x="2445715" y="1040251"/>
                </a:cubicBezTo>
                <a:cubicBezTo>
                  <a:pt x="2438734" y="963161"/>
                  <a:pt x="2413472" y="888781"/>
                  <a:pt x="2372013" y="823381"/>
                </a:cubicBezTo>
                <a:close/>
                <a:moveTo>
                  <a:pt x="1388792" y="898777"/>
                </a:moveTo>
                <a:cubicBezTo>
                  <a:pt x="1386145" y="899625"/>
                  <a:pt x="1384239" y="901743"/>
                  <a:pt x="1384239" y="905555"/>
                </a:cubicBezTo>
                <a:lnTo>
                  <a:pt x="1380003" y="905555"/>
                </a:lnTo>
                <a:cubicBezTo>
                  <a:pt x="1378309" y="921650"/>
                  <a:pt x="1400335" y="928427"/>
                  <a:pt x="1406265" y="932663"/>
                </a:cubicBezTo>
                <a:cubicBezTo>
                  <a:pt x="1412195" y="936899"/>
                  <a:pt x="1420666" y="933511"/>
                  <a:pt x="1420666" y="925039"/>
                </a:cubicBezTo>
                <a:cubicBezTo>
                  <a:pt x="1417735" y="913263"/>
                  <a:pt x="1409170" y="903775"/>
                  <a:pt x="1397793" y="899625"/>
                </a:cubicBezTo>
                <a:cubicBezTo>
                  <a:pt x="1394828" y="898354"/>
                  <a:pt x="1391440" y="897930"/>
                  <a:pt x="1388792" y="898777"/>
                </a:cubicBezTo>
                <a:close/>
                <a:moveTo>
                  <a:pt x="1381697" y="974173"/>
                </a:moveTo>
                <a:cubicBezTo>
                  <a:pt x="1381697" y="1006365"/>
                  <a:pt x="1381697" y="1006365"/>
                  <a:pt x="1420666" y="1005518"/>
                </a:cubicBezTo>
                <a:cubicBezTo>
                  <a:pt x="1407959" y="995352"/>
                  <a:pt x="1404570" y="980103"/>
                  <a:pt x="1384239" y="974173"/>
                </a:cubicBezTo>
                <a:lnTo>
                  <a:pt x="1381697" y="974173"/>
                </a:lnTo>
                <a:close/>
                <a:moveTo>
                  <a:pt x="1403723" y="1086844"/>
                </a:moveTo>
                <a:cubicBezTo>
                  <a:pt x="1393558" y="1107175"/>
                  <a:pt x="1414736" y="1120730"/>
                  <a:pt x="1417278" y="1121577"/>
                </a:cubicBezTo>
                <a:cubicBezTo>
                  <a:pt x="1419819" y="1122424"/>
                  <a:pt x="1426596" y="1115647"/>
                  <a:pt x="1426596" y="1115647"/>
                </a:cubicBezTo>
                <a:lnTo>
                  <a:pt x="1424055" y="1115647"/>
                </a:lnTo>
                <a:cubicBezTo>
                  <a:pt x="1424055" y="1101245"/>
                  <a:pt x="1413889" y="1094468"/>
                  <a:pt x="1403723" y="1086844"/>
                </a:cubicBezTo>
                <a:close/>
                <a:moveTo>
                  <a:pt x="1444638" y="1196603"/>
                </a:moveTo>
                <a:cubicBezTo>
                  <a:pt x="1435545" y="1196285"/>
                  <a:pt x="1428714" y="1205021"/>
                  <a:pt x="1422361" y="1211375"/>
                </a:cubicBezTo>
                <a:cubicBezTo>
                  <a:pt x="1392549" y="1245176"/>
                  <a:pt x="1359646" y="1276097"/>
                  <a:pt x="1324091" y="1303714"/>
                </a:cubicBezTo>
                <a:cubicBezTo>
                  <a:pt x="1303760" y="1317268"/>
                  <a:pt x="1309690" y="1326587"/>
                  <a:pt x="1324091" y="1339294"/>
                </a:cubicBezTo>
                <a:cubicBezTo>
                  <a:pt x="1355436" y="1366402"/>
                  <a:pt x="1385933" y="1395206"/>
                  <a:pt x="1416430" y="1424008"/>
                </a:cubicBezTo>
                <a:cubicBezTo>
                  <a:pt x="1424055" y="1430786"/>
                  <a:pt x="1430832" y="1435868"/>
                  <a:pt x="1439303" y="1435022"/>
                </a:cubicBezTo>
                <a:cubicBezTo>
                  <a:pt x="1459457" y="1432819"/>
                  <a:pt x="1477527" y="1421636"/>
                  <a:pt x="1488438" y="1404524"/>
                </a:cubicBezTo>
                <a:cubicBezTo>
                  <a:pt x="1507922" y="1385040"/>
                  <a:pt x="1522324" y="1353696"/>
                  <a:pt x="1545197" y="1344377"/>
                </a:cubicBezTo>
                <a:cubicBezTo>
                  <a:pt x="1582471" y="1329975"/>
                  <a:pt x="1572306" y="1310491"/>
                  <a:pt x="1558751" y="1291854"/>
                </a:cubicBezTo>
                <a:cubicBezTo>
                  <a:pt x="1528957" y="1256189"/>
                  <a:pt x="1493809" y="1225268"/>
                  <a:pt x="1454552" y="1200362"/>
                </a:cubicBezTo>
                <a:cubicBezTo>
                  <a:pt x="1450952" y="1197821"/>
                  <a:pt x="1447669" y="1196709"/>
                  <a:pt x="1444638" y="1196603"/>
                </a:cubicBezTo>
                <a:close/>
                <a:moveTo>
                  <a:pt x="3049731" y="1401983"/>
                </a:moveTo>
                <a:cubicBezTo>
                  <a:pt x="3006111" y="1427990"/>
                  <a:pt x="2986389" y="1480852"/>
                  <a:pt x="3002290" y="1529055"/>
                </a:cubicBezTo>
                <a:cubicBezTo>
                  <a:pt x="3012456" y="1593438"/>
                  <a:pt x="3023469" y="1655280"/>
                  <a:pt x="2965016" y="1705261"/>
                </a:cubicBezTo>
                <a:cubicBezTo>
                  <a:pt x="2954850" y="1710345"/>
                  <a:pt x="2954850" y="1722205"/>
                  <a:pt x="2954850" y="1730676"/>
                </a:cubicBezTo>
                <a:cubicBezTo>
                  <a:pt x="2943837" y="1769645"/>
                  <a:pt x="2932824" y="1807767"/>
                  <a:pt x="2920117" y="1845888"/>
                </a:cubicBezTo>
                <a:cubicBezTo>
                  <a:pt x="2910197" y="1870117"/>
                  <a:pt x="2919583" y="1897903"/>
                  <a:pt x="2942143" y="1911118"/>
                </a:cubicBezTo>
                <a:cubicBezTo>
                  <a:pt x="2966710" y="1927214"/>
                  <a:pt x="2998055" y="1946699"/>
                  <a:pt x="3014998" y="1959406"/>
                </a:cubicBezTo>
                <a:cubicBezTo>
                  <a:pt x="3031941" y="1972113"/>
                  <a:pt x="3042106" y="1972960"/>
                  <a:pt x="3049731" y="1951782"/>
                </a:cubicBezTo>
                <a:cubicBezTo>
                  <a:pt x="3070375" y="1893243"/>
                  <a:pt x="3121408" y="1850632"/>
                  <a:pt x="3182733" y="1840805"/>
                </a:cubicBezTo>
                <a:lnTo>
                  <a:pt x="3181886" y="1839958"/>
                </a:lnTo>
                <a:cubicBezTo>
                  <a:pt x="3207300" y="1830639"/>
                  <a:pt x="3210689" y="1824709"/>
                  <a:pt x="3200523" y="1801837"/>
                </a:cubicBezTo>
                <a:cubicBezTo>
                  <a:pt x="3141316" y="1672138"/>
                  <a:pt x="3090944" y="1538543"/>
                  <a:pt x="3049731" y="1401983"/>
                </a:cubicBezTo>
                <a:close/>
                <a:moveTo>
                  <a:pt x="2507556" y="1406218"/>
                </a:moveTo>
                <a:cubicBezTo>
                  <a:pt x="2510936" y="1419942"/>
                  <a:pt x="2520255" y="1431379"/>
                  <a:pt x="2532971" y="1437563"/>
                </a:cubicBezTo>
                <a:lnTo>
                  <a:pt x="2532124" y="1436716"/>
                </a:lnTo>
                <a:cubicBezTo>
                  <a:pt x="2541442" y="1414690"/>
                  <a:pt x="2531276" y="1407066"/>
                  <a:pt x="2507556" y="1406218"/>
                </a:cubicBezTo>
                <a:close/>
                <a:moveTo>
                  <a:pt x="1260555" y="1466366"/>
                </a:moveTo>
                <a:cubicBezTo>
                  <a:pt x="1245950" y="1567939"/>
                  <a:pt x="1225585" y="1668665"/>
                  <a:pt x="1199561" y="1767951"/>
                </a:cubicBezTo>
                <a:cubicBezTo>
                  <a:pt x="1185159" y="1782352"/>
                  <a:pt x="1187701" y="1797601"/>
                  <a:pt x="1193631" y="1817932"/>
                </a:cubicBezTo>
                <a:cubicBezTo>
                  <a:pt x="1203898" y="1808359"/>
                  <a:pt x="1209464" y="1794720"/>
                  <a:pt x="1208879" y="1780658"/>
                </a:cubicBezTo>
                <a:cubicBezTo>
                  <a:pt x="1240995" y="1701111"/>
                  <a:pt x="1311088" y="1643081"/>
                  <a:pt x="1395252" y="1626477"/>
                </a:cubicBezTo>
                <a:cubicBezTo>
                  <a:pt x="1358825" y="1568024"/>
                  <a:pt x="1300371" y="1531596"/>
                  <a:pt x="1260555" y="1466366"/>
                </a:cubicBezTo>
                <a:close/>
                <a:moveTo>
                  <a:pt x="1654479" y="1530749"/>
                </a:moveTo>
                <a:cubicBezTo>
                  <a:pt x="1591790" y="1523972"/>
                  <a:pt x="1556210" y="1583273"/>
                  <a:pt x="1507075" y="1608687"/>
                </a:cubicBezTo>
                <a:cubicBezTo>
                  <a:pt x="1490979" y="1613770"/>
                  <a:pt x="1472342" y="1601063"/>
                  <a:pt x="1459635" y="1619700"/>
                </a:cubicBezTo>
                <a:lnTo>
                  <a:pt x="1558751" y="1619700"/>
                </a:lnTo>
                <a:cubicBezTo>
                  <a:pt x="1634994" y="1630713"/>
                  <a:pt x="1609580" y="1549387"/>
                  <a:pt x="1654479" y="1530749"/>
                </a:cubicBezTo>
                <a:close/>
                <a:moveTo>
                  <a:pt x="2425383" y="1634101"/>
                </a:moveTo>
                <a:cubicBezTo>
                  <a:pt x="2418606" y="1643420"/>
                  <a:pt x="2414370" y="1643420"/>
                  <a:pt x="2414370" y="1643420"/>
                </a:cubicBezTo>
                <a:cubicBezTo>
                  <a:pt x="2405899" y="1668834"/>
                  <a:pt x="2397427" y="1698485"/>
                  <a:pt x="2389803" y="1728135"/>
                </a:cubicBezTo>
                <a:cubicBezTo>
                  <a:pt x="2380815" y="1772017"/>
                  <a:pt x="2402341" y="1816407"/>
                  <a:pt x="2442326" y="1836569"/>
                </a:cubicBezTo>
                <a:cubicBezTo>
                  <a:pt x="2449950" y="1839111"/>
                  <a:pt x="2456727" y="1836569"/>
                  <a:pt x="2456727" y="1830639"/>
                </a:cubicBezTo>
                <a:cubicBezTo>
                  <a:pt x="2469435" y="1790823"/>
                  <a:pt x="2492308" y="1751855"/>
                  <a:pt x="2469435" y="1712886"/>
                </a:cubicBezTo>
                <a:lnTo>
                  <a:pt x="2425383" y="1634101"/>
                </a:lnTo>
                <a:close/>
                <a:moveTo>
                  <a:pt x="1787481" y="1638337"/>
                </a:moveTo>
                <a:cubicBezTo>
                  <a:pt x="1712085" y="1689166"/>
                  <a:pt x="1801035" y="1711191"/>
                  <a:pt x="1806118" y="1749313"/>
                </a:cubicBezTo>
                <a:lnTo>
                  <a:pt x="1806118" y="1745925"/>
                </a:lnTo>
                <a:cubicBezTo>
                  <a:pt x="1832380" y="1705261"/>
                  <a:pt x="1834074" y="1666293"/>
                  <a:pt x="1787481" y="1638337"/>
                </a:cubicBezTo>
                <a:close/>
              </a:path>
            </a:pathLst>
          </a:custGeom>
          <a:solidFill>
            <a:schemeClr val="accent1">
              <a:alpha val="17000"/>
            </a:schemeClr>
          </a:solidFill>
          <a:ln w="84667" cap="flat">
            <a:noFill/>
            <a:prstDash val="solid"/>
            <a:miter/>
          </a:ln>
        </p:spPr>
        <p:txBody>
          <a:bodyPr rtlCol="0" anchor="ctr"/>
          <a:lstStyle/>
          <a:p>
            <a:endParaRPr lang="en-IN"/>
          </a:p>
        </p:txBody>
      </p:sp>
      <p:grpSp>
        <p:nvGrpSpPr>
          <p:cNvPr id="2007" name="Group 2006"/>
          <p:cNvGrpSpPr/>
          <p:nvPr/>
        </p:nvGrpSpPr>
        <p:grpSpPr>
          <a:xfrm>
            <a:off x="5969095" y="1014009"/>
            <a:ext cx="4498880" cy="5817457"/>
            <a:chOff x="6644952" y="1015231"/>
            <a:chExt cx="4048448" cy="5235008"/>
          </a:xfrm>
        </p:grpSpPr>
        <p:sp>
          <p:nvSpPr>
            <p:cNvPr id="5" name="Freeform: Shape 4"/>
            <p:cNvSpPr/>
            <p:nvPr/>
          </p:nvSpPr>
          <p:spPr>
            <a:xfrm>
              <a:off x="6691005" y="1015231"/>
              <a:ext cx="4002395" cy="5231536"/>
            </a:xfrm>
            <a:custGeom>
              <a:avLst/>
              <a:gdLst>
                <a:gd name="connsiteX0" fmla="*/ 4137773 w 5665688"/>
                <a:gd name="connsiteY0" fmla="*/ 6787230 h 7405632"/>
                <a:gd name="connsiteX1" fmla="*/ 4137773 w 5665688"/>
                <a:gd name="connsiteY1" fmla="*/ 6999864 h 7405632"/>
                <a:gd name="connsiteX2" fmla="*/ 4199615 w 5665688"/>
                <a:gd name="connsiteY2" fmla="*/ 7025278 h 7405632"/>
                <a:gd name="connsiteX3" fmla="*/ 4249597 w 5665688"/>
                <a:gd name="connsiteY3" fmla="*/ 7129477 h 7405632"/>
                <a:gd name="connsiteX4" fmla="*/ 4271622 w 5665688"/>
                <a:gd name="connsiteY4" fmla="*/ 7314155 h 7405632"/>
                <a:gd name="connsiteX5" fmla="*/ 4423261 w 5665688"/>
                <a:gd name="connsiteY5" fmla="*/ 7382774 h 7405632"/>
                <a:gd name="connsiteX6" fmla="*/ 4658768 w 5665688"/>
                <a:gd name="connsiteY6" fmla="*/ 7403953 h 7405632"/>
                <a:gd name="connsiteX7" fmla="*/ 4889192 w 5665688"/>
                <a:gd name="connsiteY7" fmla="*/ 7353124 h 7405632"/>
                <a:gd name="connsiteX8" fmla="*/ 4963742 w 5665688"/>
                <a:gd name="connsiteY8" fmla="*/ 7308225 h 7405632"/>
                <a:gd name="connsiteX9" fmla="*/ 4928161 w 5665688"/>
                <a:gd name="connsiteY9" fmla="*/ 7243842 h 7405632"/>
                <a:gd name="connsiteX10" fmla="*/ 4928161 w 5665688"/>
                <a:gd name="connsiteY10" fmla="*/ 7218427 h 7405632"/>
                <a:gd name="connsiteX11" fmla="*/ 4928161 w 5665688"/>
                <a:gd name="connsiteY11" fmla="*/ 7121006 h 7405632"/>
                <a:gd name="connsiteX12" fmla="*/ 4880721 w 5665688"/>
                <a:gd name="connsiteY12" fmla="*/ 7082037 h 7405632"/>
                <a:gd name="connsiteX13" fmla="*/ 4890887 w 5665688"/>
                <a:gd name="connsiteY13" fmla="*/ 6997322 h 7405632"/>
                <a:gd name="connsiteX14" fmla="*/ 4901053 w 5665688"/>
                <a:gd name="connsiteY14" fmla="*/ 6922773 h 7405632"/>
                <a:gd name="connsiteX15" fmla="*/ 4919690 w 5665688"/>
                <a:gd name="connsiteY15" fmla="*/ 6838058 h 7405632"/>
                <a:gd name="connsiteX16" fmla="*/ 5066247 w 5665688"/>
                <a:gd name="connsiteY16" fmla="*/ 6195074 h 7405632"/>
                <a:gd name="connsiteX17" fmla="*/ 5311919 w 5665688"/>
                <a:gd name="connsiteY17" fmla="*/ 5159012 h 7405632"/>
                <a:gd name="connsiteX18" fmla="*/ 5320391 w 5665688"/>
                <a:gd name="connsiteY18" fmla="*/ 5121738 h 7405632"/>
                <a:gd name="connsiteX19" fmla="*/ 5330556 w 5665688"/>
                <a:gd name="connsiteY19" fmla="*/ 5099712 h 7405632"/>
                <a:gd name="connsiteX20" fmla="*/ 5354276 w 5665688"/>
                <a:gd name="connsiteY20" fmla="*/ 5078534 h 7405632"/>
                <a:gd name="connsiteX21" fmla="*/ 5392398 w 5665688"/>
                <a:gd name="connsiteY21" fmla="*/ 5038717 h 7405632"/>
                <a:gd name="connsiteX22" fmla="*/ 5404258 w 5665688"/>
                <a:gd name="connsiteY22" fmla="*/ 4994665 h 7405632"/>
                <a:gd name="connsiteX23" fmla="*/ 5404258 w 5665688"/>
                <a:gd name="connsiteY23" fmla="*/ 4967557 h 7405632"/>
                <a:gd name="connsiteX24" fmla="*/ 5404258 w 5665688"/>
                <a:gd name="connsiteY24" fmla="*/ 4954850 h 7405632"/>
                <a:gd name="connsiteX25" fmla="*/ 5414424 w 5665688"/>
                <a:gd name="connsiteY25" fmla="*/ 4943837 h 7405632"/>
                <a:gd name="connsiteX26" fmla="*/ 5456782 w 5665688"/>
                <a:gd name="connsiteY26" fmla="*/ 4913339 h 7405632"/>
                <a:gd name="connsiteX27" fmla="*/ 5468642 w 5665688"/>
                <a:gd name="connsiteY27" fmla="*/ 4873524 h 7405632"/>
                <a:gd name="connsiteX28" fmla="*/ 5468642 w 5665688"/>
                <a:gd name="connsiteY28" fmla="*/ 4837097 h 7405632"/>
                <a:gd name="connsiteX29" fmla="*/ 5468642 w 5665688"/>
                <a:gd name="connsiteY29" fmla="*/ 4812529 h 7405632"/>
                <a:gd name="connsiteX30" fmla="*/ 5499139 w 5665688"/>
                <a:gd name="connsiteY30" fmla="*/ 4784573 h 7405632"/>
                <a:gd name="connsiteX31" fmla="*/ 5521164 w 5665688"/>
                <a:gd name="connsiteY31" fmla="*/ 4692234 h 7405632"/>
                <a:gd name="connsiteX32" fmla="*/ 5512694 w 5665688"/>
                <a:gd name="connsiteY32" fmla="*/ 4670208 h 7405632"/>
                <a:gd name="connsiteX33" fmla="*/ 5505916 w 5665688"/>
                <a:gd name="connsiteY33" fmla="*/ 4639711 h 7405632"/>
                <a:gd name="connsiteX34" fmla="*/ 5526247 w 5665688"/>
                <a:gd name="connsiteY34" fmla="*/ 4554996 h 7405632"/>
                <a:gd name="connsiteX35" fmla="*/ 5583854 w 5665688"/>
                <a:gd name="connsiteY35" fmla="*/ 4376248 h 7405632"/>
                <a:gd name="connsiteX36" fmla="*/ 5627058 w 5665688"/>
                <a:gd name="connsiteY36" fmla="*/ 4229691 h 7405632"/>
                <a:gd name="connsiteX37" fmla="*/ 5627058 w 5665688"/>
                <a:gd name="connsiteY37" fmla="*/ 4170391 h 7405632"/>
                <a:gd name="connsiteX38" fmla="*/ 5606727 w 5665688"/>
                <a:gd name="connsiteY38" fmla="*/ 4128881 h 7405632"/>
                <a:gd name="connsiteX39" fmla="*/ 5590631 w 5665688"/>
                <a:gd name="connsiteY39" fmla="*/ 4100078 h 7405632"/>
                <a:gd name="connsiteX40" fmla="*/ 5602491 w 5665688"/>
                <a:gd name="connsiteY40" fmla="*/ 4068734 h 7405632"/>
                <a:gd name="connsiteX41" fmla="*/ 5656708 w 5665688"/>
                <a:gd name="connsiteY41" fmla="*/ 3923024 h 7405632"/>
                <a:gd name="connsiteX42" fmla="*/ 5626211 w 5665688"/>
                <a:gd name="connsiteY42" fmla="*/ 3529101 h 7405632"/>
                <a:gd name="connsiteX43" fmla="*/ 5591478 w 5665688"/>
                <a:gd name="connsiteY43" fmla="*/ 3336798 h 7405632"/>
                <a:gd name="connsiteX44" fmla="*/ 5583006 w 5665688"/>
                <a:gd name="connsiteY44" fmla="*/ 3047074 h 7405632"/>
                <a:gd name="connsiteX45" fmla="*/ 5533024 w 5665688"/>
                <a:gd name="connsiteY45" fmla="*/ 2798012 h 7405632"/>
                <a:gd name="connsiteX46" fmla="*/ 5363595 w 5665688"/>
                <a:gd name="connsiteY46" fmla="*/ 2561658 h 7405632"/>
                <a:gd name="connsiteX47" fmla="*/ 5216191 w 5665688"/>
                <a:gd name="connsiteY47" fmla="*/ 2425267 h 7405632"/>
                <a:gd name="connsiteX48" fmla="*/ 5028972 w 5665688"/>
                <a:gd name="connsiteY48" fmla="*/ 2249061 h 7405632"/>
                <a:gd name="connsiteX49" fmla="*/ 4845141 w 5665688"/>
                <a:gd name="connsiteY49" fmla="*/ 1994917 h 7405632"/>
                <a:gd name="connsiteX50" fmla="*/ 4675712 w 5665688"/>
                <a:gd name="connsiteY50" fmla="*/ 1793296 h 7405632"/>
                <a:gd name="connsiteX51" fmla="*/ 4506282 w 5665688"/>
                <a:gd name="connsiteY51" fmla="*/ 1539151 h 7405632"/>
                <a:gd name="connsiteX52" fmla="*/ 4404624 w 5665688"/>
                <a:gd name="connsiteY52" fmla="*/ 1296867 h 7405632"/>
                <a:gd name="connsiteX53" fmla="*/ 4269928 w 5665688"/>
                <a:gd name="connsiteY53" fmla="*/ 1061360 h 7405632"/>
                <a:gd name="connsiteX54" fmla="*/ 4169964 w 5665688"/>
                <a:gd name="connsiteY54" fmla="*/ 868211 h 7405632"/>
                <a:gd name="connsiteX55" fmla="*/ 4104734 w 5665688"/>
                <a:gd name="connsiteY55" fmla="*/ 622538 h 7405632"/>
                <a:gd name="connsiteX56" fmla="*/ 3596445 w 5665688"/>
                <a:gd name="connsiteY56" fmla="*/ 469204 h 7405632"/>
                <a:gd name="connsiteX57" fmla="*/ 3371952 w 5665688"/>
                <a:gd name="connsiteY57" fmla="*/ 638634 h 7405632"/>
                <a:gd name="connsiteX58" fmla="*/ 3246574 w 5665688"/>
                <a:gd name="connsiteY58" fmla="*/ 719113 h 7405632"/>
                <a:gd name="connsiteX59" fmla="*/ 3133903 w 5665688"/>
                <a:gd name="connsiteY59" fmla="*/ 614067 h 7405632"/>
                <a:gd name="connsiteX60" fmla="*/ 3133903 w 5665688"/>
                <a:gd name="connsiteY60" fmla="*/ 565779 h 7405632"/>
                <a:gd name="connsiteX61" fmla="*/ 3103406 w 5665688"/>
                <a:gd name="connsiteY61" fmla="*/ 440401 h 7405632"/>
                <a:gd name="connsiteX62" fmla="*/ 3035634 w 5665688"/>
                <a:gd name="connsiteY62" fmla="*/ 288762 h 7405632"/>
                <a:gd name="connsiteX63" fmla="*/ 2775560 w 5665688"/>
                <a:gd name="connsiteY63" fmla="*/ 40548 h 7405632"/>
                <a:gd name="connsiteX64" fmla="*/ 2357069 w 5665688"/>
                <a:gd name="connsiteY64" fmla="*/ 40548 h 7405632"/>
                <a:gd name="connsiteX65" fmla="*/ 2096147 w 5665688"/>
                <a:gd name="connsiteY65" fmla="*/ 237933 h 7405632"/>
                <a:gd name="connsiteX66" fmla="*/ 2029223 w 5665688"/>
                <a:gd name="connsiteY66" fmla="*/ 689463 h 7405632"/>
                <a:gd name="connsiteX67" fmla="*/ 2180015 w 5665688"/>
                <a:gd name="connsiteY67" fmla="*/ 926664 h 7405632"/>
                <a:gd name="connsiteX68" fmla="*/ 2201194 w 5665688"/>
                <a:gd name="connsiteY68" fmla="*/ 944454 h 7405632"/>
                <a:gd name="connsiteX69" fmla="*/ 2213901 w 5665688"/>
                <a:gd name="connsiteY69" fmla="*/ 953772 h 7405632"/>
                <a:gd name="connsiteX70" fmla="*/ 2207971 w 5665688"/>
                <a:gd name="connsiteY70" fmla="*/ 976645 h 7405632"/>
                <a:gd name="connsiteX71" fmla="*/ 2174085 w 5665688"/>
                <a:gd name="connsiteY71" fmla="*/ 1075762 h 7405632"/>
                <a:gd name="connsiteX72" fmla="*/ 2174085 w 5665688"/>
                <a:gd name="connsiteY72" fmla="*/ 1112189 h 7405632"/>
                <a:gd name="connsiteX73" fmla="*/ 2199499 w 5665688"/>
                <a:gd name="connsiteY73" fmla="*/ 1102023 h 7405632"/>
                <a:gd name="connsiteX74" fmla="*/ 2257106 w 5665688"/>
                <a:gd name="connsiteY74" fmla="*/ 1057972 h 7405632"/>
                <a:gd name="connsiteX75" fmla="*/ 2279132 w 5665688"/>
                <a:gd name="connsiteY75" fmla="*/ 1032557 h 7405632"/>
                <a:gd name="connsiteX76" fmla="*/ 2312170 w 5665688"/>
                <a:gd name="connsiteY76" fmla="*/ 991047 h 7405632"/>
                <a:gd name="connsiteX77" fmla="*/ 2343515 w 5665688"/>
                <a:gd name="connsiteY77" fmla="*/ 1009684 h 7405632"/>
                <a:gd name="connsiteX78" fmla="*/ 2428230 w 5665688"/>
                <a:gd name="connsiteY78" fmla="*/ 1058819 h 7405632"/>
                <a:gd name="connsiteX79" fmla="*/ 2434160 w 5665688"/>
                <a:gd name="connsiteY79" fmla="*/ 1081692 h 7405632"/>
                <a:gd name="connsiteX80" fmla="*/ 2443478 w 5665688"/>
                <a:gd name="connsiteY80" fmla="*/ 1121508 h 7405632"/>
                <a:gd name="connsiteX81" fmla="*/ 2507861 w 5665688"/>
                <a:gd name="connsiteY81" fmla="*/ 1193515 h 7405632"/>
                <a:gd name="connsiteX82" fmla="*/ 2585799 w 5665688"/>
                <a:gd name="connsiteY82" fmla="*/ 1242650 h 7405632"/>
                <a:gd name="connsiteX83" fmla="*/ 2690845 w 5665688"/>
                <a:gd name="connsiteY83" fmla="*/ 1284160 h 7405632"/>
                <a:gd name="connsiteX84" fmla="*/ 2782337 w 5665688"/>
                <a:gd name="connsiteY84" fmla="*/ 1312963 h 7405632"/>
                <a:gd name="connsiteX85" fmla="*/ 2805210 w 5665688"/>
                <a:gd name="connsiteY85" fmla="*/ 1322282 h 7405632"/>
                <a:gd name="connsiteX86" fmla="*/ 2767935 w 5665688"/>
                <a:gd name="connsiteY86" fmla="*/ 1327364 h 7405632"/>
                <a:gd name="connsiteX87" fmla="*/ 2739133 w 5665688"/>
                <a:gd name="connsiteY87" fmla="*/ 1362945 h 7405632"/>
                <a:gd name="connsiteX88" fmla="*/ 2739133 w 5665688"/>
                <a:gd name="connsiteY88" fmla="*/ 1410385 h 7405632"/>
                <a:gd name="connsiteX89" fmla="*/ 2715413 w 5665688"/>
                <a:gd name="connsiteY89" fmla="*/ 1397678 h 7405632"/>
                <a:gd name="connsiteX90" fmla="*/ 2653571 w 5665688"/>
                <a:gd name="connsiteY90" fmla="*/ 1413774 h 7405632"/>
                <a:gd name="connsiteX91" fmla="*/ 2622226 w 5665688"/>
                <a:gd name="connsiteY91" fmla="*/ 1467991 h 7405632"/>
                <a:gd name="connsiteX92" fmla="*/ 2622226 w 5665688"/>
                <a:gd name="connsiteY92" fmla="*/ 1501877 h 7405632"/>
                <a:gd name="connsiteX93" fmla="*/ 2601047 w 5665688"/>
                <a:gd name="connsiteY93" fmla="*/ 1492558 h 7405632"/>
                <a:gd name="connsiteX94" fmla="*/ 2556996 w 5665688"/>
                <a:gd name="connsiteY94" fmla="*/ 1492558 h 7405632"/>
                <a:gd name="connsiteX95" fmla="*/ 2516332 w 5665688"/>
                <a:gd name="connsiteY95" fmla="*/ 1537457 h 7405632"/>
                <a:gd name="connsiteX96" fmla="*/ 2516332 w 5665688"/>
                <a:gd name="connsiteY96" fmla="*/ 1583203 h 7405632"/>
                <a:gd name="connsiteX97" fmla="*/ 2499390 w 5665688"/>
                <a:gd name="connsiteY97" fmla="*/ 1589133 h 7405632"/>
                <a:gd name="connsiteX98" fmla="*/ 2476517 w 5665688"/>
                <a:gd name="connsiteY98" fmla="*/ 1613700 h 7405632"/>
                <a:gd name="connsiteX99" fmla="*/ 2438395 w 5665688"/>
                <a:gd name="connsiteY99" fmla="*/ 1672153 h 7405632"/>
                <a:gd name="connsiteX100" fmla="*/ 2438395 w 5665688"/>
                <a:gd name="connsiteY100" fmla="*/ 1698415 h 7405632"/>
                <a:gd name="connsiteX101" fmla="*/ 2438395 w 5665688"/>
                <a:gd name="connsiteY101" fmla="*/ 1745008 h 7405632"/>
                <a:gd name="connsiteX102" fmla="*/ 2445172 w 5665688"/>
                <a:gd name="connsiteY102" fmla="*/ 1777200 h 7405632"/>
                <a:gd name="connsiteX103" fmla="*/ 2445172 w 5665688"/>
                <a:gd name="connsiteY103" fmla="*/ 1783130 h 7405632"/>
                <a:gd name="connsiteX104" fmla="*/ 2432465 w 5665688"/>
                <a:gd name="connsiteY104" fmla="*/ 1800920 h 7405632"/>
                <a:gd name="connsiteX105" fmla="*/ 2422300 w 5665688"/>
                <a:gd name="connsiteY105" fmla="*/ 1828876 h 7405632"/>
                <a:gd name="connsiteX106" fmla="*/ 2422300 w 5665688"/>
                <a:gd name="connsiteY106" fmla="*/ 1849207 h 7405632"/>
                <a:gd name="connsiteX107" fmla="*/ 2412134 w 5665688"/>
                <a:gd name="connsiteY107" fmla="*/ 1849207 h 7405632"/>
                <a:gd name="connsiteX108" fmla="*/ 2357916 w 5665688"/>
                <a:gd name="connsiteY108" fmla="*/ 1857679 h 7405632"/>
                <a:gd name="connsiteX109" fmla="*/ 2324878 w 5665688"/>
                <a:gd name="connsiteY109" fmla="*/ 1889023 h 7405632"/>
                <a:gd name="connsiteX110" fmla="*/ 2313864 w 5665688"/>
                <a:gd name="connsiteY110" fmla="*/ 1930533 h 7405632"/>
                <a:gd name="connsiteX111" fmla="*/ 2302852 w 5665688"/>
                <a:gd name="connsiteY111" fmla="*/ 1922909 h 7405632"/>
                <a:gd name="connsiteX112" fmla="*/ 2264730 w 5665688"/>
                <a:gd name="connsiteY112" fmla="*/ 1909355 h 7405632"/>
                <a:gd name="connsiteX113" fmla="*/ 2237622 w 5665688"/>
                <a:gd name="connsiteY113" fmla="*/ 1909355 h 7405632"/>
                <a:gd name="connsiteX114" fmla="*/ 2199499 w 5665688"/>
                <a:gd name="connsiteY114" fmla="*/ 1939852 h 7405632"/>
                <a:gd name="connsiteX115" fmla="*/ 2157142 w 5665688"/>
                <a:gd name="connsiteY115" fmla="*/ 1994069 h 7405632"/>
                <a:gd name="connsiteX116" fmla="*/ 2113937 w 5665688"/>
                <a:gd name="connsiteY116" fmla="*/ 2034733 h 7405632"/>
                <a:gd name="connsiteX117" fmla="*/ 2088523 w 5665688"/>
                <a:gd name="connsiteY117" fmla="*/ 2078784 h 7405632"/>
                <a:gd name="connsiteX118" fmla="*/ 2096147 w 5665688"/>
                <a:gd name="connsiteY118" fmla="*/ 2156722 h 7405632"/>
                <a:gd name="connsiteX119" fmla="*/ 2132575 w 5665688"/>
                <a:gd name="connsiteY119" fmla="*/ 2241437 h 7405632"/>
                <a:gd name="connsiteX120" fmla="*/ 2144435 w 5665688"/>
                <a:gd name="connsiteY120" fmla="*/ 2262615 h 7405632"/>
                <a:gd name="connsiteX121" fmla="*/ 2150365 w 5665688"/>
                <a:gd name="connsiteY121" fmla="*/ 2273628 h 7405632"/>
                <a:gd name="connsiteX122" fmla="*/ 2138505 w 5665688"/>
                <a:gd name="connsiteY122" fmla="*/ 2292265 h 7405632"/>
                <a:gd name="connsiteX123" fmla="*/ 2108855 w 5665688"/>
                <a:gd name="connsiteY123" fmla="*/ 2330387 h 7405632"/>
                <a:gd name="connsiteX124" fmla="*/ 2074969 w 5665688"/>
                <a:gd name="connsiteY124" fmla="*/ 2316833 h 7405632"/>
                <a:gd name="connsiteX125" fmla="*/ 2002114 w 5665688"/>
                <a:gd name="connsiteY125" fmla="*/ 2289724 h 7405632"/>
                <a:gd name="connsiteX126" fmla="*/ 1949591 w 5665688"/>
                <a:gd name="connsiteY126" fmla="*/ 2275323 h 7405632"/>
                <a:gd name="connsiteX127" fmla="*/ 1904693 w 5665688"/>
                <a:gd name="connsiteY127" fmla="*/ 2270240 h 7405632"/>
                <a:gd name="connsiteX128" fmla="*/ 1875889 w 5665688"/>
                <a:gd name="connsiteY128" fmla="*/ 2270240 h 7405632"/>
                <a:gd name="connsiteX129" fmla="*/ 1821672 w 5665688"/>
                <a:gd name="connsiteY129" fmla="*/ 2314291 h 7405632"/>
                <a:gd name="connsiteX130" fmla="*/ 1736957 w 5665688"/>
                <a:gd name="connsiteY130" fmla="*/ 2416796 h 7405632"/>
                <a:gd name="connsiteX131" fmla="*/ 1411653 w 5665688"/>
                <a:gd name="connsiteY131" fmla="*/ 2802248 h 7405632"/>
                <a:gd name="connsiteX132" fmla="*/ 1163439 w 5665688"/>
                <a:gd name="connsiteY132" fmla="*/ 3036061 h 7405632"/>
                <a:gd name="connsiteX133" fmla="*/ 929626 w 5665688"/>
                <a:gd name="connsiteY133" fmla="*/ 3256319 h 7405632"/>
                <a:gd name="connsiteX134" fmla="*/ 804248 w 5665688"/>
                <a:gd name="connsiteY134" fmla="*/ 3373225 h 7405632"/>
                <a:gd name="connsiteX135" fmla="*/ 787305 w 5665688"/>
                <a:gd name="connsiteY135" fmla="*/ 3389321 h 7405632"/>
                <a:gd name="connsiteX136" fmla="*/ 763585 w 5665688"/>
                <a:gd name="connsiteY136" fmla="*/ 3407959 h 7405632"/>
                <a:gd name="connsiteX137" fmla="*/ 756808 w 5665688"/>
                <a:gd name="connsiteY137" fmla="*/ 3413041 h 7405632"/>
                <a:gd name="connsiteX138" fmla="*/ 750878 w 5665688"/>
                <a:gd name="connsiteY138" fmla="*/ 3391863 h 7405632"/>
                <a:gd name="connsiteX139" fmla="*/ 686494 w 5665688"/>
                <a:gd name="connsiteY139" fmla="*/ 3265638 h 7405632"/>
                <a:gd name="connsiteX140" fmla="*/ 397617 w 5665688"/>
                <a:gd name="connsiteY140" fmla="*/ 3195324 h 7405632"/>
                <a:gd name="connsiteX141" fmla="*/ 190066 w 5665688"/>
                <a:gd name="connsiteY141" fmla="*/ 3436761 h 7405632"/>
                <a:gd name="connsiteX142" fmla="*/ 232423 w 5665688"/>
                <a:gd name="connsiteY142" fmla="*/ 3629064 h 7405632"/>
                <a:gd name="connsiteX143" fmla="*/ 329845 w 5665688"/>
                <a:gd name="connsiteY143" fmla="*/ 3713779 h 7405632"/>
                <a:gd name="connsiteX144" fmla="*/ 395076 w 5665688"/>
                <a:gd name="connsiteY144" fmla="*/ 3739193 h 7405632"/>
                <a:gd name="connsiteX145" fmla="*/ 383216 w 5665688"/>
                <a:gd name="connsiteY145" fmla="*/ 3749359 h 7405632"/>
                <a:gd name="connsiteX146" fmla="*/ 279016 w 5665688"/>
                <a:gd name="connsiteY146" fmla="*/ 3825602 h 7405632"/>
                <a:gd name="connsiteX147" fmla="*/ 63841 w 5665688"/>
                <a:gd name="connsiteY147" fmla="*/ 3982324 h 7405632"/>
                <a:gd name="connsiteX148" fmla="*/ 40968 w 5665688"/>
                <a:gd name="connsiteY148" fmla="*/ 4000962 h 7405632"/>
                <a:gd name="connsiteX149" fmla="*/ 305 w 5665688"/>
                <a:gd name="connsiteY149" fmla="*/ 4136505 h 7405632"/>
                <a:gd name="connsiteX150" fmla="*/ 305 w 5665688"/>
                <a:gd name="connsiteY150" fmla="*/ 4148365 h 7405632"/>
                <a:gd name="connsiteX151" fmla="*/ 51134 w 5665688"/>
                <a:gd name="connsiteY151" fmla="*/ 4217831 h 7405632"/>
                <a:gd name="connsiteX152" fmla="*/ 200232 w 5665688"/>
                <a:gd name="connsiteY152" fmla="*/ 4323725 h 7405632"/>
                <a:gd name="connsiteX153" fmla="*/ 311208 w 5665688"/>
                <a:gd name="connsiteY153" fmla="*/ 4383872 h 7405632"/>
                <a:gd name="connsiteX154" fmla="*/ 330693 w 5665688"/>
                <a:gd name="connsiteY154" fmla="*/ 4394886 h 7405632"/>
                <a:gd name="connsiteX155" fmla="*/ 345941 w 5665688"/>
                <a:gd name="connsiteY155" fmla="*/ 4400816 h 7405632"/>
                <a:gd name="connsiteX156" fmla="*/ 362884 w 5665688"/>
                <a:gd name="connsiteY156" fmla="*/ 4400816 h 7405632"/>
                <a:gd name="connsiteX157" fmla="*/ 431503 w 5665688"/>
                <a:gd name="connsiteY157" fmla="*/ 4372860 h 7405632"/>
                <a:gd name="connsiteX158" fmla="*/ 808484 w 5665688"/>
                <a:gd name="connsiteY158" fmla="*/ 4133117 h 7405632"/>
                <a:gd name="connsiteX159" fmla="*/ 1147343 w 5665688"/>
                <a:gd name="connsiteY159" fmla="*/ 3843392 h 7405632"/>
                <a:gd name="connsiteX160" fmla="*/ 1604802 w 5665688"/>
                <a:gd name="connsiteY160" fmla="*/ 3419819 h 7405632"/>
                <a:gd name="connsiteX161" fmla="*/ 1911469 w 5665688"/>
                <a:gd name="connsiteY161" fmla="*/ 3095361 h 7405632"/>
                <a:gd name="connsiteX162" fmla="*/ 2225762 w 5665688"/>
                <a:gd name="connsiteY162" fmla="*/ 2742101 h 7405632"/>
                <a:gd name="connsiteX163" fmla="*/ 2319794 w 5665688"/>
                <a:gd name="connsiteY163" fmla="*/ 2587073 h 7405632"/>
                <a:gd name="connsiteX164" fmla="*/ 2331655 w 5665688"/>
                <a:gd name="connsiteY164" fmla="*/ 2561658 h 7405632"/>
                <a:gd name="connsiteX165" fmla="*/ 2331655 w 5665688"/>
                <a:gd name="connsiteY165" fmla="*/ 2532855 h 7405632"/>
                <a:gd name="connsiteX166" fmla="*/ 2320642 w 5665688"/>
                <a:gd name="connsiteY166" fmla="*/ 2471014 h 7405632"/>
                <a:gd name="connsiteX167" fmla="*/ 2311323 w 5665688"/>
                <a:gd name="connsiteY167" fmla="*/ 2442210 h 7405632"/>
                <a:gd name="connsiteX168" fmla="*/ 2331655 w 5665688"/>
                <a:gd name="connsiteY168" fmla="*/ 2452376 h 7405632"/>
                <a:gd name="connsiteX169" fmla="*/ 2416370 w 5665688"/>
                <a:gd name="connsiteY169" fmla="*/ 2509135 h 7405632"/>
                <a:gd name="connsiteX170" fmla="*/ 2513791 w 5665688"/>
                <a:gd name="connsiteY170" fmla="*/ 2559117 h 7405632"/>
                <a:gd name="connsiteX171" fmla="*/ 2571397 w 5665688"/>
                <a:gd name="connsiteY171" fmla="*/ 2548951 h 7405632"/>
                <a:gd name="connsiteX172" fmla="*/ 2611213 w 5665688"/>
                <a:gd name="connsiteY172" fmla="*/ 2514218 h 7405632"/>
                <a:gd name="connsiteX173" fmla="*/ 2640017 w 5665688"/>
                <a:gd name="connsiteY173" fmla="*/ 2471014 h 7405632"/>
                <a:gd name="connsiteX174" fmla="*/ 2645947 w 5665688"/>
                <a:gd name="connsiteY174" fmla="*/ 2447293 h 7405632"/>
                <a:gd name="connsiteX175" fmla="*/ 2660348 w 5665688"/>
                <a:gd name="connsiteY175" fmla="*/ 2438822 h 7405632"/>
                <a:gd name="connsiteX176" fmla="*/ 2698469 w 5665688"/>
                <a:gd name="connsiteY176" fmla="*/ 2428656 h 7405632"/>
                <a:gd name="connsiteX177" fmla="*/ 2745063 w 5665688"/>
                <a:gd name="connsiteY177" fmla="*/ 2388840 h 7405632"/>
                <a:gd name="connsiteX178" fmla="*/ 2757770 w 5665688"/>
                <a:gd name="connsiteY178" fmla="*/ 2360884 h 7405632"/>
                <a:gd name="connsiteX179" fmla="*/ 2786573 w 5665688"/>
                <a:gd name="connsiteY179" fmla="*/ 2347330 h 7405632"/>
                <a:gd name="connsiteX180" fmla="*/ 2805210 w 5665688"/>
                <a:gd name="connsiteY180" fmla="*/ 2330387 h 7405632"/>
                <a:gd name="connsiteX181" fmla="*/ 2823847 w 5665688"/>
                <a:gd name="connsiteY181" fmla="*/ 2309208 h 7405632"/>
                <a:gd name="connsiteX182" fmla="*/ 2834860 w 5665688"/>
                <a:gd name="connsiteY182" fmla="*/ 2297348 h 7405632"/>
                <a:gd name="connsiteX183" fmla="*/ 2867899 w 5665688"/>
                <a:gd name="connsiteY183" fmla="*/ 2287183 h 7405632"/>
                <a:gd name="connsiteX184" fmla="*/ 2882301 w 5665688"/>
                <a:gd name="connsiteY184" fmla="*/ 2287183 h 7405632"/>
                <a:gd name="connsiteX185" fmla="*/ 2911103 w 5665688"/>
                <a:gd name="connsiteY185" fmla="*/ 2300737 h 7405632"/>
                <a:gd name="connsiteX186" fmla="*/ 2961085 w 5665688"/>
                <a:gd name="connsiteY186" fmla="*/ 2307514 h 7405632"/>
                <a:gd name="connsiteX187" fmla="*/ 2996665 w 5665688"/>
                <a:gd name="connsiteY187" fmla="*/ 2281253 h 7405632"/>
                <a:gd name="connsiteX188" fmla="*/ 3026316 w 5665688"/>
                <a:gd name="connsiteY188" fmla="*/ 2244825 h 7405632"/>
                <a:gd name="connsiteX189" fmla="*/ 3046647 w 5665688"/>
                <a:gd name="connsiteY189" fmla="*/ 2208398 h 7405632"/>
                <a:gd name="connsiteX190" fmla="*/ 3052577 w 5665688"/>
                <a:gd name="connsiteY190" fmla="*/ 2192302 h 7405632"/>
                <a:gd name="connsiteX191" fmla="*/ 3068673 w 5665688"/>
                <a:gd name="connsiteY191" fmla="*/ 2223647 h 7405632"/>
                <a:gd name="connsiteX192" fmla="*/ 3143222 w 5665688"/>
                <a:gd name="connsiteY192" fmla="*/ 2326998 h 7405632"/>
                <a:gd name="connsiteX193" fmla="*/ 3238950 w 5665688"/>
                <a:gd name="connsiteY193" fmla="*/ 2440516 h 7405632"/>
                <a:gd name="connsiteX194" fmla="*/ 3371952 w 5665688"/>
                <a:gd name="connsiteY194" fmla="*/ 2560811 h 7405632"/>
                <a:gd name="connsiteX195" fmla="*/ 3402449 w 5665688"/>
                <a:gd name="connsiteY195" fmla="*/ 2592156 h 7405632"/>
                <a:gd name="connsiteX196" fmla="*/ 3421086 w 5665688"/>
                <a:gd name="connsiteY196" fmla="*/ 2605710 h 7405632"/>
                <a:gd name="connsiteX197" fmla="*/ 3421086 w 5665688"/>
                <a:gd name="connsiteY197" fmla="*/ 2627736 h 7405632"/>
                <a:gd name="connsiteX198" fmla="*/ 3421086 w 5665688"/>
                <a:gd name="connsiteY198" fmla="*/ 2681106 h 7405632"/>
                <a:gd name="connsiteX199" fmla="*/ 3430405 w 5665688"/>
                <a:gd name="connsiteY199" fmla="*/ 2765821 h 7405632"/>
                <a:gd name="connsiteX200" fmla="*/ 3460055 w 5665688"/>
                <a:gd name="connsiteY200" fmla="*/ 2781069 h 7405632"/>
                <a:gd name="connsiteX201" fmla="*/ 3478692 w 5665688"/>
                <a:gd name="connsiteY201" fmla="*/ 2798859 h 7405632"/>
                <a:gd name="connsiteX202" fmla="*/ 3487164 w 5665688"/>
                <a:gd name="connsiteY202" fmla="*/ 2834440 h 7405632"/>
                <a:gd name="connsiteX203" fmla="*/ 3502413 w 5665688"/>
                <a:gd name="connsiteY203" fmla="*/ 2884422 h 7405632"/>
                <a:gd name="connsiteX204" fmla="*/ 3535451 w 5665688"/>
                <a:gd name="connsiteY204" fmla="*/ 2902212 h 7405632"/>
                <a:gd name="connsiteX205" fmla="*/ 3579503 w 5665688"/>
                <a:gd name="connsiteY205" fmla="*/ 2908142 h 7405632"/>
                <a:gd name="connsiteX206" fmla="*/ 3628637 w 5665688"/>
                <a:gd name="connsiteY206" fmla="*/ 2957276 h 7405632"/>
                <a:gd name="connsiteX207" fmla="*/ 3659135 w 5665688"/>
                <a:gd name="connsiteY207" fmla="*/ 3036908 h 7405632"/>
                <a:gd name="connsiteX208" fmla="*/ 3669300 w 5665688"/>
                <a:gd name="connsiteY208" fmla="*/ 3129247 h 7405632"/>
                <a:gd name="connsiteX209" fmla="*/ 3708269 w 5665688"/>
                <a:gd name="connsiteY209" fmla="*/ 3186006 h 7405632"/>
                <a:gd name="connsiteX210" fmla="*/ 3767569 w 5665688"/>
                <a:gd name="connsiteY210" fmla="*/ 3218197 h 7405632"/>
                <a:gd name="connsiteX211" fmla="*/ 3818398 w 5665688"/>
                <a:gd name="connsiteY211" fmla="*/ 3223280 h 7405632"/>
                <a:gd name="connsiteX212" fmla="*/ 3781971 w 5665688"/>
                <a:gd name="connsiteY212" fmla="*/ 3270721 h 7405632"/>
                <a:gd name="connsiteX213" fmla="*/ 3734531 w 5665688"/>
                <a:gd name="connsiteY213" fmla="*/ 3382544 h 7405632"/>
                <a:gd name="connsiteX214" fmla="*/ 3681160 w 5665688"/>
                <a:gd name="connsiteY214" fmla="*/ 3582471 h 7405632"/>
                <a:gd name="connsiteX215" fmla="*/ 3665065 w 5665688"/>
                <a:gd name="connsiteY215" fmla="*/ 3687518 h 7405632"/>
                <a:gd name="connsiteX216" fmla="*/ 3665065 w 5665688"/>
                <a:gd name="connsiteY216" fmla="*/ 3724792 h 7405632"/>
                <a:gd name="connsiteX217" fmla="*/ 3683702 w 5665688"/>
                <a:gd name="connsiteY217" fmla="*/ 3765455 h 7405632"/>
                <a:gd name="connsiteX218" fmla="*/ 3731142 w 5665688"/>
                <a:gd name="connsiteY218" fmla="*/ 3844240 h 7405632"/>
                <a:gd name="connsiteX219" fmla="*/ 3784512 w 5665688"/>
                <a:gd name="connsiteY219" fmla="*/ 3938273 h 7405632"/>
                <a:gd name="connsiteX220" fmla="*/ 3798067 w 5665688"/>
                <a:gd name="connsiteY220" fmla="*/ 3961146 h 7405632"/>
                <a:gd name="connsiteX221" fmla="*/ 3791289 w 5665688"/>
                <a:gd name="connsiteY221" fmla="*/ 3992490 h 7405632"/>
                <a:gd name="connsiteX222" fmla="*/ 3768417 w 5665688"/>
                <a:gd name="connsiteY222" fmla="*/ 4152601 h 7405632"/>
                <a:gd name="connsiteX223" fmla="*/ 3753168 w 5665688"/>
                <a:gd name="connsiteY223" fmla="*/ 4529582 h 7405632"/>
                <a:gd name="connsiteX224" fmla="*/ 3758251 w 5665688"/>
                <a:gd name="connsiteY224" fmla="*/ 4660042 h 7405632"/>
                <a:gd name="connsiteX225" fmla="*/ 3771805 w 5665688"/>
                <a:gd name="connsiteY225" fmla="*/ 4754923 h 7405632"/>
                <a:gd name="connsiteX226" fmla="*/ 3786207 w 5665688"/>
                <a:gd name="connsiteY226" fmla="*/ 4849803 h 7405632"/>
                <a:gd name="connsiteX227" fmla="*/ 3786207 w 5665688"/>
                <a:gd name="connsiteY227" fmla="*/ 4964169 h 7405632"/>
                <a:gd name="connsiteX228" fmla="*/ 3778582 w 5665688"/>
                <a:gd name="connsiteY228" fmla="*/ 5019233 h 7405632"/>
                <a:gd name="connsiteX229" fmla="*/ 3784512 w 5665688"/>
                <a:gd name="connsiteY229" fmla="*/ 5070062 h 7405632"/>
                <a:gd name="connsiteX230" fmla="*/ 3812468 w 5665688"/>
                <a:gd name="connsiteY230" fmla="*/ 5154777 h 7405632"/>
                <a:gd name="connsiteX231" fmla="*/ 3850590 w 5665688"/>
                <a:gd name="connsiteY231" fmla="*/ 5261517 h 7405632"/>
                <a:gd name="connsiteX232" fmla="*/ 3868380 w 5665688"/>
                <a:gd name="connsiteY232" fmla="*/ 5357245 h 7405632"/>
                <a:gd name="connsiteX233" fmla="*/ 3889559 w 5665688"/>
                <a:gd name="connsiteY233" fmla="*/ 5611389 h 7405632"/>
                <a:gd name="connsiteX234" fmla="*/ 3901419 w 5665688"/>
                <a:gd name="connsiteY234" fmla="*/ 5807080 h 7405632"/>
                <a:gd name="connsiteX235" fmla="*/ 3901419 w 5665688"/>
                <a:gd name="connsiteY235" fmla="*/ 5820634 h 7405632"/>
                <a:gd name="connsiteX236" fmla="*/ 3878546 w 5665688"/>
                <a:gd name="connsiteY236" fmla="*/ 5827411 h 7405632"/>
                <a:gd name="connsiteX237" fmla="*/ 3848048 w 5665688"/>
                <a:gd name="connsiteY237" fmla="*/ 5827411 h 7405632"/>
                <a:gd name="connsiteX238" fmla="*/ 3832800 w 5665688"/>
                <a:gd name="connsiteY238" fmla="*/ 5818093 h 7405632"/>
                <a:gd name="connsiteX239" fmla="*/ 3815009 w 5665688"/>
                <a:gd name="connsiteY239" fmla="*/ 5801150 h 7405632"/>
                <a:gd name="connsiteX240" fmla="*/ 3806538 w 5665688"/>
                <a:gd name="connsiteY240" fmla="*/ 5807927 h 7405632"/>
                <a:gd name="connsiteX241" fmla="*/ 3731142 w 5665688"/>
                <a:gd name="connsiteY241" fmla="*/ 5881629 h 7405632"/>
                <a:gd name="connsiteX242" fmla="*/ 3723517 w 5665688"/>
                <a:gd name="connsiteY242" fmla="*/ 5890948 h 7405632"/>
                <a:gd name="connsiteX243" fmla="*/ 3731142 w 5665688"/>
                <a:gd name="connsiteY243" fmla="*/ 5938388 h 7405632"/>
                <a:gd name="connsiteX244" fmla="*/ 3781971 w 5665688"/>
                <a:gd name="connsiteY244" fmla="*/ 6050212 h 7405632"/>
                <a:gd name="connsiteX245" fmla="*/ 3866686 w 5665688"/>
                <a:gd name="connsiteY245" fmla="*/ 6181519 h 7405632"/>
                <a:gd name="connsiteX246" fmla="*/ 3871768 w 5665688"/>
                <a:gd name="connsiteY246" fmla="*/ 6187449 h 7405632"/>
                <a:gd name="connsiteX247" fmla="*/ 3864144 w 5665688"/>
                <a:gd name="connsiteY247" fmla="*/ 6197615 h 7405632"/>
                <a:gd name="connsiteX248" fmla="*/ 3855673 w 5665688"/>
                <a:gd name="connsiteY248" fmla="*/ 6236584 h 7405632"/>
                <a:gd name="connsiteX249" fmla="*/ 3895489 w 5665688"/>
                <a:gd name="connsiteY249" fmla="*/ 6278941 h 7405632"/>
                <a:gd name="connsiteX250" fmla="*/ 3932763 w 5665688"/>
                <a:gd name="connsiteY250" fmla="*/ 6295037 h 7405632"/>
                <a:gd name="connsiteX251" fmla="*/ 3912432 w 5665688"/>
                <a:gd name="connsiteY251" fmla="*/ 6304356 h 7405632"/>
                <a:gd name="connsiteX252" fmla="*/ 3912432 w 5665688"/>
                <a:gd name="connsiteY252" fmla="*/ 6317063 h 7405632"/>
                <a:gd name="connsiteX253" fmla="*/ 3928528 w 5665688"/>
                <a:gd name="connsiteY253" fmla="*/ 6329770 h 7405632"/>
                <a:gd name="connsiteX254" fmla="*/ 3948012 w 5665688"/>
                <a:gd name="connsiteY254" fmla="*/ 6338241 h 7405632"/>
                <a:gd name="connsiteX255" fmla="*/ 3933610 w 5665688"/>
                <a:gd name="connsiteY255" fmla="*/ 6338241 h 7405632"/>
                <a:gd name="connsiteX256" fmla="*/ 3919209 w 5665688"/>
                <a:gd name="connsiteY256" fmla="*/ 6348407 h 7405632"/>
                <a:gd name="connsiteX257" fmla="*/ 3936152 w 5665688"/>
                <a:gd name="connsiteY257" fmla="*/ 6364503 h 7405632"/>
                <a:gd name="connsiteX258" fmla="*/ 3960719 w 5665688"/>
                <a:gd name="connsiteY258" fmla="*/ 6372975 h 7405632"/>
                <a:gd name="connsiteX259" fmla="*/ 3975120 w 5665688"/>
                <a:gd name="connsiteY259" fmla="*/ 6372975 h 7405632"/>
                <a:gd name="connsiteX260" fmla="*/ 3975120 w 5665688"/>
                <a:gd name="connsiteY260" fmla="*/ 6393306 h 7405632"/>
                <a:gd name="connsiteX261" fmla="*/ 4013242 w 5665688"/>
                <a:gd name="connsiteY261" fmla="*/ 6502588 h 7405632"/>
                <a:gd name="connsiteX262" fmla="*/ 4125066 w 5665688"/>
                <a:gd name="connsiteY262" fmla="*/ 6691502 h 7405632"/>
                <a:gd name="connsiteX263" fmla="*/ 4162340 w 5665688"/>
                <a:gd name="connsiteY263" fmla="*/ 6732165 h 7405632"/>
                <a:gd name="connsiteX264" fmla="*/ 4170812 w 5665688"/>
                <a:gd name="connsiteY264" fmla="*/ 6739790 h 7405632"/>
                <a:gd name="connsiteX265" fmla="*/ 4159798 w 5665688"/>
                <a:gd name="connsiteY265" fmla="*/ 6762662 h 7405632"/>
                <a:gd name="connsiteX266" fmla="*/ 4137773 w 5665688"/>
                <a:gd name="connsiteY266" fmla="*/ 6787230 h 740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Lst>
              <a:rect l="l" t="t" r="r" b="b"/>
              <a:pathLst>
                <a:path w="5665688" h="7405632">
                  <a:moveTo>
                    <a:pt x="4137773" y="6787230"/>
                  </a:moveTo>
                  <a:cubicBezTo>
                    <a:pt x="4083894" y="6847886"/>
                    <a:pt x="4083894" y="6939208"/>
                    <a:pt x="4137773" y="6999864"/>
                  </a:cubicBezTo>
                  <a:cubicBezTo>
                    <a:pt x="4160646" y="7017654"/>
                    <a:pt x="4175047" y="7008335"/>
                    <a:pt x="4199615" y="7025278"/>
                  </a:cubicBezTo>
                  <a:cubicBezTo>
                    <a:pt x="4224182" y="7042221"/>
                    <a:pt x="4236042" y="7062553"/>
                    <a:pt x="4249597" y="7129477"/>
                  </a:cubicBezTo>
                  <a:cubicBezTo>
                    <a:pt x="4273317" y="7246383"/>
                    <a:pt x="4249597" y="7271798"/>
                    <a:pt x="4271622" y="7314155"/>
                  </a:cubicBezTo>
                  <a:cubicBezTo>
                    <a:pt x="4293648" y="7356513"/>
                    <a:pt x="4337699" y="7361595"/>
                    <a:pt x="4423261" y="7382774"/>
                  </a:cubicBezTo>
                  <a:cubicBezTo>
                    <a:pt x="4500183" y="7402005"/>
                    <a:pt x="4579645" y="7409205"/>
                    <a:pt x="4658768" y="7403953"/>
                  </a:cubicBezTo>
                  <a:cubicBezTo>
                    <a:pt x="4737130" y="7394973"/>
                    <a:pt x="4814305" y="7377945"/>
                    <a:pt x="4889192" y="7353124"/>
                  </a:cubicBezTo>
                  <a:cubicBezTo>
                    <a:pt x="4906983" y="7348041"/>
                    <a:pt x="4962895" y="7331945"/>
                    <a:pt x="4963742" y="7308225"/>
                  </a:cubicBezTo>
                  <a:cubicBezTo>
                    <a:pt x="4964589" y="7284505"/>
                    <a:pt x="4939175" y="7281963"/>
                    <a:pt x="4928161" y="7243842"/>
                  </a:cubicBezTo>
                  <a:cubicBezTo>
                    <a:pt x="4927484" y="7235371"/>
                    <a:pt x="4927484" y="7226899"/>
                    <a:pt x="4928161" y="7218427"/>
                  </a:cubicBezTo>
                  <a:cubicBezTo>
                    <a:pt x="4928161" y="7164210"/>
                    <a:pt x="4937480" y="7144726"/>
                    <a:pt x="4928161" y="7121006"/>
                  </a:cubicBezTo>
                  <a:cubicBezTo>
                    <a:pt x="4918843" y="7097286"/>
                    <a:pt x="4893428" y="7104063"/>
                    <a:pt x="4880721" y="7082037"/>
                  </a:cubicBezTo>
                  <a:cubicBezTo>
                    <a:pt x="4868014" y="7060011"/>
                    <a:pt x="4880721" y="7054929"/>
                    <a:pt x="4890887" y="6997322"/>
                  </a:cubicBezTo>
                  <a:cubicBezTo>
                    <a:pt x="4897664" y="6961742"/>
                    <a:pt x="4890887" y="6961742"/>
                    <a:pt x="4901053" y="6922773"/>
                  </a:cubicBezTo>
                  <a:cubicBezTo>
                    <a:pt x="4905119" y="6894140"/>
                    <a:pt x="4911388" y="6865760"/>
                    <a:pt x="4919690" y="6838058"/>
                  </a:cubicBezTo>
                  <a:cubicBezTo>
                    <a:pt x="4937480" y="6774522"/>
                    <a:pt x="4984073" y="6550028"/>
                    <a:pt x="5066247" y="6195074"/>
                  </a:cubicBezTo>
                  <a:cubicBezTo>
                    <a:pt x="5194165" y="5635109"/>
                    <a:pt x="5306836" y="5194592"/>
                    <a:pt x="5311919" y="5159012"/>
                  </a:cubicBezTo>
                  <a:cubicBezTo>
                    <a:pt x="5313359" y="5146305"/>
                    <a:pt x="5316155" y="5133801"/>
                    <a:pt x="5320391" y="5121738"/>
                  </a:cubicBezTo>
                  <a:cubicBezTo>
                    <a:pt x="5322424" y="5113834"/>
                    <a:pt x="5325812" y="5106362"/>
                    <a:pt x="5330556" y="5099712"/>
                  </a:cubicBezTo>
                  <a:cubicBezTo>
                    <a:pt x="5337079" y="5091215"/>
                    <a:pt x="5345127" y="5084031"/>
                    <a:pt x="5354276" y="5078534"/>
                  </a:cubicBezTo>
                  <a:cubicBezTo>
                    <a:pt x="5369440" y="5067842"/>
                    <a:pt x="5382402" y="5054322"/>
                    <a:pt x="5392398" y="5038717"/>
                  </a:cubicBezTo>
                  <a:cubicBezTo>
                    <a:pt x="5400107" y="5025315"/>
                    <a:pt x="5404174" y="5010135"/>
                    <a:pt x="5404258" y="4994665"/>
                  </a:cubicBezTo>
                  <a:cubicBezTo>
                    <a:pt x="5405275" y="4985652"/>
                    <a:pt x="5405275" y="4976571"/>
                    <a:pt x="5404258" y="4967557"/>
                  </a:cubicBezTo>
                  <a:cubicBezTo>
                    <a:pt x="5402479" y="4963499"/>
                    <a:pt x="5402479" y="4958908"/>
                    <a:pt x="5404258" y="4954850"/>
                  </a:cubicBezTo>
                  <a:cubicBezTo>
                    <a:pt x="5406291" y="4950106"/>
                    <a:pt x="5409850" y="4946209"/>
                    <a:pt x="5414424" y="4943837"/>
                  </a:cubicBezTo>
                  <a:cubicBezTo>
                    <a:pt x="5430096" y="4936043"/>
                    <a:pt x="5444414" y="4925742"/>
                    <a:pt x="5456782" y="4913339"/>
                  </a:cubicBezTo>
                  <a:cubicBezTo>
                    <a:pt x="5464999" y="4901717"/>
                    <a:pt x="5469150" y="4887730"/>
                    <a:pt x="5468642" y="4873524"/>
                  </a:cubicBezTo>
                  <a:cubicBezTo>
                    <a:pt x="5468642" y="4865052"/>
                    <a:pt x="5468642" y="4864205"/>
                    <a:pt x="5468642" y="4837097"/>
                  </a:cubicBezTo>
                  <a:cubicBezTo>
                    <a:pt x="5468642" y="4809988"/>
                    <a:pt x="5468642" y="4815071"/>
                    <a:pt x="5468642" y="4812529"/>
                  </a:cubicBezTo>
                  <a:cubicBezTo>
                    <a:pt x="5468642" y="4809988"/>
                    <a:pt x="5485584" y="4796433"/>
                    <a:pt x="5499139" y="4784573"/>
                  </a:cubicBezTo>
                  <a:cubicBezTo>
                    <a:pt x="5522266" y="4759862"/>
                    <a:pt x="5530652" y="4724739"/>
                    <a:pt x="5521164" y="4692234"/>
                  </a:cubicBezTo>
                  <a:cubicBezTo>
                    <a:pt x="5517776" y="4685126"/>
                    <a:pt x="5514895" y="4677765"/>
                    <a:pt x="5512694" y="4670208"/>
                  </a:cubicBezTo>
                  <a:cubicBezTo>
                    <a:pt x="5509474" y="4660271"/>
                    <a:pt x="5507271" y="4650063"/>
                    <a:pt x="5505916" y="4639711"/>
                  </a:cubicBezTo>
                  <a:cubicBezTo>
                    <a:pt x="5505831" y="4610256"/>
                    <a:pt x="5512863" y="4581224"/>
                    <a:pt x="5526247" y="4554996"/>
                  </a:cubicBezTo>
                  <a:cubicBezTo>
                    <a:pt x="5555898" y="4498238"/>
                    <a:pt x="5533872" y="4505862"/>
                    <a:pt x="5583854" y="4376248"/>
                  </a:cubicBezTo>
                  <a:cubicBezTo>
                    <a:pt x="5603423" y="4329079"/>
                    <a:pt x="5617908" y="4279944"/>
                    <a:pt x="5627058" y="4229691"/>
                  </a:cubicBezTo>
                  <a:cubicBezTo>
                    <a:pt x="5632140" y="4210249"/>
                    <a:pt x="5632140" y="4189833"/>
                    <a:pt x="5627058" y="4170391"/>
                  </a:cubicBezTo>
                  <a:cubicBezTo>
                    <a:pt x="5621382" y="4156032"/>
                    <a:pt x="5614604" y="4142148"/>
                    <a:pt x="5606727" y="4128881"/>
                  </a:cubicBezTo>
                  <a:cubicBezTo>
                    <a:pt x="5599102" y="4114479"/>
                    <a:pt x="5591478" y="4110244"/>
                    <a:pt x="5590631" y="4100078"/>
                  </a:cubicBezTo>
                  <a:cubicBezTo>
                    <a:pt x="5590376" y="4088489"/>
                    <a:pt x="5594612" y="4077256"/>
                    <a:pt x="5602491" y="4068734"/>
                  </a:cubicBezTo>
                  <a:cubicBezTo>
                    <a:pt x="5622991" y="4021107"/>
                    <a:pt x="5641120" y="3972481"/>
                    <a:pt x="5656708" y="3923024"/>
                  </a:cubicBezTo>
                  <a:cubicBezTo>
                    <a:pt x="5666027" y="3896762"/>
                    <a:pt x="5680428" y="3838310"/>
                    <a:pt x="5626211" y="3529101"/>
                  </a:cubicBezTo>
                  <a:cubicBezTo>
                    <a:pt x="5601643" y="3389321"/>
                    <a:pt x="5598255" y="3399487"/>
                    <a:pt x="5591478" y="3336798"/>
                  </a:cubicBezTo>
                  <a:cubicBezTo>
                    <a:pt x="5577923" y="3205490"/>
                    <a:pt x="5591478" y="3174993"/>
                    <a:pt x="5583006" y="3047074"/>
                  </a:cubicBezTo>
                  <a:cubicBezTo>
                    <a:pt x="5580550" y="2961817"/>
                    <a:pt x="5563691" y="2877602"/>
                    <a:pt x="5533024" y="2798012"/>
                  </a:cubicBezTo>
                  <a:cubicBezTo>
                    <a:pt x="5491684" y="2709384"/>
                    <a:pt x="5434247" y="2629235"/>
                    <a:pt x="5363595" y="2561658"/>
                  </a:cubicBezTo>
                  <a:cubicBezTo>
                    <a:pt x="5304295" y="2499817"/>
                    <a:pt x="5298364" y="2506594"/>
                    <a:pt x="5216191" y="2425267"/>
                  </a:cubicBezTo>
                  <a:cubicBezTo>
                    <a:pt x="5150707" y="2369864"/>
                    <a:pt x="5088272" y="2311047"/>
                    <a:pt x="5028972" y="2249061"/>
                  </a:cubicBezTo>
                  <a:cubicBezTo>
                    <a:pt x="4934091" y="2132155"/>
                    <a:pt x="4944257" y="2117753"/>
                    <a:pt x="4845141" y="1994917"/>
                  </a:cubicBezTo>
                  <a:cubicBezTo>
                    <a:pt x="4760426" y="1891565"/>
                    <a:pt x="4760426" y="1901731"/>
                    <a:pt x="4675712" y="1793296"/>
                  </a:cubicBezTo>
                  <a:cubicBezTo>
                    <a:pt x="4610650" y="1714604"/>
                    <a:pt x="4553892" y="1629440"/>
                    <a:pt x="4506282" y="1539151"/>
                  </a:cubicBezTo>
                  <a:cubicBezTo>
                    <a:pt x="4449523" y="1431564"/>
                    <a:pt x="4470702" y="1428175"/>
                    <a:pt x="4404624" y="1296867"/>
                  </a:cubicBezTo>
                  <a:cubicBezTo>
                    <a:pt x="4364809" y="1212152"/>
                    <a:pt x="4354643" y="1212152"/>
                    <a:pt x="4269928" y="1061360"/>
                  </a:cubicBezTo>
                  <a:cubicBezTo>
                    <a:pt x="4232061" y="999425"/>
                    <a:pt x="4198683" y="934873"/>
                    <a:pt x="4169964" y="868211"/>
                  </a:cubicBezTo>
                  <a:cubicBezTo>
                    <a:pt x="4124218" y="738597"/>
                    <a:pt x="4154716" y="704711"/>
                    <a:pt x="4104734" y="622538"/>
                  </a:cubicBezTo>
                  <a:cubicBezTo>
                    <a:pt x="3996892" y="452304"/>
                    <a:pt x="3780446" y="387014"/>
                    <a:pt x="3596445" y="469204"/>
                  </a:cubicBezTo>
                  <a:cubicBezTo>
                    <a:pt x="3512409" y="512375"/>
                    <a:pt x="3436505" y="569684"/>
                    <a:pt x="3371952" y="638634"/>
                  </a:cubicBezTo>
                  <a:cubicBezTo>
                    <a:pt x="3327053" y="682685"/>
                    <a:pt x="3287237" y="723348"/>
                    <a:pt x="3246574" y="719113"/>
                  </a:cubicBezTo>
                  <a:cubicBezTo>
                    <a:pt x="3194390" y="704177"/>
                    <a:pt x="3152456" y="665116"/>
                    <a:pt x="3133903" y="614067"/>
                  </a:cubicBezTo>
                  <a:cubicBezTo>
                    <a:pt x="3130938" y="598115"/>
                    <a:pt x="3130938" y="581731"/>
                    <a:pt x="3133903" y="565779"/>
                  </a:cubicBezTo>
                  <a:cubicBezTo>
                    <a:pt x="3133564" y="522193"/>
                    <a:pt x="3123144" y="479277"/>
                    <a:pt x="3103406" y="440401"/>
                  </a:cubicBezTo>
                  <a:cubicBezTo>
                    <a:pt x="3085362" y="387937"/>
                    <a:pt x="3062658" y="337193"/>
                    <a:pt x="3035634" y="288762"/>
                  </a:cubicBezTo>
                  <a:cubicBezTo>
                    <a:pt x="2977519" y="180505"/>
                    <a:pt x="2886409" y="93571"/>
                    <a:pt x="2775560" y="40548"/>
                  </a:cubicBezTo>
                  <a:cubicBezTo>
                    <a:pt x="2641304" y="-13534"/>
                    <a:pt x="2491325" y="-13534"/>
                    <a:pt x="2357069" y="40548"/>
                  </a:cubicBezTo>
                  <a:cubicBezTo>
                    <a:pt x="2251845" y="77907"/>
                    <a:pt x="2160717" y="146839"/>
                    <a:pt x="2096147" y="237933"/>
                  </a:cubicBezTo>
                  <a:cubicBezTo>
                    <a:pt x="2007010" y="370698"/>
                    <a:pt x="1982426" y="536552"/>
                    <a:pt x="2029223" y="689463"/>
                  </a:cubicBezTo>
                  <a:cubicBezTo>
                    <a:pt x="2061203" y="778769"/>
                    <a:pt x="2112718" y="859807"/>
                    <a:pt x="2180015" y="926664"/>
                  </a:cubicBezTo>
                  <a:cubicBezTo>
                    <a:pt x="2186386" y="933365"/>
                    <a:pt x="2193493" y="939337"/>
                    <a:pt x="2201194" y="944454"/>
                  </a:cubicBezTo>
                  <a:cubicBezTo>
                    <a:pt x="2207971" y="944454"/>
                    <a:pt x="2212207" y="949537"/>
                    <a:pt x="2213901" y="953772"/>
                  </a:cubicBezTo>
                  <a:cubicBezTo>
                    <a:pt x="2215596" y="958008"/>
                    <a:pt x="2213901" y="972410"/>
                    <a:pt x="2207971" y="976645"/>
                  </a:cubicBezTo>
                  <a:cubicBezTo>
                    <a:pt x="2191384" y="1007634"/>
                    <a:pt x="2179939" y="1041105"/>
                    <a:pt x="2174085" y="1075762"/>
                  </a:cubicBezTo>
                  <a:cubicBezTo>
                    <a:pt x="2166461" y="1105412"/>
                    <a:pt x="2169002" y="1110495"/>
                    <a:pt x="2174085" y="1112189"/>
                  </a:cubicBezTo>
                  <a:cubicBezTo>
                    <a:pt x="2179168" y="1113883"/>
                    <a:pt x="2181709" y="1112189"/>
                    <a:pt x="2199499" y="1102023"/>
                  </a:cubicBezTo>
                  <a:cubicBezTo>
                    <a:pt x="2220526" y="1089884"/>
                    <a:pt x="2239883" y="1075084"/>
                    <a:pt x="2257106" y="1057972"/>
                  </a:cubicBezTo>
                  <a:cubicBezTo>
                    <a:pt x="2257106" y="1052889"/>
                    <a:pt x="2269813" y="1044417"/>
                    <a:pt x="2279132" y="1032557"/>
                  </a:cubicBezTo>
                  <a:cubicBezTo>
                    <a:pt x="2298616" y="1007143"/>
                    <a:pt x="2301158" y="993588"/>
                    <a:pt x="2312170" y="991047"/>
                  </a:cubicBezTo>
                  <a:cubicBezTo>
                    <a:pt x="2323183" y="988505"/>
                    <a:pt x="2334196" y="1001213"/>
                    <a:pt x="2343515" y="1009684"/>
                  </a:cubicBezTo>
                  <a:cubicBezTo>
                    <a:pt x="2381636" y="1046112"/>
                    <a:pt x="2418911" y="1032557"/>
                    <a:pt x="2428230" y="1058819"/>
                  </a:cubicBezTo>
                  <a:cubicBezTo>
                    <a:pt x="2429670" y="1066570"/>
                    <a:pt x="2431652" y="1074211"/>
                    <a:pt x="2434160" y="1081692"/>
                  </a:cubicBezTo>
                  <a:lnTo>
                    <a:pt x="2443478" y="1121508"/>
                  </a:lnTo>
                  <a:cubicBezTo>
                    <a:pt x="2450255" y="1148616"/>
                    <a:pt x="2475670" y="1168101"/>
                    <a:pt x="2507861" y="1193515"/>
                  </a:cubicBezTo>
                  <a:cubicBezTo>
                    <a:pt x="2532123" y="1212475"/>
                    <a:pt x="2558233" y="1228934"/>
                    <a:pt x="2585799" y="1242650"/>
                  </a:cubicBezTo>
                  <a:cubicBezTo>
                    <a:pt x="2619498" y="1259618"/>
                    <a:pt x="2654655" y="1273511"/>
                    <a:pt x="2690845" y="1284160"/>
                  </a:cubicBezTo>
                  <a:cubicBezTo>
                    <a:pt x="2715413" y="1291784"/>
                    <a:pt x="2739980" y="1297714"/>
                    <a:pt x="2782337" y="1312963"/>
                  </a:cubicBezTo>
                  <a:cubicBezTo>
                    <a:pt x="2782337" y="1312963"/>
                    <a:pt x="2805210" y="1318893"/>
                    <a:pt x="2805210" y="1322282"/>
                  </a:cubicBezTo>
                  <a:cubicBezTo>
                    <a:pt x="2805210" y="1325670"/>
                    <a:pt x="2785725" y="1322282"/>
                    <a:pt x="2767935" y="1327364"/>
                  </a:cubicBezTo>
                  <a:cubicBezTo>
                    <a:pt x="2754194" y="1335167"/>
                    <a:pt x="2743902" y="1347874"/>
                    <a:pt x="2739133" y="1362945"/>
                  </a:cubicBezTo>
                  <a:cubicBezTo>
                    <a:pt x="2732355" y="1386665"/>
                    <a:pt x="2744215" y="1406997"/>
                    <a:pt x="2739133" y="1410385"/>
                  </a:cubicBezTo>
                  <a:cubicBezTo>
                    <a:pt x="2734050" y="1413774"/>
                    <a:pt x="2728967" y="1402761"/>
                    <a:pt x="2715413" y="1397678"/>
                  </a:cubicBezTo>
                  <a:cubicBezTo>
                    <a:pt x="2693429" y="1393612"/>
                    <a:pt x="2670776" y="1399508"/>
                    <a:pt x="2653571" y="1413774"/>
                  </a:cubicBezTo>
                  <a:cubicBezTo>
                    <a:pt x="2636577" y="1427175"/>
                    <a:pt x="2625369" y="1446575"/>
                    <a:pt x="2622226" y="1467991"/>
                  </a:cubicBezTo>
                  <a:cubicBezTo>
                    <a:pt x="2622226" y="1484934"/>
                    <a:pt x="2628157" y="1498488"/>
                    <a:pt x="2622226" y="1501877"/>
                  </a:cubicBezTo>
                  <a:cubicBezTo>
                    <a:pt x="2616296" y="1505266"/>
                    <a:pt x="2612908" y="1497641"/>
                    <a:pt x="2601047" y="1492558"/>
                  </a:cubicBezTo>
                  <a:cubicBezTo>
                    <a:pt x="2586705" y="1488068"/>
                    <a:pt x="2571338" y="1488068"/>
                    <a:pt x="2556996" y="1492558"/>
                  </a:cubicBezTo>
                  <a:cubicBezTo>
                    <a:pt x="2536444" y="1499259"/>
                    <a:pt x="2520975" y="1516346"/>
                    <a:pt x="2516332" y="1537457"/>
                  </a:cubicBezTo>
                  <a:cubicBezTo>
                    <a:pt x="2516332" y="1558636"/>
                    <a:pt x="2527346" y="1574732"/>
                    <a:pt x="2516332" y="1583203"/>
                  </a:cubicBezTo>
                  <a:cubicBezTo>
                    <a:pt x="2505320" y="1591674"/>
                    <a:pt x="2507861" y="1583203"/>
                    <a:pt x="2499390" y="1589133"/>
                  </a:cubicBezTo>
                  <a:cubicBezTo>
                    <a:pt x="2490918" y="1595063"/>
                    <a:pt x="2484141" y="1602687"/>
                    <a:pt x="2476517" y="1613700"/>
                  </a:cubicBezTo>
                  <a:cubicBezTo>
                    <a:pt x="2451950" y="1651822"/>
                    <a:pt x="2443478" y="1650975"/>
                    <a:pt x="2438395" y="1672153"/>
                  </a:cubicBezTo>
                  <a:cubicBezTo>
                    <a:pt x="2437252" y="1680871"/>
                    <a:pt x="2437252" y="1689698"/>
                    <a:pt x="2438395" y="1698415"/>
                  </a:cubicBezTo>
                  <a:cubicBezTo>
                    <a:pt x="2435938" y="1713850"/>
                    <a:pt x="2435938" y="1729573"/>
                    <a:pt x="2438395" y="1745008"/>
                  </a:cubicBezTo>
                  <a:cubicBezTo>
                    <a:pt x="2439929" y="1755877"/>
                    <a:pt x="2442199" y="1766636"/>
                    <a:pt x="2445172" y="1777200"/>
                  </a:cubicBezTo>
                  <a:cubicBezTo>
                    <a:pt x="2446079" y="1779072"/>
                    <a:pt x="2446079" y="1781258"/>
                    <a:pt x="2445172" y="1783130"/>
                  </a:cubicBezTo>
                  <a:cubicBezTo>
                    <a:pt x="2445172" y="1790754"/>
                    <a:pt x="2438395" y="1793296"/>
                    <a:pt x="2432465" y="1800920"/>
                  </a:cubicBezTo>
                  <a:cubicBezTo>
                    <a:pt x="2426408" y="1809044"/>
                    <a:pt x="2422876" y="1818761"/>
                    <a:pt x="2422300" y="1828876"/>
                  </a:cubicBezTo>
                  <a:cubicBezTo>
                    <a:pt x="2422300" y="1839889"/>
                    <a:pt x="2422300" y="1847513"/>
                    <a:pt x="2422300" y="1849207"/>
                  </a:cubicBezTo>
                  <a:cubicBezTo>
                    <a:pt x="2422300" y="1850902"/>
                    <a:pt x="2414675" y="1849207"/>
                    <a:pt x="2412134" y="1849207"/>
                  </a:cubicBezTo>
                  <a:cubicBezTo>
                    <a:pt x="2393692" y="1843921"/>
                    <a:pt x="2373868" y="1847022"/>
                    <a:pt x="2357916" y="1857679"/>
                  </a:cubicBezTo>
                  <a:cubicBezTo>
                    <a:pt x="2343735" y="1864176"/>
                    <a:pt x="2332112" y="1875198"/>
                    <a:pt x="2324878" y="1889023"/>
                  </a:cubicBezTo>
                  <a:cubicBezTo>
                    <a:pt x="2315559" y="1908508"/>
                    <a:pt x="2324878" y="1928839"/>
                    <a:pt x="2313864" y="1930533"/>
                  </a:cubicBezTo>
                  <a:cubicBezTo>
                    <a:pt x="2302852" y="1932228"/>
                    <a:pt x="2308782" y="1930533"/>
                    <a:pt x="2302852" y="1922909"/>
                  </a:cubicBezTo>
                  <a:cubicBezTo>
                    <a:pt x="2291873" y="1914514"/>
                    <a:pt x="2278538" y="1909778"/>
                    <a:pt x="2264730" y="1909355"/>
                  </a:cubicBezTo>
                  <a:cubicBezTo>
                    <a:pt x="2255835" y="1907135"/>
                    <a:pt x="2246525" y="1907135"/>
                    <a:pt x="2237622" y="1909355"/>
                  </a:cubicBezTo>
                  <a:cubicBezTo>
                    <a:pt x="2222194" y="1915556"/>
                    <a:pt x="2208937" y="1926162"/>
                    <a:pt x="2199499" y="1939852"/>
                  </a:cubicBezTo>
                  <a:cubicBezTo>
                    <a:pt x="2171543" y="1972044"/>
                    <a:pt x="2174932" y="1975432"/>
                    <a:pt x="2157142" y="1994069"/>
                  </a:cubicBezTo>
                  <a:cubicBezTo>
                    <a:pt x="2139352" y="2012707"/>
                    <a:pt x="2130033" y="2013554"/>
                    <a:pt x="2113937" y="2034733"/>
                  </a:cubicBezTo>
                  <a:cubicBezTo>
                    <a:pt x="2102485" y="2047482"/>
                    <a:pt x="2093826" y="2062485"/>
                    <a:pt x="2088523" y="2078784"/>
                  </a:cubicBezTo>
                  <a:cubicBezTo>
                    <a:pt x="2082796" y="2104919"/>
                    <a:pt x="2085465" y="2132197"/>
                    <a:pt x="2096147" y="2156722"/>
                  </a:cubicBezTo>
                  <a:cubicBezTo>
                    <a:pt x="2105170" y="2186203"/>
                    <a:pt x="2117386" y="2214607"/>
                    <a:pt x="2132575" y="2241437"/>
                  </a:cubicBezTo>
                  <a:lnTo>
                    <a:pt x="2144435" y="2262615"/>
                  </a:lnTo>
                  <a:cubicBezTo>
                    <a:pt x="2144435" y="2267698"/>
                    <a:pt x="2150365" y="2269392"/>
                    <a:pt x="2150365" y="2273628"/>
                  </a:cubicBezTo>
                  <a:cubicBezTo>
                    <a:pt x="2150365" y="2277864"/>
                    <a:pt x="2144435" y="2286335"/>
                    <a:pt x="2138505" y="2292265"/>
                  </a:cubicBezTo>
                  <a:cubicBezTo>
                    <a:pt x="2117326" y="2313444"/>
                    <a:pt x="2120715" y="2326151"/>
                    <a:pt x="2108855" y="2330387"/>
                  </a:cubicBezTo>
                  <a:cubicBezTo>
                    <a:pt x="2096995" y="2334623"/>
                    <a:pt x="2094453" y="2330387"/>
                    <a:pt x="2074969" y="2316833"/>
                  </a:cubicBezTo>
                  <a:cubicBezTo>
                    <a:pt x="2051444" y="2305879"/>
                    <a:pt x="2027079" y="2296814"/>
                    <a:pt x="2002114" y="2289724"/>
                  </a:cubicBezTo>
                  <a:cubicBezTo>
                    <a:pt x="1984866" y="2284023"/>
                    <a:pt x="1967339" y="2279219"/>
                    <a:pt x="1949591" y="2275323"/>
                  </a:cubicBezTo>
                  <a:cubicBezTo>
                    <a:pt x="1934918" y="2271629"/>
                    <a:pt x="1919814" y="2269918"/>
                    <a:pt x="1904693" y="2270240"/>
                  </a:cubicBezTo>
                  <a:cubicBezTo>
                    <a:pt x="1895137" y="2268969"/>
                    <a:pt x="1885445" y="2268969"/>
                    <a:pt x="1875889" y="2270240"/>
                  </a:cubicBezTo>
                  <a:cubicBezTo>
                    <a:pt x="1853254" y="2278186"/>
                    <a:pt x="1834082" y="2293756"/>
                    <a:pt x="1821672" y="2314291"/>
                  </a:cubicBezTo>
                  <a:cubicBezTo>
                    <a:pt x="1795410" y="2350719"/>
                    <a:pt x="1759830" y="2379522"/>
                    <a:pt x="1736957" y="2416796"/>
                  </a:cubicBezTo>
                  <a:cubicBezTo>
                    <a:pt x="1636841" y="2552077"/>
                    <a:pt x="1528186" y="2680826"/>
                    <a:pt x="1411653" y="2802248"/>
                  </a:cubicBezTo>
                  <a:cubicBezTo>
                    <a:pt x="1380308" y="2835287"/>
                    <a:pt x="1387085" y="2825968"/>
                    <a:pt x="1163439" y="3036061"/>
                  </a:cubicBezTo>
                  <a:lnTo>
                    <a:pt x="929626" y="3256319"/>
                  </a:lnTo>
                  <a:cubicBezTo>
                    <a:pt x="915224" y="3269027"/>
                    <a:pt x="824580" y="3352047"/>
                    <a:pt x="804248" y="3373225"/>
                  </a:cubicBezTo>
                  <a:lnTo>
                    <a:pt x="787305" y="3389321"/>
                  </a:lnTo>
                  <a:cubicBezTo>
                    <a:pt x="772056" y="3402029"/>
                    <a:pt x="772056" y="3399487"/>
                    <a:pt x="763585" y="3407959"/>
                  </a:cubicBezTo>
                  <a:cubicBezTo>
                    <a:pt x="755114" y="3416430"/>
                    <a:pt x="763585" y="3413041"/>
                    <a:pt x="756808" y="3413041"/>
                  </a:cubicBezTo>
                  <a:cubicBezTo>
                    <a:pt x="750030" y="3413041"/>
                    <a:pt x="750878" y="3395251"/>
                    <a:pt x="750878" y="3391863"/>
                  </a:cubicBezTo>
                  <a:cubicBezTo>
                    <a:pt x="737366" y="3346184"/>
                    <a:pt x="715535" y="3303395"/>
                    <a:pt x="686494" y="3265638"/>
                  </a:cubicBezTo>
                  <a:cubicBezTo>
                    <a:pt x="611166" y="3189598"/>
                    <a:pt x="499461" y="3162413"/>
                    <a:pt x="397617" y="3195324"/>
                  </a:cubicBezTo>
                  <a:cubicBezTo>
                    <a:pt x="287894" y="3229405"/>
                    <a:pt x="207288" y="3323168"/>
                    <a:pt x="190066" y="3436761"/>
                  </a:cubicBezTo>
                  <a:cubicBezTo>
                    <a:pt x="180078" y="3503890"/>
                    <a:pt x="195157" y="3572347"/>
                    <a:pt x="232423" y="3629064"/>
                  </a:cubicBezTo>
                  <a:cubicBezTo>
                    <a:pt x="257423" y="3664898"/>
                    <a:pt x="290885" y="3693998"/>
                    <a:pt x="329845" y="3713779"/>
                  </a:cubicBezTo>
                  <a:cubicBezTo>
                    <a:pt x="355260" y="3728180"/>
                    <a:pt x="395076" y="3728180"/>
                    <a:pt x="395076" y="3739193"/>
                  </a:cubicBezTo>
                  <a:cubicBezTo>
                    <a:pt x="395076" y="3750206"/>
                    <a:pt x="386604" y="3747665"/>
                    <a:pt x="383216" y="3749359"/>
                  </a:cubicBezTo>
                  <a:cubicBezTo>
                    <a:pt x="346865" y="3772486"/>
                    <a:pt x="312055" y="3797951"/>
                    <a:pt x="279016" y="3825602"/>
                  </a:cubicBezTo>
                  <a:cubicBezTo>
                    <a:pt x="184136" y="3885750"/>
                    <a:pt x="189219" y="3896762"/>
                    <a:pt x="63841" y="3982324"/>
                  </a:cubicBezTo>
                  <a:cubicBezTo>
                    <a:pt x="55454" y="3987534"/>
                    <a:pt x="47771" y="3993803"/>
                    <a:pt x="40968" y="4000962"/>
                  </a:cubicBezTo>
                  <a:cubicBezTo>
                    <a:pt x="33344" y="4009433"/>
                    <a:pt x="15554" y="4032306"/>
                    <a:pt x="305" y="4136505"/>
                  </a:cubicBezTo>
                  <a:cubicBezTo>
                    <a:pt x="-102" y="4140445"/>
                    <a:pt x="-102" y="4144426"/>
                    <a:pt x="305" y="4148365"/>
                  </a:cubicBezTo>
                  <a:cubicBezTo>
                    <a:pt x="305" y="4179710"/>
                    <a:pt x="31650" y="4203430"/>
                    <a:pt x="51134" y="4217831"/>
                  </a:cubicBezTo>
                  <a:cubicBezTo>
                    <a:pt x="98362" y="4256487"/>
                    <a:pt x="148174" y="4291864"/>
                    <a:pt x="200232" y="4323725"/>
                  </a:cubicBezTo>
                  <a:cubicBezTo>
                    <a:pt x="230729" y="4339821"/>
                    <a:pt x="294265" y="4372860"/>
                    <a:pt x="311208" y="4383872"/>
                  </a:cubicBezTo>
                  <a:lnTo>
                    <a:pt x="330693" y="4394886"/>
                  </a:lnTo>
                  <a:cubicBezTo>
                    <a:pt x="335047" y="4398384"/>
                    <a:pt x="340367" y="4400459"/>
                    <a:pt x="345941" y="4400816"/>
                  </a:cubicBezTo>
                  <a:cubicBezTo>
                    <a:pt x="351465" y="4402468"/>
                    <a:pt x="357360" y="4402468"/>
                    <a:pt x="362884" y="4400816"/>
                  </a:cubicBezTo>
                  <a:cubicBezTo>
                    <a:pt x="397617" y="4384720"/>
                    <a:pt x="385757" y="4400816"/>
                    <a:pt x="431503" y="4372860"/>
                  </a:cubicBezTo>
                  <a:cubicBezTo>
                    <a:pt x="561752" y="4300395"/>
                    <a:pt x="687630" y="4220348"/>
                    <a:pt x="808484" y="4133117"/>
                  </a:cubicBezTo>
                  <a:cubicBezTo>
                    <a:pt x="962664" y="4007739"/>
                    <a:pt x="1079571" y="3903540"/>
                    <a:pt x="1147343" y="3843392"/>
                  </a:cubicBezTo>
                  <a:cubicBezTo>
                    <a:pt x="1366753" y="3647701"/>
                    <a:pt x="1476883" y="3549432"/>
                    <a:pt x="1604802" y="3419819"/>
                  </a:cubicBezTo>
                  <a:cubicBezTo>
                    <a:pt x="1784397" y="3240223"/>
                    <a:pt x="1736957" y="3268179"/>
                    <a:pt x="1911469" y="3095361"/>
                  </a:cubicBezTo>
                  <a:cubicBezTo>
                    <a:pt x="2023335" y="2984122"/>
                    <a:pt x="2128288" y="2866148"/>
                    <a:pt x="2225762" y="2742101"/>
                  </a:cubicBezTo>
                  <a:cubicBezTo>
                    <a:pt x="2269813" y="2679412"/>
                    <a:pt x="2299463" y="2612487"/>
                    <a:pt x="2319794" y="2587073"/>
                  </a:cubicBezTo>
                  <a:cubicBezTo>
                    <a:pt x="2325614" y="2579610"/>
                    <a:pt x="2329672" y="2570918"/>
                    <a:pt x="2331655" y="2561658"/>
                  </a:cubicBezTo>
                  <a:cubicBezTo>
                    <a:pt x="2333298" y="2552128"/>
                    <a:pt x="2333298" y="2542386"/>
                    <a:pt x="2331655" y="2532855"/>
                  </a:cubicBezTo>
                  <a:cubicBezTo>
                    <a:pt x="2325724" y="2495581"/>
                    <a:pt x="2322336" y="2476944"/>
                    <a:pt x="2320642" y="2471014"/>
                  </a:cubicBezTo>
                  <a:cubicBezTo>
                    <a:pt x="2318948" y="2465084"/>
                    <a:pt x="2308782" y="2444752"/>
                    <a:pt x="2311323" y="2442210"/>
                  </a:cubicBezTo>
                  <a:cubicBezTo>
                    <a:pt x="2313864" y="2439669"/>
                    <a:pt x="2327419" y="2448988"/>
                    <a:pt x="2331655" y="2452376"/>
                  </a:cubicBezTo>
                  <a:cubicBezTo>
                    <a:pt x="2358764" y="2473555"/>
                    <a:pt x="2389260" y="2489651"/>
                    <a:pt x="2416370" y="2509135"/>
                  </a:cubicBezTo>
                  <a:cubicBezTo>
                    <a:pt x="2444164" y="2533669"/>
                    <a:pt x="2477652" y="2550857"/>
                    <a:pt x="2513791" y="2559117"/>
                  </a:cubicBezTo>
                  <a:cubicBezTo>
                    <a:pt x="2533572" y="2561345"/>
                    <a:pt x="2553574" y="2557812"/>
                    <a:pt x="2571397" y="2548951"/>
                  </a:cubicBezTo>
                  <a:cubicBezTo>
                    <a:pt x="2586942" y="2540268"/>
                    <a:pt x="2600506" y="2528442"/>
                    <a:pt x="2611213" y="2514218"/>
                  </a:cubicBezTo>
                  <a:cubicBezTo>
                    <a:pt x="2624683" y="2502807"/>
                    <a:pt x="2634662" y="2487830"/>
                    <a:pt x="2640017" y="2471014"/>
                  </a:cubicBezTo>
                  <a:cubicBezTo>
                    <a:pt x="2639567" y="2462695"/>
                    <a:pt x="2641634" y="2454426"/>
                    <a:pt x="2645947" y="2447293"/>
                  </a:cubicBezTo>
                  <a:cubicBezTo>
                    <a:pt x="2650004" y="2443363"/>
                    <a:pt x="2654943" y="2440465"/>
                    <a:pt x="2660348" y="2438822"/>
                  </a:cubicBezTo>
                  <a:lnTo>
                    <a:pt x="2698469" y="2428656"/>
                  </a:lnTo>
                  <a:cubicBezTo>
                    <a:pt x="2718428" y="2421667"/>
                    <a:pt x="2735041" y="2407461"/>
                    <a:pt x="2745063" y="2388840"/>
                  </a:cubicBezTo>
                  <a:cubicBezTo>
                    <a:pt x="2750145" y="2378674"/>
                    <a:pt x="2757770" y="2360884"/>
                    <a:pt x="2757770" y="2360884"/>
                  </a:cubicBezTo>
                  <a:cubicBezTo>
                    <a:pt x="2767876" y="2357538"/>
                    <a:pt x="2777551" y="2352989"/>
                    <a:pt x="2786573" y="2347330"/>
                  </a:cubicBezTo>
                  <a:cubicBezTo>
                    <a:pt x="2793333" y="2342315"/>
                    <a:pt x="2799577" y="2336639"/>
                    <a:pt x="2805210" y="2330387"/>
                  </a:cubicBezTo>
                  <a:lnTo>
                    <a:pt x="2823847" y="2309208"/>
                  </a:lnTo>
                  <a:lnTo>
                    <a:pt x="2834860" y="2297348"/>
                  </a:lnTo>
                  <a:cubicBezTo>
                    <a:pt x="2844492" y="2290503"/>
                    <a:pt x="2856081" y="2286937"/>
                    <a:pt x="2867899" y="2287183"/>
                  </a:cubicBezTo>
                  <a:cubicBezTo>
                    <a:pt x="2872677" y="2286479"/>
                    <a:pt x="2877522" y="2286479"/>
                    <a:pt x="2882301" y="2287183"/>
                  </a:cubicBezTo>
                  <a:cubicBezTo>
                    <a:pt x="2892619" y="2289987"/>
                    <a:pt x="2902369" y="2294570"/>
                    <a:pt x="2911103" y="2300737"/>
                  </a:cubicBezTo>
                  <a:cubicBezTo>
                    <a:pt x="2926521" y="2308472"/>
                    <a:pt x="2944142" y="2310860"/>
                    <a:pt x="2961085" y="2307514"/>
                  </a:cubicBezTo>
                  <a:cubicBezTo>
                    <a:pt x="2975063" y="2302067"/>
                    <a:pt x="2987347" y="2293002"/>
                    <a:pt x="2996665" y="2281253"/>
                  </a:cubicBezTo>
                  <a:cubicBezTo>
                    <a:pt x="3007932" y="2270333"/>
                    <a:pt x="3017929" y="2258109"/>
                    <a:pt x="3026316" y="2244825"/>
                  </a:cubicBezTo>
                  <a:cubicBezTo>
                    <a:pt x="3034787" y="2233694"/>
                    <a:pt x="3041649" y="2221436"/>
                    <a:pt x="3046647" y="2208398"/>
                  </a:cubicBezTo>
                  <a:cubicBezTo>
                    <a:pt x="3046647" y="2199079"/>
                    <a:pt x="3046647" y="2193149"/>
                    <a:pt x="3052577" y="2192302"/>
                  </a:cubicBezTo>
                  <a:cubicBezTo>
                    <a:pt x="3058507" y="2191455"/>
                    <a:pt x="3066132" y="2216869"/>
                    <a:pt x="3068673" y="2223647"/>
                  </a:cubicBezTo>
                  <a:cubicBezTo>
                    <a:pt x="3087056" y="2262310"/>
                    <a:pt x="3112301" y="2297332"/>
                    <a:pt x="3143222" y="2326998"/>
                  </a:cubicBezTo>
                  <a:cubicBezTo>
                    <a:pt x="3238950" y="2440516"/>
                    <a:pt x="3233866" y="2435433"/>
                    <a:pt x="3238950" y="2440516"/>
                  </a:cubicBezTo>
                  <a:cubicBezTo>
                    <a:pt x="3292320" y="2496428"/>
                    <a:pt x="3347384" y="2531161"/>
                    <a:pt x="3371952" y="2560811"/>
                  </a:cubicBezTo>
                  <a:cubicBezTo>
                    <a:pt x="3379576" y="2573434"/>
                    <a:pt x="3390080" y="2584150"/>
                    <a:pt x="3402449" y="2592156"/>
                  </a:cubicBezTo>
                  <a:cubicBezTo>
                    <a:pt x="3410073" y="2594358"/>
                    <a:pt x="3416681" y="2599153"/>
                    <a:pt x="3421086" y="2605710"/>
                  </a:cubicBezTo>
                  <a:cubicBezTo>
                    <a:pt x="3423628" y="2612834"/>
                    <a:pt x="3423628" y="2620611"/>
                    <a:pt x="3421086" y="2627736"/>
                  </a:cubicBezTo>
                  <a:cubicBezTo>
                    <a:pt x="3419815" y="2645500"/>
                    <a:pt x="3419815" y="2663342"/>
                    <a:pt x="3421086" y="2681106"/>
                  </a:cubicBezTo>
                  <a:cubicBezTo>
                    <a:pt x="3421086" y="2728546"/>
                    <a:pt x="3416003" y="2753961"/>
                    <a:pt x="3430405" y="2765821"/>
                  </a:cubicBezTo>
                  <a:cubicBezTo>
                    <a:pt x="3444807" y="2777681"/>
                    <a:pt x="3444807" y="2765821"/>
                    <a:pt x="3460055" y="2781069"/>
                  </a:cubicBezTo>
                  <a:cubicBezTo>
                    <a:pt x="3467679" y="2785356"/>
                    <a:pt x="3474033" y="2791473"/>
                    <a:pt x="3478692" y="2798859"/>
                  </a:cubicBezTo>
                  <a:cubicBezTo>
                    <a:pt x="3485469" y="2809025"/>
                    <a:pt x="3484622" y="2815802"/>
                    <a:pt x="3487164" y="2834440"/>
                  </a:cubicBezTo>
                  <a:cubicBezTo>
                    <a:pt x="3487841" y="2852145"/>
                    <a:pt x="3493094" y="2869376"/>
                    <a:pt x="3502413" y="2884422"/>
                  </a:cubicBezTo>
                  <a:cubicBezTo>
                    <a:pt x="3511477" y="2893418"/>
                    <a:pt x="3522913" y="2899602"/>
                    <a:pt x="3535451" y="2902212"/>
                  </a:cubicBezTo>
                  <a:cubicBezTo>
                    <a:pt x="3549937" y="2905363"/>
                    <a:pt x="3564677" y="2907345"/>
                    <a:pt x="3579503" y="2908142"/>
                  </a:cubicBezTo>
                  <a:cubicBezTo>
                    <a:pt x="3602376" y="2914919"/>
                    <a:pt x="3614236" y="2934403"/>
                    <a:pt x="3628637" y="2957276"/>
                  </a:cubicBezTo>
                  <a:cubicBezTo>
                    <a:pt x="3643717" y="2981674"/>
                    <a:pt x="3654051" y="3008690"/>
                    <a:pt x="3659135" y="3036908"/>
                  </a:cubicBezTo>
                  <a:cubicBezTo>
                    <a:pt x="3668453" y="3086043"/>
                    <a:pt x="3659135" y="3094514"/>
                    <a:pt x="3669300" y="3129247"/>
                  </a:cubicBezTo>
                  <a:cubicBezTo>
                    <a:pt x="3677602" y="3150993"/>
                    <a:pt x="3690987" y="3170452"/>
                    <a:pt x="3708269" y="3186006"/>
                  </a:cubicBezTo>
                  <a:cubicBezTo>
                    <a:pt x="3724619" y="3202136"/>
                    <a:pt x="3745120" y="3213301"/>
                    <a:pt x="3767569" y="3218197"/>
                  </a:cubicBezTo>
                  <a:cubicBezTo>
                    <a:pt x="3796372" y="3224127"/>
                    <a:pt x="3815009" y="3218197"/>
                    <a:pt x="3818398" y="3223280"/>
                  </a:cubicBezTo>
                  <a:cubicBezTo>
                    <a:pt x="3821787" y="3228363"/>
                    <a:pt x="3799761" y="3249542"/>
                    <a:pt x="3781971" y="3270721"/>
                  </a:cubicBezTo>
                  <a:cubicBezTo>
                    <a:pt x="3759183" y="3304641"/>
                    <a:pt x="3743087" y="3342593"/>
                    <a:pt x="3734531" y="3382544"/>
                  </a:cubicBezTo>
                  <a:cubicBezTo>
                    <a:pt x="3718435" y="3433373"/>
                    <a:pt x="3716741" y="3444386"/>
                    <a:pt x="3681160" y="3582471"/>
                  </a:cubicBezTo>
                  <a:cubicBezTo>
                    <a:pt x="3681160" y="3582471"/>
                    <a:pt x="3681160" y="3595178"/>
                    <a:pt x="3665065" y="3687518"/>
                  </a:cubicBezTo>
                  <a:cubicBezTo>
                    <a:pt x="3662269" y="3699784"/>
                    <a:pt x="3662269" y="3712525"/>
                    <a:pt x="3665065" y="3724792"/>
                  </a:cubicBezTo>
                  <a:cubicBezTo>
                    <a:pt x="3668538" y="3739439"/>
                    <a:pt x="3674891" y="3753264"/>
                    <a:pt x="3683702" y="3765455"/>
                  </a:cubicBezTo>
                  <a:lnTo>
                    <a:pt x="3731142" y="3844240"/>
                  </a:lnTo>
                  <a:cubicBezTo>
                    <a:pt x="3772652" y="3913706"/>
                    <a:pt x="3766722" y="3921330"/>
                    <a:pt x="3784512" y="3938273"/>
                  </a:cubicBezTo>
                  <a:cubicBezTo>
                    <a:pt x="3791459" y="3944160"/>
                    <a:pt x="3796203" y="3952217"/>
                    <a:pt x="3798067" y="3961146"/>
                  </a:cubicBezTo>
                  <a:cubicBezTo>
                    <a:pt x="3799337" y="3972057"/>
                    <a:pt x="3796965" y="3983070"/>
                    <a:pt x="3791289" y="3992490"/>
                  </a:cubicBezTo>
                  <a:cubicBezTo>
                    <a:pt x="3774939" y="4044243"/>
                    <a:pt x="3767231" y="4098341"/>
                    <a:pt x="3768417" y="4152601"/>
                  </a:cubicBezTo>
                  <a:cubicBezTo>
                    <a:pt x="3768417" y="4186487"/>
                    <a:pt x="3753168" y="4335585"/>
                    <a:pt x="3753168" y="4529582"/>
                  </a:cubicBezTo>
                  <a:cubicBezTo>
                    <a:pt x="3751982" y="4573133"/>
                    <a:pt x="3753676" y="4616711"/>
                    <a:pt x="3758251" y="4660042"/>
                  </a:cubicBezTo>
                  <a:cubicBezTo>
                    <a:pt x="3758251" y="4689693"/>
                    <a:pt x="3765875" y="4719343"/>
                    <a:pt x="3771805" y="4754923"/>
                  </a:cubicBezTo>
                  <a:cubicBezTo>
                    <a:pt x="3782818" y="4826083"/>
                    <a:pt x="3783665" y="4822695"/>
                    <a:pt x="3786207" y="4849803"/>
                  </a:cubicBezTo>
                  <a:cubicBezTo>
                    <a:pt x="3791713" y="4887730"/>
                    <a:pt x="3791713" y="4926242"/>
                    <a:pt x="3786207" y="4964169"/>
                  </a:cubicBezTo>
                  <a:cubicBezTo>
                    <a:pt x="3781378" y="4982128"/>
                    <a:pt x="3778751" y="5000630"/>
                    <a:pt x="3778582" y="5019233"/>
                  </a:cubicBezTo>
                  <a:cubicBezTo>
                    <a:pt x="3778921" y="5036329"/>
                    <a:pt x="3780954" y="5053348"/>
                    <a:pt x="3784512" y="5070062"/>
                  </a:cubicBezTo>
                  <a:cubicBezTo>
                    <a:pt x="3791374" y="5099060"/>
                    <a:pt x="3800693" y="5127405"/>
                    <a:pt x="3812468" y="5154777"/>
                  </a:cubicBezTo>
                  <a:cubicBezTo>
                    <a:pt x="3827039" y="5189671"/>
                    <a:pt x="3839746" y="5225302"/>
                    <a:pt x="3850590" y="5261517"/>
                  </a:cubicBezTo>
                  <a:cubicBezTo>
                    <a:pt x="3859146" y="5292887"/>
                    <a:pt x="3865076" y="5324901"/>
                    <a:pt x="3868380" y="5357245"/>
                  </a:cubicBezTo>
                  <a:cubicBezTo>
                    <a:pt x="3881934" y="5473304"/>
                    <a:pt x="3887864" y="5576656"/>
                    <a:pt x="3889559" y="5611389"/>
                  </a:cubicBezTo>
                  <a:cubicBezTo>
                    <a:pt x="3888712" y="5676823"/>
                    <a:pt x="3892608" y="5742231"/>
                    <a:pt x="3901419" y="5807080"/>
                  </a:cubicBezTo>
                  <a:cubicBezTo>
                    <a:pt x="3903706" y="5811316"/>
                    <a:pt x="3903706" y="5816399"/>
                    <a:pt x="3901419" y="5820634"/>
                  </a:cubicBezTo>
                  <a:cubicBezTo>
                    <a:pt x="3901419" y="5824870"/>
                    <a:pt x="3894642" y="5824870"/>
                    <a:pt x="3878546" y="5827411"/>
                  </a:cubicBezTo>
                  <a:cubicBezTo>
                    <a:pt x="3862450" y="5829953"/>
                    <a:pt x="3854826" y="5832495"/>
                    <a:pt x="3848048" y="5827411"/>
                  </a:cubicBezTo>
                  <a:cubicBezTo>
                    <a:pt x="3842203" y="5825726"/>
                    <a:pt x="3836951" y="5822507"/>
                    <a:pt x="3832800" y="5818093"/>
                  </a:cubicBezTo>
                  <a:cubicBezTo>
                    <a:pt x="3822634" y="5809621"/>
                    <a:pt x="3820939" y="5801150"/>
                    <a:pt x="3815009" y="5801150"/>
                  </a:cubicBezTo>
                  <a:cubicBezTo>
                    <a:pt x="3809079" y="5801150"/>
                    <a:pt x="3808232" y="5806233"/>
                    <a:pt x="3806538" y="5807927"/>
                  </a:cubicBezTo>
                  <a:cubicBezTo>
                    <a:pt x="3804844" y="5809621"/>
                    <a:pt x="3781123" y="5833341"/>
                    <a:pt x="3731142" y="5881629"/>
                  </a:cubicBezTo>
                  <a:cubicBezTo>
                    <a:pt x="3728177" y="5884382"/>
                    <a:pt x="3725635" y="5887517"/>
                    <a:pt x="3723517" y="5890948"/>
                  </a:cubicBezTo>
                  <a:cubicBezTo>
                    <a:pt x="3718773" y="5907103"/>
                    <a:pt x="3721569" y="5924528"/>
                    <a:pt x="3731142" y="5938388"/>
                  </a:cubicBezTo>
                  <a:cubicBezTo>
                    <a:pt x="3744696" y="5977102"/>
                    <a:pt x="3761724" y="6014530"/>
                    <a:pt x="3781971" y="6050212"/>
                  </a:cubicBezTo>
                  <a:cubicBezTo>
                    <a:pt x="3806115" y="6096499"/>
                    <a:pt x="3834494" y="6140449"/>
                    <a:pt x="3866686" y="6181519"/>
                  </a:cubicBezTo>
                  <a:cubicBezTo>
                    <a:pt x="3866686" y="6181519"/>
                    <a:pt x="3871768" y="6181519"/>
                    <a:pt x="3871768" y="6187449"/>
                  </a:cubicBezTo>
                  <a:cubicBezTo>
                    <a:pt x="3871768" y="6193379"/>
                    <a:pt x="3866686" y="6195074"/>
                    <a:pt x="3864144" y="6197615"/>
                  </a:cubicBezTo>
                  <a:cubicBezTo>
                    <a:pt x="3855164" y="6208450"/>
                    <a:pt x="3851946" y="6222987"/>
                    <a:pt x="3855673" y="6236584"/>
                  </a:cubicBezTo>
                  <a:cubicBezTo>
                    <a:pt x="3859908" y="6260304"/>
                    <a:pt x="3883629" y="6272164"/>
                    <a:pt x="3895489" y="6278941"/>
                  </a:cubicBezTo>
                  <a:cubicBezTo>
                    <a:pt x="3907349" y="6285719"/>
                    <a:pt x="3933610" y="6291649"/>
                    <a:pt x="3932763" y="6295037"/>
                  </a:cubicBezTo>
                  <a:cubicBezTo>
                    <a:pt x="3931916" y="6298426"/>
                    <a:pt x="3918362" y="6295037"/>
                    <a:pt x="3912432" y="6304356"/>
                  </a:cubicBezTo>
                  <a:cubicBezTo>
                    <a:pt x="3910314" y="6308337"/>
                    <a:pt x="3910314" y="6313081"/>
                    <a:pt x="3912432" y="6317063"/>
                  </a:cubicBezTo>
                  <a:cubicBezTo>
                    <a:pt x="3912432" y="6317063"/>
                    <a:pt x="3912432" y="6322993"/>
                    <a:pt x="3928528" y="6329770"/>
                  </a:cubicBezTo>
                  <a:cubicBezTo>
                    <a:pt x="3944623" y="6336547"/>
                    <a:pt x="3948012" y="6336547"/>
                    <a:pt x="3948012" y="6338241"/>
                  </a:cubicBezTo>
                  <a:cubicBezTo>
                    <a:pt x="3948012" y="6339936"/>
                    <a:pt x="3942082" y="6338241"/>
                    <a:pt x="3933610" y="6338241"/>
                  </a:cubicBezTo>
                  <a:cubicBezTo>
                    <a:pt x="3925139" y="6338241"/>
                    <a:pt x="3920903" y="6338241"/>
                    <a:pt x="3919209" y="6348407"/>
                  </a:cubicBezTo>
                  <a:cubicBezTo>
                    <a:pt x="3917514" y="6358573"/>
                    <a:pt x="3931916" y="6362809"/>
                    <a:pt x="3936152" y="6364503"/>
                  </a:cubicBezTo>
                  <a:cubicBezTo>
                    <a:pt x="3943776" y="6368823"/>
                    <a:pt x="3952078" y="6371704"/>
                    <a:pt x="3960719" y="6372975"/>
                  </a:cubicBezTo>
                  <a:cubicBezTo>
                    <a:pt x="3969190" y="6372975"/>
                    <a:pt x="3971732" y="6372975"/>
                    <a:pt x="3975120" y="6372975"/>
                  </a:cubicBezTo>
                  <a:cubicBezTo>
                    <a:pt x="3978509" y="6372975"/>
                    <a:pt x="3975120" y="6390765"/>
                    <a:pt x="3975120" y="6393306"/>
                  </a:cubicBezTo>
                  <a:cubicBezTo>
                    <a:pt x="3978509" y="6432359"/>
                    <a:pt x="3991640" y="6469888"/>
                    <a:pt x="4013242" y="6502588"/>
                  </a:cubicBezTo>
                  <a:cubicBezTo>
                    <a:pt x="4046535" y="6567819"/>
                    <a:pt x="4083894" y="6630931"/>
                    <a:pt x="4125066" y="6691502"/>
                  </a:cubicBezTo>
                  <a:cubicBezTo>
                    <a:pt x="4135146" y="6707005"/>
                    <a:pt x="4147769" y="6720728"/>
                    <a:pt x="4162340" y="6732165"/>
                  </a:cubicBezTo>
                  <a:cubicBezTo>
                    <a:pt x="4165983" y="6733690"/>
                    <a:pt x="4168948" y="6736316"/>
                    <a:pt x="4170812" y="6739790"/>
                  </a:cubicBezTo>
                  <a:cubicBezTo>
                    <a:pt x="4170812" y="6747414"/>
                    <a:pt x="4164882" y="6756732"/>
                    <a:pt x="4159798" y="6762662"/>
                  </a:cubicBezTo>
                  <a:cubicBezTo>
                    <a:pt x="4154716" y="6768592"/>
                    <a:pt x="4137773" y="6786382"/>
                    <a:pt x="4137773" y="6787230"/>
                  </a:cubicBezTo>
                  <a:close/>
                </a:path>
              </a:pathLst>
            </a:custGeom>
            <a:solidFill>
              <a:schemeClr val="bg1">
                <a:lumMod val="65000"/>
              </a:schemeClr>
            </a:solidFill>
            <a:ln w="84667" cap="flat">
              <a:noFill/>
              <a:prstDash val="solid"/>
              <a:miter/>
            </a:ln>
          </p:spPr>
          <p:txBody>
            <a:bodyPr rtlCol="0" anchor="ctr"/>
            <a:lstStyle/>
            <a:p>
              <a:endParaRPr lang="en-IN" dirty="0"/>
            </a:p>
          </p:txBody>
        </p:sp>
        <p:sp>
          <p:nvSpPr>
            <p:cNvPr id="6" name="Freeform: Shape 5"/>
            <p:cNvSpPr/>
            <p:nvPr/>
          </p:nvSpPr>
          <p:spPr>
            <a:xfrm>
              <a:off x="6644952" y="1025671"/>
              <a:ext cx="4002609" cy="5224568"/>
            </a:xfrm>
            <a:custGeom>
              <a:avLst/>
              <a:gdLst>
                <a:gd name="connsiteX0" fmla="*/ 4145359 w 5665991"/>
                <a:gd name="connsiteY0" fmla="*/ 6777534 h 7395768"/>
                <a:gd name="connsiteX1" fmla="*/ 4103849 w 5665991"/>
                <a:gd name="connsiteY1" fmla="*/ 6880039 h 7395768"/>
                <a:gd name="connsiteX2" fmla="*/ 4141971 w 5665991"/>
                <a:gd name="connsiteY2" fmla="*/ 6990168 h 7395768"/>
                <a:gd name="connsiteX3" fmla="*/ 4203812 w 5665991"/>
                <a:gd name="connsiteY3" fmla="*/ 7015583 h 7395768"/>
                <a:gd name="connsiteX4" fmla="*/ 4252947 w 5665991"/>
                <a:gd name="connsiteY4" fmla="*/ 7119781 h 7395768"/>
                <a:gd name="connsiteX5" fmla="*/ 4275820 w 5665991"/>
                <a:gd name="connsiteY5" fmla="*/ 7304460 h 7395768"/>
                <a:gd name="connsiteX6" fmla="*/ 4427459 w 5665991"/>
                <a:gd name="connsiteY6" fmla="*/ 7373926 h 7395768"/>
                <a:gd name="connsiteX7" fmla="*/ 4662119 w 5665991"/>
                <a:gd name="connsiteY7" fmla="*/ 7394257 h 7395768"/>
                <a:gd name="connsiteX8" fmla="*/ 4893390 w 5665991"/>
                <a:gd name="connsiteY8" fmla="*/ 7343428 h 7395768"/>
                <a:gd name="connsiteX9" fmla="*/ 4967939 w 5665991"/>
                <a:gd name="connsiteY9" fmla="*/ 7298530 h 7395768"/>
                <a:gd name="connsiteX10" fmla="*/ 4932359 w 5665991"/>
                <a:gd name="connsiteY10" fmla="*/ 7234994 h 7395768"/>
                <a:gd name="connsiteX11" fmla="*/ 4932359 w 5665991"/>
                <a:gd name="connsiteY11" fmla="*/ 7208732 h 7395768"/>
                <a:gd name="connsiteX12" fmla="*/ 4932359 w 5665991"/>
                <a:gd name="connsiteY12" fmla="*/ 7112157 h 7395768"/>
                <a:gd name="connsiteX13" fmla="*/ 4884919 w 5665991"/>
                <a:gd name="connsiteY13" fmla="*/ 7072341 h 7395768"/>
                <a:gd name="connsiteX14" fmla="*/ 4895085 w 5665991"/>
                <a:gd name="connsiteY14" fmla="*/ 6987627 h 7395768"/>
                <a:gd name="connsiteX15" fmla="*/ 4905250 w 5665991"/>
                <a:gd name="connsiteY15" fmla="*/ 6913925 h 7395768"/>
                <a:gd name="connsiteX16" fmla="*/ 4923887 w 5665991"/>
                <a:gd name="connsiteY16" fmla="*/ 6829210 h 7395768"/>
                <a:gd name="connsiteX17" fmla="*/ 5069597 w 5665991"/>
                <a:gd name="connsiteY17" fmla="*/ 6186225 h 7395768"/>
                <a:gd name="connsiteX18" fmla="*/ 5316117 w 5665991"/>
                <a:gd name="connsiteY18" fmla="*/ 5150164 h 7395768"/>
                <a:gd name="connsiteX19" fmla="*/ 5324588 w 5665991"/>
                <a:gd name="connsiteY19" fmla="*/ 5113736 h 7395768"/>
                <a:gd name="connsiteX20" fmla="*/ 5334754 w 5665991"/>
                <a:gd name="connsiteY20" fmla="*/ 5090864 h 7395768"/>
                <a:gd name="connsiteX21" fmla="*/ 5358474 w 5665991"/>
                <a:gd name="connsiteY21" fmla="*/ 5069685 h 7395768"/>
                <a:gd name="connsiteX22" fmla="*/ 5396596 w 5665991"/>
                <a:gd name="connsiteY22" fmla="*/ 5030716 h 7395768"/>
                <a:gd name="connsiteX23" fmla="*/ 5408456 w 5665991"/>
                <a:gd name="connsiteY23" fmla="*/ 4985818 h 7395768"/>
                <a:gd name="connsiteX24" fmla="*/ 5408456 w 5665991"/>
                <a:gd name="connsiteY24" fmla="*/ 4958708 h 7395768"/>
                <a:gd name="connsiteX25" fmla="*/ 5408456 w 5665991"/>
                <a:gd name="connsiteY25" fmla="*/ 4946848 h 7395768"/>
                <a:gd name="connsiteX26" fmla="*/ 5419468 w 5665991"/>
                <a:gd name="connsiteY26" fmla="*/ 4934988 h 7395768"/>
                <a:gd name="connsiteX27" fmla="*/ 5461826 w 5665991"/>
                <a:gd name="connsiteY27" fmla="*/ 4904491 h 7395768"/>
                <a:gd name="connsiteX28" fmla="*/ 5473686 w 5665991"/>
                <a:gd name="connsiteY28" fmla="*/ 4865522 h 7395768"/>
                <a:gd name="connsiteX29" fmla="*/ 5469450 w 5665991"/>
                <a:gd name="connsiteY29" fmla="*/ 4828248 h 7395768"/>
                <a:gd name="connsiteX30" fmla="*/ 5469450 w 5665991"/>
                <a:gd name="connsiteY30" fmla="*/ 4803681 h 7395768"/>
                <a:gd name="connsiteX31" fmla="*/ 5499101 w 5665991"/>
                <a:gd name="connsiteY31" fmla="*/ 4775725 h 7395768"/>
                <a:gd name="connsiteX32" fmla="*/ 5521974 w 5665991"/>
                <a:gd name="connsiteY32" fmla="*/ 4683385 h 7395768"/>
                <a:gd name="connsiteX33" fmla="*/ 5513502 w 5665991"/>
                <a:gd name="connsiteY33" fmla="*/ 4662207 h 7395768"/>
                <a:gd name="connsiteX34" fmla="*/ 5506725 w 5665991"/>
                <a:gd name="connsiteY34" fmla="*/ 4630863 h 7395768"/>
                <a:gd name="connsiteX35" fmla="*/ 5527057 w 5665991"/>
                <a:gd name="connsiteY35" fmla="*/ 4546148 h 7395768"/>
                <a:gd name="connsiteX36" fmla="*/ 5583815 w 5665991"/>
                <a:gd name="connsiteY36" fmla="*/ 4368247 h 7395768"/>
                <a:gd name="connsiteX37" fmla="*/ 5627867 w 5665991"/>
                <a:gd name="connsiteY37" fmla="*/ 4220843 h 7395768"/>
                <a:gd name="connsiteX38" fmla="*/ 5627867 w 5665991"/>
                <a:gd name="connsiteY38" fmla="*/ 4162390 h 7395768"/>
                <a:gd name="connsiteX39" fmla="*/ 5607535 w 5665991"/>
                <a:gd name="connsiteY39" fmla="*/ 4120879 h 7395768"/>
                <a:gd name="connsiteX40" fmla="*/ 5591439 w 5665991"/>
                <a:gd name="connsiteY40" fmla="*/ 4091229 h 7395768"/>
                <a:gd name="connsiteX41" fmla="*/ 5603299 w 5665991"/>
                <a:gd name="connsiteY41" fmla="*/ 4060732 h 7395768"/>
                <a:gd name="connsiteX42" fmla="*/ 5656670 w 5665991"/>
                <a:gd name="connsiteY42" fmla="*/ 3914176 h 7395768"/>
                <a:gd name="connsiteX43" fmla="*/ 5627019 w 5665991"/>
                <a:gd name="connsiteY43" fmla="*/ 3520252 h 7395768"/>
                <a:gd name="connsiteX44" fmla="*/ 5592287 w 5665991"/>
                <a:gd name="connsiteY44" fmla="*/ 3328797 h 7395768"/>
                <a:gd name="connsiteX45" fmla="*/ 5582969 w 5665991"/>
                <a:gd name="connsiteY45" fmla="*/ 3039073 h 7395768"/>
                <a:gd name="connsiteX46" fmla="*/ 5533834 w 5665991"/>
                <a:gd name="connsiteY46" fmla="*/ 2789164 h 7395768"/>
                <a:gd name="connsiteX47" fmla="*/ 5348308 w 5665991"/>
                <a:gd name="connsiteY47" fmla="*/ 2557893 h 7395768"/>
                <a:gd name="connsiteX48" fmla="*/ 5201752 w 5665991"/>
                <a:gd name="connsiteY48" fmla="*/ 2421502 h 7395768"/>
                <a:gd name="connsiteX49" fmla="*/ 5038252 w 5665991"/>
                <a:gd name="connsiteY49" fmla="*/ 2241060 h 7395768"/>
                <a:gd name="connsiteX50" fmla="*/ 4854421 w 5665991"/>
                <a:gd name="connsiteY50" fmla="*/ 1986915 h 7395768"/>
                <a:gd name="connsiteX51" fmla="*/ 4684992 w 5665991"/>
                <a:gd name="connsiteY51" fmla="*/ 1785294 h 7395768"/>
                <a:gd name="connsiteX52" fmla="*/ 4515562 w 5665991"/>
                <a:gd name="connsiteY52" fmla="*/ 1531150 h 7395768"/>
                <a:gd name="connsiteX53" fmla="*/ 4413905 w 5665991"/>
                <a:gd name="connsiteY53" fmla="*/ 1289713 h 7395768"/>
                <a:gd name="connsiteX54" fmla="*/ 4279208 w 5665991"/>
                <a:gd name="connsiteY54" fmla="*/ 1054206 h 7395768"/>
                <a:gd name="connsiteX55" fmla="*/ 4172468 w 5665991"/>
                <a:gd name="connsiteY55" fmla="*/ 863598 h 7395768"/>
                <a:gd name="connsiteX56" fmla="*/ 4106390 w 5665991"/>
                <a:gd name="connsiteY56" fmla="*/ 617925 h 7395768"/>
                <a:gd name="connsiteX57" fmla="*/ 3960681 w 5665991"/>
                <a:gd name="connsiteY57" fmla="*/ 485770 h 7395768"/>
                <a:gd name="connsiteX58" fmla="*/ 3595560 w 5665991"/>
                <a:gd name="connsiteY58" fmla="*/ 465439 h 7395768"/>
                <a:gd name="connsiteX59" fmla="*/ 3371067 w 5665991"/>
                <a:gd name="connsiteY59" fmla="*/ 634868 h 7395768"/>
                <a:gd name="connsiteX60" fmla="*/ 3244841 w 5665991"/>
                <a:gd name="connsiteY60" fmla="*/ 719583 h 7395768"/>
                <a:gd name="connsiteX61" fmla="*/ 3183847 w 5665991"/>
                <a:gd name="connsiteY61" fmla="*/ 686544 h 7395768"/>
                <a:gd name="connsiteX62" fmla="*/ 3133018 w 5665991"/>
                <a:gd name="connsiteY62" fmla="*/ 614537 h 7395768"/>
                <a:gd name="connsiteX63" fmla="*/ 3133018 w 5665991"/>
                <a:gd name="connsiteY63" fmla="*/ 566249 h 7395768"/>
                <a:gd name="connsiteX64" fmla="*/ 3102520 w 5665991"/>
                <a:gd name="connsiteY64" fmla="*/ 440871 h 7395768"/>
                <a:gd name="connsiteX65" fmla="*/ 3034749 w 5665991"/>
                <a:gd name="connsiteY65" fmla="*/ 289232 h 7395768"/>
                <a:gd name="connsiteX66" fmla="*/ 2774675 w 5665991"/>
                <a:gd name="connsiteY66" fmla="*/ 41018 h 7395768"/>
                <a:gd name="connsiteX67" fmla="*/ 2356184 w 5665991"/>
                <a:gd name="connsiteY67" fmla="*/ 41018 h 7395768"/>
                <a:gd name="connsiteX68" fmla="*/ 2028337 w 5665991"/>
                <a:gd name="connsiteY68" fmla="*/ 689933 h 7395768"/>
                <a:gd name="connsiteX69" fmla="*/ 2179130 w 5665991"/>
                <a:gd name="connsiteY69" fmla="*/ 926287 h 7395768"/>
                <a:gd name="connsiteX70" fmla="*/ 2200308 w 5665991"/>
                <a:gd name="connsiteY70" fmla="*/ 944924 h 7395768"/>
                <a:gd name="connsiteX71" fmla="*/ 2213016 w 5665991"/>
                <a:gd name="connsiteY71" fmla="*/ 953396 h 7395768"/>
                <a:gd name="connsiteX72" fmla="*/ 2207086 w 5665991"/>
                <a:gd name="connsiteY72" fmla="*/ 976269 h 7395768"/>
                <a:gd name="connsiteX73" fmla="*/ 2172353 w 5665991"/>
                <a:gd name="connsiteY73" fmla="*/ 1075385 h 7395768"/>
                <a:gd name="connsiteX74" fmla="*/ 2172353 w 5665991"/>
                <a:gd name="connsiteY74" fmla="*/ 1111812 h 7395768"/>
                <a:gd name="connsiteX75" fmla="*/ 2197767 w 5665991"/>
                <a:gd name="connsiteY75" fmla="*/ 1101646 h 7395768"/>
                <a:gd name="connsiteX76" fmla="*/ 2255373 w 5665991"/>
                <a:gd name="connsiteY76" fmla="*/ 1057595 h 7395768"/>
                <a:gd name="connsiteX77" fmla="*/ 2277399 w 5665991"/>
                <a:gd name="connsiteY77" fmla="*/ 1032180 h 7395768"/>
                <a:gd name="connsiteX78" fmla="*/ 2310438 w 5665991"/>
                <a:gd name="connsiteY78" fmla="*/ 991517 h 7395768"/>
                <a:gd name="connsiteX79" fmla="*/ 2341782 w 5665991"/>
                <a:gd name="connsiteY79" fmla="*/ 1009307 h 7395768"/>
                <a:gd name="connsiteX80" fmla="*/ 2426497 w 5665991"/>
                <a:gd name="connsiteY80" fmla="*/ 1059289 h 7395768"/>
                <a:gd name="connsiteX81" fmla="*/ 2432427 w 5665991"/>
                <a:gd name="connsiteY81" fmla="*/ 1081315 h 7395768"/>
                <a:gd name="connsiteX82" fmla="*/ 2442593 w 5665991"/>
                <a:gd name="connsiteY82" fmla="*/ 1121131 h 7395768"/>
                <a:gd name="connsiteX83" fmla="*/ 2506976 w 5665991"/>
                <a:gd name="connsiteY83" fmla="*/ 1193138 h 7395768"/>
                <a:gd name="connsiteX84" fmla="*/ 2584913 w 5665991"/>
                <a:gd name="connsiteY84" fmla="*/ 1242273 h 7395768"/>
                <a:gd name="connsiteX85" fmla="*/ 2689113 w 5665991"/>
                <a:gd name="connsiteY85" fmla="*/ 1283783 h 7395768"/>
                <a:gd name="connsiteX86" fmla="*/ 2781452 w 5665991"/>
                <a:gd name="connsiteY86" fmla="*/ 1312586 h 7395768"/>
                <a:gd name="connsiteX87" fmla="*/ 2804325 w 5665991"/>
                <a:gd name="connsiteY87" fmla="*/ 1321905 h 7395768"/>
                <a:gd name="connsiteX88" fmla="*/ 2767050 w 5665991"/>
                <a:gd name="connsiteY88" fmla="*/ 1326988 h 7395768"/>
                <a:gd name="connsiteX89" fmla="*/ 2738247 w 5665991"/>
                <a:gd name="connsiteY89" fmla="*/ 1362568 h 7395768"/>
                <a:gd name="connsiteX90" fmla="*/ 2738247 w 5665991"/>
                <a:gd name="connsiteY90" fmla="*/ 1410008 h 7395768"/>
                <a:gd name="connsiteX91" fmla="*/ 2714527 w 5665991"/>
                <a:gd name="connsiteY91" fmla="*/ 1398148 h 7395768"/>
                <a:gd name="connsiteX92" fmla="*/ 2652685 w 5665991"/>
                <a:gd name="connsiteY92" fmla="*/ 1413397 h 7395768"/>
                <a:gd name="connsiteX93" fmla="*/ 2620494 w 5665991"/>
                <a:gd name="connsiteY93" fmla="*/ 1468461 h 7395768"/>
                <a:gd name="connsiteX94" fmla="*/ 2620494 w 5665991"/>
                <a:gd name="connsiteY94" fmla="*/ 1501500 h 7395768"/>
                <a:gd name="connsiteX95" fmla="*/ 2598468 w 5665991"/>
                <a:gd name="connsiteY95" fmla="*/ 1492181 h 7395768"/>
                <a:gd name="connsiteX96" fmla="*/ 2555263 w 5665991"/>
                <a:gd name="connsiteY96" fmla="*/ 1492181 h 7395768"/>
                <a:gd name="connsiteX97" fmla="*/ 2514601 w 5665991"/>
                <a:gd name="connsiteY97" fmla="*/ 1537080 h 7395768"/>
                <a:gd name="connsiteX98" fmla="*/ 2514601 w 5665991"/>
                <a:gd name="connsiteY98" fmla="*/ 1582826 h 7395768"/>
                <a:gd name="connsiteX99" fmla="*/ 2497657 w 5665991"/>
                <a:gd name="connsiteY99" fmla="*/ 1588756 h 7395768"/>
                <a:gd name="connsiteX100" fmla="*/ 2474785 w 5665991"/>
                <a:gd name="connsiteY100" fmla="*/ 1614171 h 7395768"/>
                <a:gd name="connsiteX101" fmla="*/ 2436663 w 5665991"/>
                <a:gd name="connsiteY101" fmla="*/ 1671777 h 7395768"/>
                <a:gd name="connsiteX102" fmla="*/ 2436663 w 5665991"/>
                <a:gd name="connsiteY102" fmla="*/ 1698038 h 7395768"/>
                <a:gd name="connsiteX103" fmla="*/ 2436663 w 5665991"/>
                <a:gd name="connsiteY103" fmla="*/ 1745478 h 7395768"/>
                <a:gd name="connsiteX104" fmla="*/ 2444287 w 5665991"/>
                <a:gd name="connsiteY104" fmla="*/ 1777670 h 7395768"/>
                <a:gd name="connsiteX105" fmla="*/ 2444287 w 5665991"/>
                <a:gd name="connsiteY105" fmla="*/ 1782753 h 7395768"/>
                <a:gd name="connsiteX106" fmla="*/ 2431580 w 5665991"/>
                <a:gd name="connsiteY106" fmla="*/ 1800543 h 7395768"/>
                <a:gd name="connsiteX107" fmla="*/ 2421414 w 5665991"/>
                <a:gd name="connsiteY107" fmla="*/ 1828499 h 7395768"/>
                <a:gd name="connsiteX108" fmla="*/ 2421414 w 5665991"/>
                <a:gd name="connsiteY108" fmla="*/ 1849677 h 7395768"/>
                <a:gd name="connsiteX109" fmla="*/ 2412095 w 5665991"/>
                <a:gd name="connsiteY109" fmla="*/ 1849677 h 7395768"/>
                <a:gd name="connsiteX110" fmla="*/ 2357031 w 5665991"/>
                <a:gd name="connsiteY110" fmla="*/ 1858149 h 7395768"/>
                <a:gd name="connsiteX111" fmla="*/ 2324839 w 5665991"/>
                <a:gd name="connsiteY111" fmla="*/ 1889493 h 7395768"/>
                <a:gd name="connsiteX112" fmla="*/ 2313826 w 5665991"/>
                <a:gd name="connsiteY112" fmla="*/ 1931004 h 7395768"/>
                <a:gd name="connsiteX113" fmla="*/ 2301966 w 5665991"/>
                <a:gd name="connsiteY113" fmla="*/ 1923379 h 7395768"/>
                <a:gd name="connsiteX114" fmla="*/ 2264692 w 5665991"/>
                <a:gd name="connsiteY114" fmla="*/ 1909825 h 7395768"/>
                <a:gd name="connsiteX115" fmla="*/ 2237583 w 5665991"/>
                <a:gd name="connsiteY115" fmla="*/ 1909825 h 7395768"/>
                <a:gd name="connsiteX116" fmla="*/ 2199462 w 5665991"/>
                <a:gd name="connsiteY116" fmla="*/ 1941170 h 7395768"/>
                <a:gd name="connsiteX117" fmla="*/ 2157104 w 5665991"/>
                <a:gd name="connsiteY117" fmla="*/ 1995387 h 7395768"/>
                <a:gd name="connsiteX118" fmla="*/ 2113900 w 5665991"/>
                <a:gd name="connsiteY118" fmla="*/ 2035203 h 7395768"/>
                <a:gd name="connsiteX119" fmla="*/ 2088485 w 5665991"/>
                <a:gd name="connsiteY119" fmla="*/ 2079254 h 7395768"/>
                <a:gd name="connsiteX120" fmla="*/ 2095262 w 5665991"/>
                <a:gd name="connsiteY120" fmla="*/ 2157192 h 7395768"/>
                <a:gd name="connsiteX121" fmla="*/ 2132537 w 5665991"/>
                <a:gd name="connsiteY121" fmla="*/ 2241907 h 7395768"/>
                <a:gd name="connsiteX122" fmla="*/ 2144397 w 5665991"/>
                <a:gd name="connsiteY122" fmla="*/ 2262238 h 7395768"/>
                <a:gd name="connsiteX123" fmla="*/ 2150327 w 5665991"/>
                <a:gd name="connsiteY123" fmla="*/ 2273251 h 7395768"/>
                <a:gd name="connsiteX124" fmla="*/ 2138467 w 5665991"/>
                <a:gd name="connsiteY124" fmla="*/ 2291889 h 7395768"/>
                <a:gd name="connsiteX125" fmla="*/ 2108817 w 5665991"/>
                <a:gd name="connsiteY125" fmla="*/ 2330010 h 7395768"/>
                <a:gd name="connsiteX126" fmla="*/ 2074931 w 5665991"/>
                <a:gd name="connsiteY126" fmla="*/ 2316456 h 7395768"/>
                <a:gd name="connsiteX127" fmla="*/ 2002076 w 5665991"/>
                <a:gd name="connsiteY127" fmla="*/ 2289347 h 7395768"/>
                <a:gd name="connsiteX128" fmla="*/ 1949553 w 5665991"/>
                <a:gd name="connsiteY128" fmla="*/ 2274946 h 7395768"/>
                <a:gd name="connsiteX129" fmla="*/ 1903807 w 5665991"/>
                <a:gd name="connsiteY129" fmla="*/ 2269863 h 7395768"/>
                <a:gd name="connsiteX130" fmla="*/ 1875851 w 5665991"/>
                <a:gd name="connsiteY130" fmla="*/ 2269863 h 7395768"/>
                <a:gd name="connsiteX131" fmla="*/ 1821634 w 5665991"/>
                <a:gd name="connsiteY131" fmla="*/ 2313067 h 7395768"/>
                <a:gd name="connsiteX132" fmla="*/ 1736919 w 5665991"/>
                <a:gd name="connsiteY132" fmla="*/ 2415572 h 7395768"/>
                <a:gd name="connsiteX133" fmla="*/ 1411614 w 5665991"/>
                <a:gd name="connsiteY133" fmla="*/ 2801871 h 7395768"/>
                <a:gd name="connsiteX134" fmla="*/ 1163400 w 5665991"/>
                <a:gd name="connsiteY134" fmla="*/ 3034837 h 7395768"/>
                <a:gd name="connsiteX135" fmla="*/ 929587 w 5665991"/>
                <a:gd name="connsiteY135" fmla="*/ 3255095 h 7395768"/>
                <a:gd name="connsiteX136" fmla="*/ 803362 w 5665991"/>
                <a:gd name="connsiteY136" fmla="*/ 3372001 h 7395768"/>
                <a:gd name="connsiteX137" fmla="*/ 787267 w 5665991"/>
                <a:gd name="connsiteY137" fmla="*/ 3388097 h 7395768"/>
                <a:gd name="connsiteX138" fmla="*/ 763546 w 5665991"/>
                <a:gd name="connsiteY138" fmla="*/ 3406734 h 7395768"/>
                <a:gd name="connsiteX139" fmla="*/ 756770 w 5665991"/>
                <a:gd name="connsiteY139" fmla="*/ 3411817 h 7395768"/>
                <a:gd name="connsiteX140" fmla="*/ 750840 w 5665991"/>
                <a:gd name="connsiteY140" fmla="*/ 3391485 h 7395768"/>
                <a:gd name="connsiteX141" fmla="*/ 686456 w 5665991"/>
                <a:gd name="connsiteY141" fmla="*/ 3264413 h 7395768"/>
                <a:gd name="connsiteX142" fmla="*/ 396732 w 5665991"/>
                <a:gd name="connsiteY142" fmla="*/ 3194948 h 7395768"/>
                <a:gd name="connsiteX143" fmla="*/ 190028 w 5665991"/>
                <a:gd name="connsiteY143" fmla="*/ 3435538 h 7395768"/>
                <a:gd name="connsiteX144" fmla="*/ 232385 w 5665991"/>
                <a:gd name="connsiteY144" fmla="*/ 3628687 h 7395768"/>
                <a:gd name="connsiteX145" fmla="*/ 329807 w 5665991"/>
                <a:gd name="connsiteY145" fmla="*/ 3713402 h 7395768"/>
                <a:gd name="connsiteX146" fmla="*/ 395037 w 5665991"/>
                <a:gd name="connsiteY146" fmla="*/ 3737969 h 7395768"/>
                <a:gd name="connsiteX147" fmla="*/ 383177 w 5665991"/>
                <a:gd name="connsiteY147" fmla="*/ 3748135 h 7395768"/>
                <a:gd name="connsiteX148" fmla="*/ 278979 w 5665991"/>
                <a:gd name="connsiteY148" fmla="*/ 3825225 h 7395768"/>
                <a:gd name="connsiteX149" fmla="*/ 63803 w 5665991"/>
                <a:gd name="connsiteY149" fmla="*/ 3981101 h 7395768"/>
                <a:gd name="connsiteX150" fmla="*/ 40930 w 5665991"/>
                <a:gd name="connsiteY150" fmla="*/ 3999737 h 7395768"/>
                <a:gd name="connsiteX151" fmla="*/ 267 w 5665991"/>
                <a:gd name="connsiteY151" fmla="*/ 4135281 h 7395768"/>
                <a:gd name="connsiteX152" fmla="*/ 267 w 5665991"/>
                <a:gd name="connsiteY152" fmla="*/ 4147141 h 7395768"/>
                <a:gd name="connsiteX153" fmla="*/ 51096 w 5665991"/>
                <a:gd name="connsiteY153" fmla="*/ 4216608 h 7395768"/>
                <a:gd name="connsiteX154" fmla="*/ 210359 w 5665991"/>
                <a:gd name="connsiteY154" fmla="*/ 4321654 h 7395768"/>
                <a:gd name="connsiteX155" fmla="*/ 321336 w 5665991"/>
                <a:gd name="connsiteY155" fmla="*/ 4381801 h 7395768"/>
                <a:gd name="connsiteX156" fmla="*/ 340820 w 5665991"/>
                <a:gd name="connsiteY156" fmla="*/ 4392814 h 7395768"/>
                <a:gd name="connsiteX157" fmla="*/ 356069 w 5665991"/>
                <a:gd name="connsiteY157" fmla="*/ 4399591 h 7395768"/>
                <a:gd name="connsiteX158" fmla="*/ 373011 w 5665991"/>
                <a:gd name="connsiteY158" fmla="*/ 4399591 h 7395768"/>
                <a:gd name="connsiteX159" fmla="*/ 441631 w 5665991"/>
                <a:gd name="connsiteY159" fmla="*/ 4371636 h 7395768"/>
                <a:gd name="connsiteX160" fmla="*/ 818611 w 5665991"/>
                <a:gd name="connsiteY160" fmla="*/ 4132739 h 7395768"/>
                <a:gd name="connsiteX161" fmla="*/ 1157470 w 5665991"/>
                <a:gd name="connsiteY161" fmla="*/ 3842169 h 7395768"/>
                <a:gd name="connsiteX162" fmla="*/ 1614930 w 5665991"/>
                <a:gd name="connsiteY162" fmla="*/ 3418595 h 7395768"/>
                <a:gd name="connsiteX163" fmla="*/ 1921597 w 5665991"/>
                <a:gd name="connsiteY163" fmla="*/ 3094984 h 7395768"/>
                <a:gd name="connsiteX164" fmla="*/ 2236736 w 5665991"/>
                <a:gd name="connsiteY164" fmla="*/ 2743418 h 7395768"/>
                <a:gd name="connsiteX165" fmla="*/ 2329922 w 5665991"/>
                <a:gd name="connsiteY165" fmla="*/ 2588390 h 7395768"/>
                <a:gd name="connsiteX166" fmla="*/ 2342629 w 5665991"/>
                <a:gd name="connsiteY166" fmla="*/ 2562976 h 7395768"/>
                <a:gd name="connsiteX167" fmla="*/ 2342629 w 5665991"/>
                <a:gd name="connsiteY167" fmla="*/ 2534173 h 7395768"/>
                <a:gd name="connsiteX168" fmla="*/ 2331616 w 5665991"/>
                <a:gd name="connsiteY168" fmla="*/ 2472331 h 7395768"/>
                <a:gd name="connsiteX169" fmla="*/ 2322298 w 5665991"/>
                <a:gd name="connsiteY169" fmla="*/ 2443528 h 7395768"/>
                <a:gd name="connsiteX170" fmla="*/ 2341782 w 5665991"/>
                <a:gd name="connsiteY170" fmla="*/ 2453694 h 7395768"/>
                <a:gd name="connsiteX171" fmla="*/ 2426497 w 5665991"/>
                <a:gd name="connsiteY171" fmla="*/ 2510452 h 7395768"/>
                <a:gd name="connsiteX172" fmla="*/ 2523919 w 5665991"/>
                <a:gd name="connsiteY172" fmla="*/ 2560434 h 7395768"/>
                <a:gd name="connsiteX173" fmla="*/ 2581525 w 5665991"/>
                <a:gd name="connsiteY173" fmla="*/ 2550268 h 7395768"/>
                <a:gd name="connsiteX174" fmla="*/ 2621341 w 5665991"/>
                <a:gd name="connsiteY174" fmla="*/ 2515535 h 7395768"/>
                <a:gd name="connsiteX175" fmla="*/ 2649297 w 5665991"/>
                <a:gd name="connsiteY175" fmla="*/ 2472331 h 7395768"/>
                <a:gd name="connsiteX176" fmla="*/ 2656074 w 5665991"/>
                <a:gd name="connsiteY176" fmla="*/ 2448611 h 7395768"/>
                <a:gd name="connsiteX177" fmla="*/ 2670475 w 5665991"/>
                <a:gd name="connsiteY177" fmla="*/ 2440986 h 7395768"/>
                <a:gd name="connsiteX178" fmla="*/ 2708597 w 5665991"/>
                <a:gd name="connsiteY178" fmla="*/ 2430821 h 7395768"/>
                <a:gd name="connsiteX179" fmla="*/ 2755190 w 5665991"/>
                <a:gd name="connsiteY179" fmla="*/ 2390158 h 7395768"/>
                <a:gd name="connsiteX180" fmla="*/ 2767897 w 5665991"/>
                <a:gd name="connsiteY180" fmla="*/ 2362202 h 7395768"/>
                <a:gd name="connsiteX181" fmla="*/ 2796700 w 5665991"/>
                <a:gd name="connsiteY181" fmla="*/ 2348647 h 7395768"/>
                <a:gd name="connsiteX182" fmla="*/ 2815338 w 5665991"/>
                <a:gd name="connsiteY182" fmla="*/ 2331705 h 7395768"/>
                <a:gd name="connsiteX183" fmla="*/ 2832281 w 5665991"/>
                <a:gd name="connsiteY183" fmla="*/ 2303749 h 7395768"/>
                <a:gd name="connsiteX184" fmla="*/ 2843294 w 5665991"/>
                <a:gd name="connsiteY184" fmla="*/ 2292736 h 7395768"/>
                <a:gd name="connsiteX185" fmla="*/ 2876332 w 5665991"/>
                <a:gd name="connsiteY185" fmla="*/ 2282570 h 7395768"/>
                <a:gd name="connsiteX186" fmla="*/ 2890734 w 5665991"/>
                <a:gd name="connsiteY186" fmla="*/ 2282570 h 7395768"/>
                <a:gd name="connsiteX187" fmla="*/ 2919537 w 5665991"/>
                <a:gd name="connsiteY187" fmla="*/ 2296124 h 7395768"/>
                <a:gd name="connsiteX188" fmla="*/ 2969518 w 5665991"/>
                <a:gd name="connsiteY188" fmla="*/ 2302902 h 7395768"/>
                <a:gd name="connsiteX189" fmla="*/ 3005098 w 5665991"/>
                <a:gd name="connsiteY189" fmla="*/ 2276640 h 7395768"/>
                <a:gd name="connsiteX190" fmla="*/ 3034749 w 5665991"/>
                <a:gd name="connsiteY190" fmla="*/ 2240213 h 7395768"/>
                <a:gd name="connsiteX191" fmla="*/ 3055080 w 5665991"/>
                <a:gd name="connsiteY191" fmla="*/ 2203785 h 7395768"/>
                <a:gd name="connsiteX192" fmla="*/ 3060163 w 5665991"/>
                <a:gd name="connsiteY192" fmla="*/ 2188536 h 7395768"/>
                <a:gd name="connsiteX193" fmla="*/ 3077106 w 5665991"/>
                <a:gd name="connsiteY193" fmla="*/ 2219881 h 7395768"/>
                <a:gd name="connsiteX194" fmla="*/ 3151655 w 5665991"/>
                <a:gd name="connsiteY194" fmla="*/ 2322386 h 7395768"/>
                <a:gd name="connsiteX195" fmla="*/ 3247383 w 5665991"/>
                <a:gd name="connsiteY195" fmla="*/ 2435904 h 7395768"/>
                <a:gd name="connsiteX196" fmla="*/ 3380385 w 5665991"/>
                <a:gd name="connsiteY196" fmla="*/ 2557046 h 7395768"/>
                <a:gd name="connsiteX197" fmla="*/ 3410882 w 5665991"/>
                <a:gd name="connsiteY197" fmla="*/ 2587543 h 7395768"/>
                <a:gd name="connsiteX198" fmla="*/ 3429519 w 5665991"/>
                <a:gd name="connsiteY198" fmla="*/ 2601097 h 7395768"/>
                <a:gd name="connsiteX199" fmla="*/ 3429519 w 5665991"/>
                <a:gd name="connsiteY199" fmla="*/ 2623123 h 7395768"/>
                <a:gd name="connsiteX200" fmla="*/ 3429519 w 5665991"/>
                <a:gd name="connsiteY200" fmla="*/ 2676494 h 7395768"/>
                <a:gd name="connsiteX201" fmla="*/ 3438838 w 5665991"/>
                <a:gd name="connsiteY201" fmla="*/ 2761208 h 7395768"/>
                <a:gd name="connsiteX202" fmla="*/ 3468488 w 5665991"/>
                <a:gd name="connsiteY202" fmla="*/ 2775610 h 7395768"/>
                <a:gd name="connsiteX203" fmla="*/ 3487125 w 5665991"/>
                <a:gd name="connsiteY203" fmla="*/ 2793400 h 7395768"/>
                <a:gd name="connsiteX204" fmla="*/ 3495597 w 5665991"/>
                <a:gd name="connsiteY204" fmla="*/ 2828980 h 7395768"/>
                <a:gd name="connsiteX205" fmla="*/ 3510845 w 5665991"/>
                <a:gd name="connsiteY205" fmla="*/ 2878962 h 7395768"/>
                <a:gd name="connsiteX206" fmla="*/ 3543884 w 5665991"/>
                <a:gd name="connsiteY206" fmla="*/ 2896752 h 7395768"/>
                <a:gd name="connsiteX207" fmla="*/ 3587936 w 5665991"/>
                <a:gd name="connsiteY207" fmla="*/ 2903529 h 7395768"/>
                <a:gd name="connsiteX208" fmla="*/ 3637071 w 5665991"/>
                <a:gd name="connsiteY208" fmla="*/ 2951816 h 7395768"/>
                <a:gd name="connsiteX209" fmla="*/ 3667568 w 5665991"/>
                <a:gd name="connsiteY209" fmla="*/ 3036531 h 7395768"/>
                <a:gd name="connsiteX210" fmla="*/ 3677734 w 5665991"/>
                <a:gd name="connsiteY210" fmla="*/ 3128023 h 7395768"/>
                <a:gd name="connsiteX211" fmla="*/ 3716702 w 5665991"/>
                <a:gd name="connsiteY211" fmla="*/ 3184782 h 7395768"/>
                <a:gd name="connsiteX212" fmla="*/ 3776003 w 5665991"/>
                <a:gd name="connsiteY212" fmla="*/ 3217821 h 7395768"/>
                <a:gd name="connsiteX213" fmla="*/ 3826832 w 5665991"/>
                <a:gd name="connsiteY213" fmla="*/ 3222056 h 7395768"/>
                <a:gd name="connsiteX214" fmla="*/ 3790404 w 5665991"/>
                <a:gd name="connsiteY214" fmla="*/ 3270344 h 7395768"/>
                <a:gd name="connsiteX215" fmla="*/ 3742964 w 5665991"/>
                <a:gd name="connsiteY215" fmla="*/ 3382167 h 7395768"/>
                <a:gd name="connsiteX216" fmla="*/ 3689594 w 5665991"/>
                <a:gd name="connsiteY216" fmla="*/ 3581247 h 7395768"/>
                <a:gd name="connsiteX217" fmla="*/ 3672651 w 5665991"/>
                <a:gd name="connsiteY217" fmla="*/ 3686293 h 7395768"/>
                <a:gd name="connsiteX218" fmla="*/ 3672651 w 5665991"/>
                <a:gd name="connsiteY218" fmla="*/ 3723568 h 7395768"/>
                <a:gd name="connsiteX219" fmla="*/ 3691288 w 5665991"/>
                <a:gd name="connsiteY219" fmla="*/ 3764230 h 7395768"/>
                <a:gd name="connsiteX220" fmla="*/ 3738728 w 5665991"/>
                <a:gd name="connsiteY220" fmla="*/ 3843015 h 7395768"/>
                <a:gd name="connsiteX221" fmla="*/ 3792098 w 5665991"/>
                <a:gd name="connsiteY221" fmla="*/ 3937049 h 7395768"/>
                <a:gd name="connsiteX222" fmla="*/ 3805653 w 5665991"/>
                <a:gd name="connsiteY222" fmla="*/ 3960769 h 7395768"/>
                <a:gd name="connsiteX223" fmla="*/ 3798876 w 5665991"/>
                <a:gd name="connsiteY223" fmla="*/ 3991266 h 7395768"/>
                <a:gd name="connsiteX224" fmla="*/ 3775156 w 5665991"/>
                <a:gd name="connsiteY224" fmla="*/ 4151377 h 7395768"/>
                <a:gd name="connsiteX225" fmla="*/ 3759907 w 5665991"/>
                <a:gd name="connsiteY225" fmla="*/ 4529205 h 7395768"/>
                <a:gd name="connsiteX226" fmla="*/ 3765837 w 5665991"/>
                <a:gd name="connsiteY226" fmla="*/ 4659665 h 7395768"/>
                <a:gd name="connsiteX227" fmla="*/ 3779392 w 5665991"/>
                <a:gd name="connsiteY227" fmla="*/ 4753699 h 7395768"/>
                <a:gd name="connsiteX228" fmla="*/ 3793793 w 5665991"/>
                <a:gd name="connsiteY228" fmla="*/ 4849427 h 7395768"/>
                <a:gd name="connsiteX229" fmla="*/ 3793793 w 5665991"/>
                <a:gd name="connsiteY229" fmla="*/ 4962944 h 7395768"/>
                <a:gd name="connsiteX230" fmla="*/ 3787016 w 5665991"/>
                <a:gd name="connsiteY230" fmla="*/ 5018856 h 7395768"/>
                <a:gd name="connsiteX231" fmla="*/ 3792946 w 5665991"/>
                <a:gd name="connsiteY231" fmla="*/ 5068838 h 7395768"/>
                <a:gd name="connsiteX232" fmla="*/ 3820902 w 5665991"/>
                <a:gd name="connsiteY232" fmla="*/ 5153552 h 7395768"/>
                <a:gd name="connsiteX233" fmla="*/ 3859023 w 5665991"/>
                <a:gd name="connsiteY233" fmla="*/ 5260293 h 7395768"/>
                <a:gd name="connsiteX234" fmla="*/ 3876813 w 5665991"/>
                <a:gd name="connsiteY234" fmla="*/ 5356021 h 7395768"/>
                <a:gd name="connsiteX235" fmla="*/ 3897992 w 5665991"/>
                <a:gd name="connsiteY235" fmla="*/ 5610165 h 7395768"/>
                <a:gd name="connsiteX236" fmla="*/ 3909852 w 5665991"/>
                <a:gd name="connsiteY236" fmla="*/ 5805009 h 7395768"/>
                <a:gd name="connsiteX237" fmla="*/ 3909852 w 5665991"/>
                <a:gd name="connsiteY237" fmla="*/ 5818563 h 7395768"/>
                <a:gd name="connsiteX238" fmla="*/ 3886979 w 5665991"/>
                <a:gd name="connsiteY238" fmla="*/ 5825340 h 7395768"/>
                <a:gd name="connsiteX239" fmla="*/ 3856482 w 5665991"/>
                <a:gd name="connsiteY239" fmla="*/ 5825340 h 7395768"/>
                <a:gd name="connsiteX240" fmla="*/ 3841233 w 5665991"/>
                <a:gd name="connsiteY240" fmla="*/ 5815174 h 7395768"/>
                <a:gd name="connsiteX241" fmla="*/ 3823443 w 5665991"/>
                <a:gd name="connsiteY241" fmla="*/ 5799079 h 7395768"/>
                <a:gd name="connsiteX242" fmla="*/ 3814972 w 5665991"/>
                <a:gd name="connsiteY242" fmla="*/ 5805856 h 7395768"/>
                <a:gd name="connsiteX243" fmla="*/ 3739576 w 5665991"/>
                <a:gd name="connsiteY243" fmla="*/ 5878710 h 7395768"/>
                <a:gd name="connsiteX244" fmla="*/ 3731951 w 5665991"/>
                <a:gd name="connsiteY244" fmla="*/ 5888029 h 7395768"/>
                <a:gd name="connsiteX245" fmla="*/ 3739576 w 5665991"/>
                <a:gd name="connsiteY245" fmla="*/ 5936316 h 7395768"/>
                <a:gd name="connsiteX246" fmla="*/ 3790404 w 5665991"/>
                <a:gd name="connsiteY246" fmla="*/ 6047293 h 7395768"/>
                <a:gd name="connsiteX247" fmla="*/ 3875119 w 5665991"/>
                <a:gd name="connsiteY247" fmla="*/ 6178601 h 7395768"/>
                <a:gd name="connsiteX248" fmla="*/ 3880202 w 5665991"/>
                <a:gd name="connsiteY248" fmla="*/ 6184531 h 7395768"/>
                <a:gd name="connsiteX249" fmla="*/ 3871730 w 5665991"/>
                <a:gd name="connsiteY249" fmla="*/ 6194697 h 7395768"/>
                <a:gd name="connsiteX250" fmla="*/ 3863259 w 5665991"/>
                <a:gd name="connsiteY250" fmla="*/ 6234513 h 7395768"/>
                <a:gd name="connsiteX251" fmla="*/ 3903922 w 5665991"/>
                <a:gd name="connsiteY251" fmla="*/ 6276023 h 7395768"/>
                <a:gd name="connsiteX252" fmla="*/ 3941196 w 5665991"/>
                <a:gd name="connsiteY252" fmla="*/ 6292965 h 7395768"/>
                <a:gd name="connsiteX253" fmla="*/ 3920865 w 5665991"/>
                <a:gd name="connsiteY253" fmla="*/ 6301437 h 7395768"/>
                <a:gd name="connsiteX254" fmla="*/ 3920865 w 5665991"/>
                <a:gd name="connsiteY254" fmla="*/ 6314144 h 7395768"/>
                <a:gd name="connsiteX255" fmla="*/ 3937808 w 5665991"/>
                <a:gd name="connsiteY255" fmla="*/ 6326851 h 7395768"/>
                <a:gd name="connsiteX256" fmla="*/ 3957292 w 5665991"/>
                <a:gd name="connsiteY256" fmla="*/ 6335323 h 7395768"/>
                <a:gd name="connsiteX257" fmla="*/ 3942891 w 5665991"/>
                <a:gd name="connsiteY257" fmla="*/ 6335323 h 7395768"/>
                <a:gd name="connsiteX258" fmla="*/ 3928489 w 5665991"/>
                <a:gd name="connsiteY258" fmla="*/ 6345489 h 7395768"/>
                <a:gd name="connsiteX259" fmla="*/ 3945432 w 5665991"/>
                <a:gd name="connsiteY259" fmla="*/ 6362432 h 7395768"/>
                <a:gd name="connsiteX260" fmla="*/ 3970000 w 5665991"/>
                <a:gd name="connsiteY260" fmla="*/ 6370903 h 7395768"/>
                <a:gd name="connsiteX261" fmla="*/ 3984401 w 5665991"/>
                <a:gd name="connsiteY261" fmla="*/ 6370903 h 7395768"/>
                <a:gd name="connsiteX262" fmla="*/ 3984401 w 5665991"/>
                <a:gd name="connsiteY262" fmla="*/ 6391235 h 7395768"/>
                <a:gd name="connsiteX263" fmla="*/ 4021675 w 5665991"/>
                <a:gd name="connsiteY263" fmla="*/ 6501364 h 7395768"/>
                <a:gd name="connsiteX264" fmla="*/ 4134346 w 5665991"/>
                <a:gd name="connsiteY264" fmla="*/ 6689430 h 7395768"/>
                <a:gd name="connsiteX265" fmla="*/ 4170773 w 5665991"/>
                <a:gd name="connsiteY265" fmla="*/ 6730094 h 7395768"/>
                <a:gd name="connsiteX266" fmla="*/ 4180092 w 5665991"/>
                <a:gd name="connsiteY266" fmla="*/ 6738565 h 7395768"/>
                <a:gd name="connsiteX267" fmla="*/ 4169079 w 5665991"/>
                <a:gd name="connsiteY267" fmla="*/ 6760591 h 7395768"/>
                <a:gd name="connsiteX268" fmla="*/ 4145359 w 5665991"/>
                <a:gd name="connsiteY268" fmla="*/ 6777534 h 7395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Lst>
              <a:rect l="l" t="t" r="r" b="b"/>
              <a:pathLst>
                <a:path w="5665991" h="7395768">
                  <a:moveTo>
                    <a:pt x="4145359" y="6777534"/>
                  </a:moveTo>
                  <a:cubicBezTo>
                    <a:pt x="4118505" y="6804897"/>
                    <a:pt x="4103595" y="6841748"/>
                    <a:pt x="4103849" y="6880039"/>
                  </a:cubicBezTo>
                  <a:cubicBezTo>
                    <a:pt x="4099529" y="6920617"/>
                    <a:pt x="4113507" y="6960941"/>
                    <a:pt x="4141971" y="6990168"/>
                  </a:cubicBezTo>
                  <a:cubicBezTo>
                    <a:pt x="4164843" y="7007958"/>
                    <a:pt x="4179245" y="6998639"/>
                    <a:pt x="4203812" y="7015583"/>
                  </a:cubicBezTo>
                  <a:cubicBezTo>
                    <a:pt x="4228379" y="7032525"/>
                    <a:pt x="4239393" y="7052857"/>
                    <a:pt x="4252947" y="7119781"/>
                  </a:cubicBezTo>
                  <a:cubicBezTo>
                    <a:pt x="4276667" y="7236688"/>
                    <a:pt x="4252947" y="7262102"/>
                    <a:pt x="4275820" y="7304460"/>
                  </a:cubicBezTo>
                  <a:cubicBezTo>
                    <a:pt x="4298693" y="7346817"/>
                    <a:pt x="4341898" y="7352747"/>
                    <a:pt x="4427459" y="7373926"/>
                  </a:cubicBezTo>
                  <a:cubicBezTo>
                    <a:pt x="4504211" y="7392224"/>
                    <a:pt x="4583334" y="7399086"/>
                    <a:pt x="4662119" y="7394257"/>
                  </a:cubicBezTo>
                  <a:cubicBezTo>
                    <a:pt x="4740819" y="7385701"/>
                    <a:pt x="4818333" y="7368674"/>
                    <a:pt x="4893390" y="7343428"/>
                  </a:cubicBezTo>
                  <a:cubicBezTo>
                    <a:pt x="4911180" y="7338346"/>
                    <a:pt x="4967092" y="7322250"/>
                    <a:pt x="4967939" y="7298530"/>
                  </a:cubicBezTo>
                  <a:cubicBezTo>
                    <a:pt x="4968786" y="7274810"/>
                    <a:pt x="4943372" y="7272268"/>
                    <a:pt x="4932359" y="7234994"/>
                  </a:cubicBezTo>
                  <a:cubicBezTo>
                    <a:pt x="4931766" y="7226268"/>
                    <a:pt x="4931766" y="7217458"/>
                    <a:pt x="4932359" y="7208732"/>
                  </a:cubicBezTo>
                  <a:cubicBezTo>
                    <a:pt x="4932359" y="7154515"/>
                    <a:pt x="4941677" y="7135877"/>
                    <a:pt x="4932359" y="7112157"/>
                  </a:cubicBezTo>
                  <a:cubicBezTo>
                    <a:pt x="4923041" y="7088437"/>
                    <a:pt x="4897626" y="7095214"/>
                    <a:pt x="4884919" y="7072341"/>
                  </a:cubicBezTo>
                  <a:cubicBezTo>
                    <a:pt x="4872211" y="7049468"/>
                    <a:pt x="4884919" y="7045233"/>
                    <a:pt x="4895085" y="6987627"/>
                  </a:cubicBezTo>
                  <a:cubicBezTo>
                    <a:pt x="4901862" y="6952047"/>
                    <a:pt x="4895085" y="6952047"/>
                    <a:pt x="4905250" y="6913925"/>
                  </a:cubicBezTo>
                  <a:cubicBezTo>
                    <a:pt x="4909317" y="6885291"/>
                    <a:pt x="4915501" y="6856912"/>
                    <a:pt x="4923887" y="6829210"/>
                  </a:cubicBezTo>
                  <a:cubicBezTo>
                    <a:pt x="4941677" y="6765674"/>
                    <a:pt x="4988271" y="6541180"/>
                    <a:pt x="5069597" y="6186225"/>
                  </a:cubicBezTo>
                  <a:cubicBezTo>
                    <a:pt x="5198364" y="5626261"/>
                    <a:pt x="5311034" y="5185744"/>
                    <a:pt x="5316117" y="5150164"/>
                  </a:cubicBezTo>
                  <a:cubicBezTo>
                    <a:pt x="5317472" y="5137719"/>
                    <a:pt x="5320268" y="5125487"/>
                    <a:pt x="5324588" y="5113736"/>
                  </a:cubicBezTo>
                  <a:cubicBezTo>
                    <a:pt x="5326622" y="5105595"/>
                    <a:pt x="5330095" y="5097861"/>
                    <a:pt x="5334754" y="5090864"/>
                  </a:cubicBezTo>
                  <a:cubicBezTo>
                    <a:pt x="5341277" y="5082367"/>
                    <a:pt x="5349324" y="5075183"/>
                    <a:pt x="5358474" y="5069685"/>
                  </a:cubicBezTo>
                  <a:cubicBezTo>
                    <a:pt x="5373638" y="5059358"/>
                    <a:pt x="5386599" y="5046108"/>
                    <a:pt x="5396596" y="5030716"/>
                  </a:cubicBezTo>
                  <a:cubicBezTo>
                    <a:pt x="5404304" y="5016992"/>
                    <a:pt x="5408371" y="5001540"/>
                    <a:pt x="5408456" y="4985818"/>
                  </a:cubicBezTo>
                  <a:cubicBezTo>
                    <a:pt x="5409303" y="4976803"/>
                    <a:pt x="5409303" y="4967723"/>
                    <a:pt x="5408456" y="4958708"/>
                  </a:cubicBezTo>
                  <a:cubicBezTo>
                    <a:pt x="5407186" y="4954863"/>
                    <a:pt x="5407186" y="4950695"/>
                    <a:pt x="5408456" y="4946848"/>
                  </a:cubicBezTo>
                  <a:cubicBezTo>
                    <a:pt x="5410488" y="4941638"/>
                    <a:pt x="5414386" y="4937403"/>
                    <a:pt x="5419468" y="4934988"/>
                  </a:cubicBezTo>
                  <a:cubicBezTo>
                    <a:pt x="5435056" y="4926975"/>
                    <a:pt x="5449288" y="4916690"/>
                    <a:pt x="5461826" y="4904491"/>
                  </a:cubicBezTo>
                  <a:cubicBezTo>
                    <a:pt x="5470043" y="4893182"/>
                    <a:pt x="5474194" y="4879467"/>
                    <a:pt x="5473686" y="4865522"/>
                  </a:cubicBezTo>
                  <a:cubicBezTo>
                    <a:pt x="5473686" y="4857051"/>
                    <a:pt x="5473686" y="4855357"/>
                    <a:pt x="5469450" y="4828248"/>
                  </a:cubicBezTo>
                  <a:cubicBezTo>
                    <a:pt x="5465215" y="4801139"/>
                    <a:pt x="5469450" y="4806222"/>
                    <a:pt x="5469450" y="4803681"/>
                  </a:cubicBezTo>
                  <a:cubicBezTo>
                    <a:pt x="5469450" y="4801139"/>
                    <a:pt x="5486394" y="4788432"/>
                    <a:pt x="5499101" y="4775725"/>
                  </a:cubicBezTo>
                  <a:cubicBezTo>
                    <a:pt x="5523075" y="4751446"/>
                    <a:pt x="5531801" y="4716035"/>
                    <a:pt x="5521974" y="4683385"/>
                  </a:cubicBezTo>
                  <a:cubicBezTo>
                    <a:pt x="5518670" y="4676516"/>
                    <a:pt x="5515874" y="4669442"/>
                    <a:pt x="5513502" y="4662207"/>
                  </a:cubicBezTo>
                  <a:cubicBezTo>
                    <a:pt x="5510283" y="4651999"/>
                    <a:pt x="5507995" y="4641502"/>
                    <a:pt x="5506725" y="4630863"/>
                  </a:cubicBezTo>
                  <a:cubicBezTo>
                    <a:pt x="5506641" y="4601407"/>
                    <a:pt x="5513671" y="4572376"/>
                    <a:pt x="5527057" y="4546148"/>
                  </a:cubicBezTo>
                  <a:cubicBezTo>
                    <a:pt x="5556707" y="4489389"/>
                    <a:pt x="5534681" y="4497013"/>
                    <a:pt x="5583815" y="4368247"/>
                  </a:cubicBezTo>
                  <a:cubicBezTo>
                    <a:pt x="5603978" y="4320917"/>
                    <a:pt x="5618718" y="4271477"/>
                    <a:pt x="5627867" y="4220843"/>
                  </a:cubicBezTo>
                  <a:cubicBezTo>
                    <a:pt x="5632611" y="4201647"/>
                    <a:pt x="5632611" y="4181595"/>
                    <a:pt x="5627867" y="4162390"/>
                  </a:cubicBezTo>
                  <a:cubicBezTo>
                    <a:pt x="5622530" y="4147887"/>
                    <a:pt x="5615753" y="4133968"/>
                    <a:pt x="5607535" y="4120879"/>
                  </a:cubicBezTo>
                  <a:cubicBezTo>
                    <a:pt x="5599911" y="4105631"/>
                    <a:pt x="5592287" y="4102243"/>
                    <a:pt x="5591439" y="4091229"/>
                  </a:cubicBezTo>
                  <a:cubicBezTo>
                    <a:pt x="5591017" y="4079869"/>
                    <a:pt x="5595337" y="4068848"/>
                    <a:pt x="5603299" y="4060732"/>
                  </a:cubicBezTo>
                  <a:cubicBezTo>
                    <a:pt x="5608383" y="4053955"/>
                    <a:pt x="5624478" y="4007362"/>
                    <a:pt x="5656670" y="3914176"/>
                  </a:cubicBezTo>
                  <a:cubicBezTo>
                    <a:pt x="5665989" y="3887914"/>
                    <a:pt x="5681237" y="3829461"/>
                    <a:pt x="5627019" y="3520252"/>
                  </a:cubicBezTo>
                  <a:cubicBezTo>
                    <a:pt x="5602453" y="3381320"/>
                    <a:pt x="5599065" y="3390639"/>
                    <a:pt x="5592287" y="3328797"/>
                  </a:cubicBezTo>
                  <a:cubicBezTo>
                    <a:pt x="5578733" y="3196642"/>
                    <a:pt x="5592287" y="3166145"/>
                    <a:pt x="5582969" y="3039073"/>
                  </a:cubicBezTo>
                  <a:cubicBezTo>
                    <a:pt x="5581274" y="2953536"/>
                    <a:pt x="5564670" y="2868957"/>
                    <a:pt x="5533834" y="2789164"/>
                  </a:cubicBezTo>
                  <a:cubicBezTo>
                    <a:pt x="5487410" y="2700857"/>
                    <a:pt x="5424467" y="2622327"/>
                    <a:pt x="5348308" y="2557893"/>
                  </a:cubicBezTo>
                  <a:cubicBezTo>
                    <a:pt x="5289855" y="2496898"/>
                    <a:pt x="5283925" y="2502828"/>
                    <a:pt x="5201752" y="2421502"/>
                  </a:cubicBezTo>
                  <a:cubicBezTo>
                    <a:pt x="5178879" y="2398629"/>
                    <a:pt x="5117037" y="2331705"/>
                    <a:pt x="5038252" y="2241060"/>
                  </a:cubicBezTo>
                  <a:cubicBezTo>
                    <a:pt x="4943372" y="2123306"/>
                    <a:pt x="4953537" y="2109752"/>
                    <a:pt x="4854421" y="1986915"/>
                  </a:cubicBezTo>
                  <a:cubicBezTo>
                    <a:pt x="4769707" y="1883563"/>
                    <a:pt x="4769707" y="1893729"/>
                    <a:pt x="4684992" y="1785294"/>
                  </a:cubicBezTo>
                  <a:cubicBezTo>
                    <a:pt x="4619762" y="1706738"/>
                    <a:pt x="4563003" y="1621558"/>
                    <a:pt x="4515562" y="1531150"/>
                  </a:cubicBezTo>
                  <a:cubicBezTo>
                    <a:pt x="4458804" y="1423562"/>
                    <a:pt x="4479982" y="1420174"/>
                    <a:pt x="4413905" y="1289713"/>
                  </a:cubicBezTo>
                  <a:cubicBezTo>
                    <a:pt x="4374089" y="1204998"/>
                    <a:pt x="4363923" y="1204998"/>
                    <a:pt x="4279208" y="1054206"/>
                  </a:cubicBezTo>
                  <a:cubicBezTo>
                    <a:pt x="4239308" y="993203"/>
                    <a:pt x="4203643" y="929514"/>
                    <a:pt x="4172468" y="863598"/>
                  </a:cubicBezTo>
                  <a:cubicBezTo>
                    <a:pt x="4126722" y="734831"/>
                    <a:pt x="4157219" y="700098"/>
                    <a:pt x="4106390" y="617925"/>
                  </a:cubicBezTo>
                  <a:cubicBezTo>
                    <a:pt x="4069963" y="562141"/>
                    <a:pt x="4019727" y="516640"/>
                    <a:pt x="3960681" y="485770"/>
                  </a:cubicBezTo>
                  <a:cubicBezTo>
                    <a:pt x="3850636" y="416465"/>
                    <a:pt x="3712636" y="408781"/>
                    <a:pt x="3595560" y="465439"/>
                  </a:cubicBezTo>
                  <a:cubicBezTo>
                    <a:pt x="3511523" y="508609"/>
                    <a:pt x="3435619" y="565919"/>
                    <a:pt x="3371067" y="634868"/>
                  </a:cubicBezTo>
                  <a:cubicBezTo>
                    <a:pt x="3326167" y="678920"/>
                    <a:pt x="3286352" y="719583"/>
                    <a:pt x="3244841" y="719583"/>
                  </a:cubicBezTo>
                  <a:cubicBezTo>
                    <a:pt x="3221799" y="714483"/>
                    <a:pt x="3200705" y="703038"/>
                    <a:pt x="3183847" y="686544"/>
                  </a:cubicBezTo>
                  <a:cubicBezTo>
                    <a:pt x="3159280" y="668966"/>
                    <a:pt x="3141320" y="643585"/>
                    <a:pt x="3133018" y="614537"/>
                  </a:cubicBezTo>
                  <a:cubicBezTo>
                    <a:pt x="3130053" y="598576"/>
                    <a:pt x="3130053" y="582209"/>
                    <a:pt x="3133018" y="566249"/>
                  </a:cubicBezTo>
                  <a:cubicBezTo>
                    <a:pt x="3132170" y="522723"/>
                    <a:pt x="3121751" y="479916"/>
                    <a:pt x="3102520" y="440871"/>
                  </a:cubicBezTo>
                  <a:cubicBezTo>
                    <a:pt x="3083968" y="388611"/>
                    <a:pt x="3061349" y="337909"/>
                    <a:pt x="3034749" y="289232"/>
                  </a:cubicBezTo>
                  <a:cubicBezTo>
                    <a:pt x="2976380" y="181153"/>
                    <a:pt x="2885354" y="94286"/>
                    <a:pt x="2774675" y="41018"/>
                  </a:cubicBezTo>
                  <a:cubicBezTo>
                    <a:pt x="2640546" y="-13691"/>
                    <a:pt x="2490312" y="-13691"/>
                    <a:pt x="2356184" y="41018"/>
                  </a:cubicBezTo>
                  <a:cubicBezTo>
                    <a:pt x="2087816" y="131248"/>
                    <a:pt x="1941751" y="420370"/>
                    <a:pt x="2028337" y="689933"/>
                  </a:cubicBezTo>
                  <a:cubicBezTo>
                    <a:pt x="2060427" y="778934"/>
                    <a:pt x="2111934" y="859676"/>
                    <a:pt x="2179130" y="926287"/>
                  </a:cubicBezTo>
                  <a:cubicBezTo>
                    <a:pt x="2185492" y="933250"/>
                    <a:pt x="2192591" y="939494"/>
                    <a:pt x="2200308" y="944924"/>
                  </a:cubicBezTo>
                  <a:cubicBezTo>
                    <a:pt x="2207086" y="944924"/>
                    <a:pt x="2211322" y="944924"/>
                    <a:pt x="2213016" y="953396"/>
                  </a:cubicBezTo>
                  <a:cubicBezTo>
                    <a:pt x="2214710" y="961867"/>
                    <a:pt x="2213016" y="972033"/>
                    <a:pt x="2207086" y="976269"/>
                  </a:cubicBezTo>
                  <a:cubicBezTo>
                    <a:pt x="2190287" y="1007240"/>
                    <a:pt x="2178554" y="1040702"/>
                    <a:pt x="2172353" y="1075385"/>
                  </a:cubicBezTo>
                  <a:cubicBezTo>
                    <a:pt x="2165576" y="1105035"/>
                    <a:pt x="2172353" y="1110118"/>
                    <a:pt x="2172353" y="1111812"/>
                  </a:cubicBezTo>
                  <a:cubicBezTo>
                    <a:pt x="2172353" y="1113506"/>
                    <a:pt x="2179977" y="1111812"/>
                    <a:pt x="2197767" y="1101646"/>
                  </a:cubicBezTo>
                  <a:cubicBezTo>
                    <a:pt x="2218980" y="1089795"/>
                    <a:pt x="2238379" y="1074953"/>
                    <a:pt x="2255373" y="1057595"/>
                  </a:cubicBezTo>
                  <a:cubicBezTo>
                    <a:pt x="2263379" y="1049725"/>
                    <a:pt x="2270749" y="1041228"/>
                    <a:pt x="2277399" y="1032180"/>
                  </a:cubicBezTo>
                  <a:cubicBezTo>
                    <a:pt x="2296884" y="1006766"/>
                    <a:pt x="2299425" y="993211"/>
                    <a:pt x="2310438" y="991517"/>
                  </a:cubicBezTo>
                  <a:cubicBezTo>
                    <a:pt x="2321450" y="989823"/>
                    <a:pt x="2332464" y="1000836"/>
                    <a:pt x="2341782" y="1009307"/>
                  </a:cubicBezTo>
                  <a:cubicBezTo>
                    <a:pt x="2379904" y="1045735"/>
                    <a:pt x="2417179" y="1032180"/>
                    <a:pt x="2426497" y="1059289"/>
                  </a:cubicBezTo>
                  <a:cubicBezTo>
                    <a:pt x="2429115" y="1066439"/>
                    <a:pt x="2431105" y="1073809"/>
                    <a:pt x="2432427" y="1081315"/>
                  </a:cubicBezTo>
                  <a:lnTo>
                    <a:pt x="2442593" y="1121131"/>
                  </a:lnTo>
                  <a:cubicBezTo>
                    <a:pt x="2449370" y="1148240"/>
                    <a:pt x="2474785" y="1167724"/>
                    <a:pt x="2506976" y="1193138"/>
                  </a:cubicBezTo>
                  <a:cubicBezTo>
                    <a:pt x="2531238" y="1212097"/>
                    <a:pt x="2557348" y="1228558"/>
                    <a:pt x="2584913" y="1242273"/>
                  </a:cubicBezTo>
                  <a:cubicBezTo>
                    <a:pt x="2618232" y="1259436"/>
                    <a:pt x="2653126" y="1273338"/>
                    <a:pt x="2689113" y="1283783"/>
                  </a:cubicBezTo>
                  <a:cubicBezTo>
                    <a:pt x="2713680" y="1291407"/>
                    <a:pt x="2739094" y="1297337"/>
                    <a:pt x="2781452" y="1312586"/>
                  </a:cubicBezTo>
                  <a:cubicBezTo>
                    <a:pt x="2781452" y="1312586"/>
                    <a:pt x="2804325" y="1318516"/>
                    <a:pt x="2804325" y="1321905"/>
                  </a:cubicBezTo>
                  <a:cubicBezTo>
                    <a:pt x="2804325" y="1325293"/>
                    <a:pt x="2784840" y="1321905"/>
                    <a:pt x="2767050" y="1326988"/>
                  </a:cubicBezTo>
                  <a:cubicBezTo>
                    <a:pt x="2753013" y="1334442"/>
                    <a:pt x="2742610" y="1347285"/>
                    <a:pt x="2738247" y="1362568"/>
                  </a:cubicBezTo>
                  <a:cubicBezTo>
                    <a:pt x="2731470" y="1387135"/>
                    <a:pt x="2743330" y="1406619"/>
                    <a:pt x="2738247" y="1410008"/>
                  </a:cubicBezTo>
                  <a:cubicBezTo>
                    <a:pt x="2733164" y="1413397"/>
                    <a:pt x="2728081" y="1402384"/>
                    <a:pt x="2714527" y="1398148"/>
                  </a:cubicBezTo>
                  <a:cubicBezTo>
                    <a:pt x="2692671" y="1393845"/>
                    <a:pt x="2670035" y="1399427"/>
                    <a:pt x="2652685" y="1413397"/>
                  </a:cubicBezTo>
                  <a:cubicBezTo>
                    <a:pt x="2635192" y="1426858"/>
                    <a:pt x="2623645" y="1446613"/>
                    <a:pt x="2620494" y="1468461"/>
                  </a:cubicBezTo>
                  <a:cubicBezTo>
                    <a:pt x="2620494" y="1485404"/>
                    <a:pt x="2627271" y="1498111"/>
                    <a:pt x="2620494" y="1501500"/>
                  </a:cubicBezTo>
                  <a:cubicBezTo>
                    <a:pt x="2613717" y="1504888"/>
                    <a:pt x="2611175" y="1501500"/>
                    <a:pt x="2598468" y="1492181"/>
                  </a:cubicBezTo>
                  <a:cubicBezTo>
                    <a:pt x="2584422" y="1487649"/>
                    <a:pt x="2569309" y="1487649"/>
                    <a:pt x="2555263" y="1492181"/>
                  </a:cubicBezTo>
                  <a:cubicBezTo>
                    <a:pt x="2534712" y="1498882"/>
                    <a:pt x="2519242" y="1515969"/>
                    <a:pt x="2514601" y="1537080"/>
                  </a:cubicBezTo>
                  <a:cubicBezTo>
                    <a:pt x="2514601" y="1558259"/>
                    <a:pt x="2525613" y="1574355"/>
                    <a:pt x="2514601" y="1582826"/>
                  </a:cubicBezTo>
                  <a:cubicBezTo>
                    <a:pt x="2503587" y="1591298"/>
                    <a:pt x="2506129" y="1582826"/>
                    <a:pt x="2497657" y="1588756"/>
                  </a:cubicBezTo>
                  <a:cubicBezTo>
                    <a:pt x="2489186" y="1594686"/>
                    <a:pt x="2482409" y="1602311"/>
                    <a:pt x="2474785" y="1614171"/>
                  </a:cubicBezTo>
                  <a:cubicBezTo>
                    <a:pt x="2450217" y="1651445"/>
                    <a:pt x="2441746" y="1651445"/>
                    <a:pt x="2436663" y="1671777"/>
                  </a:cubicBezTo>
                  <a:cubicBezTo>
                    <a:pt x="2435917" y="1680511"/>
                    <a:pt x="2435917" y="1689304"/>
                    <a:pt x="2436663" y="1698038"/>
                  </a:cubicBezTo>
                  <a:cubicBezTo>
                    <a:pt x="2434630" y="1713787"/>
                    <a:pt x="2434630" y="1729730"/>
                    <a:pt x="2436663" y="1745478"/>
                  </a:cubicBezTo>
                  <a:cubicBezTo>
                    <a:pt x="2438086" y="1756440"/>
                    <a:pt x="2440645" y="1767233"/>
                    <a:pt x="2444287" y="1777670"/>
                  </a:cubicBezTo>
                  <a:cubicBezTo>
                    <a:pt x="2444431" y="1779364"/>
                    <a:pt x="2444431" y="1781059"/>
                    <a:pt x="2444287" y="1782753"/>
                  </a:cubicBezTo>
                  <a:cubicBezTo>
                    <a:pt x="2444287" y="1790377"/>
                    <a:pt x="2437510" y="1792919"/>
                    <a:pt x="2431580" y="1800543"/>
                  </a:cubicBezTo>
                  <a:cubicBezTo>
                    <a:pt x="2425523" y="1808667"/>
                    <a:pt x="2421990" y="1818384"/>
                    <a:pt x="2421414" y="1828499"/>
                  </a:cubicBezTo>
                  <a:cubicBezTo>
                    <a:pt x="2421414" y="1840359"/>
                    <a:pt x="2421414" y="1847136"/>
                    <a:pt x="2421414" y="1849677"/>
                  </a:cubicBezTo>
                  <a:cubicBezTo>
                    <a:pt x="2421414" y="1852219"/>
                    <a:pt x="2414637" y="1849677"/>
                    <a:pt x="2412095" y="1849677"/>
                  </a:cubicBezTo>
                  <a:cubicBezTo>
                    <a:pt x="2392611" y="1839512"/>
                    <a:pt x="2362961" y="1855607"/>
                    <a:pt x="2357031" y="1858149"/>
                  </a:cubicBezTo>
                  <a:cubicBezTo>
                    <a:pt x="2343264" y="1864943"/>
                    <a:pt x="2331998" y="1875914"/>
                    <a:pt x="2324839" y="1889493"/>
                  </a:cubicBezTo>
                  <a:cubicBezTo>
                    <a:pt x="2315520" y="1908978"/>
                    <a:pt x="2324839" y="1929310"/>
                    <a:pt x="2313826" y="1931004"/>
                  </a:cubicBezTo>
                  <a:cubicBezTo>
                    <a:pt x="2302814" y="1932698"/>
                    <a:pt x="2308744" y="1931004"/>
                    <a:pt x="2301966" y="1923379"/>
                  </a:cubicBezTo>
                  <a:cubicBezTo>
                    <a:pt x="2291369" y="1914891"/>
                    <a:pt x="2278272" y="1910130"/>
                    <a:pt x="2264692" y="1909825"/>
                  </a:cubicBezTo>
                  <a:cubicBezTo>
                    <a:pt x="2255789" y="1907597"/>
                    <a:pt x="2246478" y="1907597"/>
                    <a:pt x="2237583" y="1909825"/>
                  </a:cubicBezTo>
                  <a:cubicBezTo>
                    <a:pt x="2222047" y="1916255"/>
                    <a:pt x="2208772" y="1927166"/>
                    <a:pt x="2199462" y="1941170"/>
                  </a:cubicBezTo>
                  <a:cubicBezTo>
                    <a:pt x="2171506" y="1972514"/>
                    <a:pt x="2174894" y="1976750"/>
                    <a:pt x="2157104" y="1995387"/>
                  </a:cubicBezTo>
                  <a:cubicBezTo>
                    <a:pt x="2139314" y="2014024"/>
                    <a:pt x="2129996" y="2014871"/>
                    <a:pt x="2113900" y="2035203"/>
                  </a:cubicBezTo>
                  <a:cubicBezTo>
                    <a:pt x="2102345" y="2047876"/>
                    <a:pt x="2093670" y="2062905"/>
                    <a:pt x="2088485" y="2079254"/>
                  </a:cubicBezTo>
                  <a:cubicBezTo>
                    <a:pt x="2082877" y="2105330"/>
                    <a:pt x="2085240" y="2132481"/>
                    <a:pt x="2095262" y="2157192"/>
                  </a:cubicBezTo>
                  <a:cubicBezTo>
                    <a:pt x="2104827" y="2186605"/>
                    <a:pt x="2117313" y="2214985"/>
                    <a:pt x="2132537" y="2241907"/>
                  </a:cubicBezTo>
                  <a:lnTo>
                    <a:pt x="2144397" y="2262238"/>
                  </a:lnTo>
                  <a:cubicBezTo>
                    <a:pt x="2144397" y="2267321"/>
                    <a:pt x="2150327" y="2269863"/>
                    <a:pt x="2150327" y="2273251"/>
                  </a:cubicBezTo>
                  <a:cubicBezTo>
                    <a:pt x="2150327" y="2276640"/>
                    <a:pt x="2144397" y="2285959"/>
                    <a:pt x="2138467" y="2291889"/>
                  </a:cubicBezTo>
                  <a:cubicBezTo>
                    <a:pt x="2117288" y="2313067"/>
                    <a:pt x="2120677" y="2325774"/>
                    <a:pt x="2108817" y="2330010"/>
                  </a:cubicBezTo>
                  <a:cubicBezTo>
                    <a:pt x="2096957" y="2334246"/>
                    <a:pt x="2093568" y="2330010"/>
                    <a:pt x="2074931" y="2316456"/>
                  </a:cubicBezTo>
                  <a:cubicBezTo>
                    <a:pt x="2051244" y="2305875"/>
                    <a:pt x="2026914" y="2296819"/>
                    <a:pt x="2002076" y="2289347"/>
                  </a:cubicBezTo>
                  <a:cubicBezTo>
                    <a:pt x="1984828" y="2283646"/>
                    <a:pt x="1967301" y="2278843"/>
                    <a:pt x="1949553" y="2274946"/>
                  </a:cubicBezTo>
                  <a:cubicBezTo>
                    <a:pt x="1934609" y="2271176"/>
                    <a:pt x="1919216" y="2269464"/>
                    <a:pt x="1903807" y="2269863"/>
                  </a:cubicBezTo>
                  <a:cubicBezTo>
                    <a:pt x="1894522" y="2268787"/>
                    <a:pt x="1885136" y="2268787"/>
                    <a:pt x="1875851" y="2269863"/>
                  </a:cubicBezTo>
                  <a:cubicBezTo>
                    <a:pt x="1853478" y="2277834"/>
                    <a:pt x="1834392" y="2293032"/>
                    <a:pt x="1821634" y="2313067"/>
                  </a:cubicBezTo>
                  <a:cubicBezTo>
                    <a:pt x="1795372" y="2349495"/>
                    <a:pt x="1759792" y="2378298"/>
                    <a:pt x="1736919" y="2415572"/>
                  </a:cubicBezTo>
                  <a:cubicBezTo>
                    <a:pt x="1636803" y="2551124"/>
                    <a:pt x="1528148" y="2680153"/>
                    <a:pt x="1411614" y="2801871"/>
                  </a:cubicBezTo>
                  <a:cubicBezTo>
                    <a:pt x="1380270" y="2834063"/>
                    <a:pt x="1387047" y="2824744"/>
                    <a:pt x="1163400" y="3034837"/>
                  </a:cubicBezTo>
                  <a:lnTo>
                    <a:pt x="929587" y="3255095"/>
                  </a:lnTo>
                  <a:cubicBezTo>
                    <a:pt x="915186" y="3268649"/>
                    <a:pt x="823694" y="3350823"/>
                    <a:pt x="803362" y="3372001"/>
                  </a:cubicBezTo>
                  <a:cubicBezTo>
                    <a:pt x="798466" y="3377813"/>
                    <a:pt x="793078" y="3383201"/>
                    <a:pt x="787267" y="3388097"/>
                  </a:cubicBezTo>
                  <a:cubicBezTo>
                    <a:pt x="772018" y="3400804"/>
                    <a:pt x="772018" y="3398263"/>
                    <a:pt x="763546" y="3406734"/>
                  </a:cubicBezTo>
                  <a:cubicBezTo>
                    <a:pt x="755075" y="3415206"/>
                    <a:pt x="763546" y="3412664"/>
                    <a:pt x="756770" y="3411817"/>
                  </a:cubicBezTo>
                  <a:cubicBezTo>
                    <a:pt x="749992" y="3410970"/>
                    <a:pt x="750840" y="3394027"/>
                    <a:pt x="750840" y="3391485"/>
                  </a:cubicBezTo>
                  <a:cubicBezTo>
                    <a:pt x="737336" y="3345545"/>
                    <a:pt x="715514" y="3302476"/>
                    <a:pt x="686456" y="3264413"/>
                  </a:cubicBezTo>
                  <a:cubicBezTo>
                    <a:pt x="610679" y="3188526"/>
                    <a:pt x="498678" y="3161672"/>
                    <a:pt x="396732" y="3194948"/>
                  </a:cubicBezTo>
                  <a:cubicBezTo>
                    <a:pt x="287475" y="3228986"/>
                    <a:pt x="207216" y="3322392"/>
                    <a:pt x="190028" y="3435538"/>
                  </a:cubicBezTo>
                  <a:cubicBezTo>
                    <a:pt x="179989" y="3502937"/>
                    <a:pt x="195060" y="3571674"/>
                    <a:pt x="232385" y="3628687"/>
                  </a:cubicBezTo>
                  <a:cubicBezTo>
                    <a:pt x="257893" y="3664056"/>
                    <a:pt x="291237" y="3693045"/>
                    <a:pt x="329807" y="3713402"/>
                  </a:cubicBezTo>
                  <a:cubicBezTo>
                    <a:pt x="355221" y="3726956"/>
                    <a:pt x="395037" y="3727803"/>
                    <a:pt x="395037" y="3737969"/>
                  </a:cubicBezTo>
                  <a:cubicBezTo>
                    <a:pt x="395037" y="3748135"/>
                    <a:pt x="386566" y="3747288"/>
                    <a:pt x="383177" y="3748135"/>
                  </a:cubicBezTo>
                  <a:cubicBezTo>
                    <a:pt x="347012" y="3771838"/>
                    <a:pt x="312220" y="3797574"/>
                    <a:pt x="278979" y="3825225"/>
                  </a:cubicBezTo>
                  <a:cubicBezTo>
                    <a:pt x="184098" y="3885373"/>
                    <a:pt x="189181" y="3895539"/>
                    <a:pt x="63803" y="3981101"/>
                  </a:cubicBezTo>
                  <a:cubicBezTo>
                    <a:pt x="55611" y="3986581"/>
                    <a:pt x="47953" y="3992825"/>
                    <a:pt x="40930" y="3999737"/>
                  </a:cubicBezTo>
                  <a:cubicBezTo>
                    <a:pt x="33306" y="4009056"/>
                    <a:pt x="15516" y="4031082"/>
                    <a:pt x="267" y="4135281"/>
                  </a:cubicBezTo>
                  <a:cubicBezTo>
                    <a:pt x="-89" y="4139229"/>
                    <a:pt x="-89" y="4143194"/>
                    <a:pt x="267" y="4147141"/>
                  </a:cubicBezTo>
                  <a:cubicBezTo>
                    <a:pt x="267" y="4178485"/>
                    <a:pt x="31611" y="4203053"/>
                    <a:pt x="51096" y="4216608"/>
                  </a:cubicBezTo>
                  <a:cubicBezTo>
                    <a:pt x="101408" y="4255661"/>
                    <a:pt x="154651" y="4290783"/>
                    <a:pt x="210359" y="4321654"/>
                  </a:cubicBezTo>
                  <a:cubicBezTo>
                    <a:pt x="240857" y="4337750"/>
                    <a:pt x="304393" y="4370788"/>
                    <a:pt x="321336" y="4381801"/>
                  </a:cubicBezTo>
                  <a:lnTo>
                    <a:pt x="340820" y="4392814"/>
                  </a:lnTo>
                  <a:cubicBezTo>
                    <a:pt x="345344" y="4396169"/>
                    <a:pt x="350545" y="4398490"/>
                    <a:pt x="356069" y="4399591"/>
                  </a:cubicBezTo>
                  <a:cubicBezTo>
                    <a:pt x="361634" y="4400921"/>
                    <a:pt x="367446" y="4400921"/>
                    <a:pt x="373011" y="4399591"/>
                  </a:cubicBezTo>
                  <a:cubicBezTo>
                    <a:pt x="407745" y="4384342"/>
                    <a:pt x="395885" y="4399591"/>
                    <a:pt x="441631" y="4371636"/>
                  </a:cubicBezTo>
                  <a:cubicBezTo>
                    <a:pt x="571659" y="4299111"/>
                    <a:pt x="697520" y="4219361"/>
                    <a:pt x="818611" y="4132739"/>
                  </a:cubicBezTo>
                  <a:cubicBezTo>
                    <a:pt x="972792" y="4006515"/>
                    <a:pt x="1089699" y="3903163"/>
                    <a:pt x="1157470" y="3842169"/>
                  </a:cubicBezTo>
                  <a:cubicBezTo>
                    <a:pt x="1376882" y="3646477"/>
                    <a:pt x="1486164" y="3548208"/>
                    <a:pt x="1614930" y="3418595"/>
                  </a:cubicBezTo>
                  <a:cubicBezTo>
                    <a:pt x="1794525" y="3238999"/>
                    <a:pt x="1747085" y="3266955"/>
                    <a:pt x="1921597" y="3094984"/>
                  </a:cubicBezTo>
                  <a:cubicBezTo>
                    <a:pt x="2033827" y="2984440"/>
                    <a:pt x="2139077" y="2867025"/>
                    <a:pt x="2236736" y="2743418"/>
                  </a:cubicBezTo>
                  <a:cubicBezTo>
                    <a:pt x="2280788" y="2680729"/>
                    <a:pt x="2309590" y="2613804"/>
                    <a:pt x="2329922" y="2588390"/>
                  </a:cubicBezTo>
                  <a:cubicBezTo>
                    <a:pt x="2336454" y="2581274"/>
                    <a:pt x="2340850" y="2572472"/>
                    <a:pt x="2342629" y="2562976"/>
                  </a:cubicBezTo>
                  <a:cubicBezTo>
                    <a:pt x="2344273" y="2553445"/>
                    <a:pt x="2344273" y="2543703"/>
                    <a:pt x="2342629" y="2534173"/>
                  </a:cubicBezTo>
                  <a:cubicBezTo>
                    <a:pt x="2336699" y="2497745"/>
                    <a:pt x="2333311" y="2479108"/>
                    <a:pt x="2331616" y="2472331"/>
                  </a:cubicBezTo>
                  <a:cubicBezTo>
                    <a:pt x="2329922" y="2465554"/>
                    <a:pt x="2319756" y="2446069"/>
                    <a:pt x="2322298" y="2443528"/>
                  </a:cubicBezTo>
                  <a:cubicBezTo>
                    <a:pt x="2324839" y="2440986"/>
                    <a:pt x="2338394" y="2450305"/>
                    <a:pt x="2341782" y="2453694"/>
                  </a:cubicBezTo>
                  <a:cubicBezTo>
                    <a:pt x="2368891" y="2474872"/>
                    <a:pt x="2400235" y="2490968"/>
                    <a:pt x="2426497" y="2510452"/>
                  </a:cubicBezTo>
                  <a:cubicBezTo>
                    <a:pt x="2454054" y="2535333"/>
                    <a:pt x="2487635" y="2552564"/>
                    <a:pt x="2523919" y="2560434"/>
                  </a:cubicBezTo>
                  <a:cubicBezTo>
                    <a:pt x="2543700" y="2562569"/>
                    <a:pt x="2563676" y="2559045"/>
                    <a:pt x="2581525" y="2550268"/>
                  </a:cubicBezTo>
                  <a:cubicBezTo>
                    <a:pt x="2597070" y="2541585"/>
                    <a:pt x="2610633" y="2529759"/>
                    <a:pt x="2621341" y="2515535"/>
                  </a:cubicBezTo>
                  <a:cubicBezTo>
                    <a:pt x="2639131" y="2496051"/>
                    <a:pt x="2647603" y="2485885"/>
                    <a:pt x="2649297" y="2472331"/>
                  </a:cubicBezTo>
                  <a:cubicBezTo>
                    <a:pt x="2649577" y="2463986"/>
                    <a:pt x="2651898" y="2455837"/>
                    <a:pt x="2656074" y="2448611"/>
                  </a:cubicBezTo>
                  <a:cubicBezTo>
                    <a:pt x="2660183" y="2444934"/>
                    <a:pt x="2665130" y="2442316"/>
                    <a:pt x="2670475" y="2440986"/>
                  </a:cubicBezTo>
                  <a:cubicBezTo>
                    <a:pt x="2690807" y="2434209"/>
                    <a:pt x="2700125" y="2433362"/>
                    <a:pt x="2708597" y="2430821"/>
                  </a:cubicBezTo>
                  <a:cubicBezTo>
                    <a:pt x="2728454" y="2423213"/>
                    <a:pt x="2744965" y="2408803"/>
                    <a:pt x="2755190" y="2390158"/>
                  </a:cubicBezTo>
                  <a:cubicBezTo>
                    <a:pt x="2760273" y="2380839"/>
                    <a:pt x="2767897" y="2362202"/>
                    <a:pt x="2767897" y="2362202"/>
                  </a:cubicBezTo>
                  <a:cubicBezTo>
                    <a:pt x="2778148" y="2359228"/>
                    <a:pt x="2787873" y="2354654"/>
                    <a:pt x="2796700" y="2348647"/>
                  </a:cubicBezTo>
                  <a:cubicBezTo>
                    <a:pt x="2803275" y="2343404"/>
                    <a:pt x="2809501" y="2337744"/>
                    <a:pt x="2815338" y="2331705"/>
                  </a:cubicBezTo>
                  <a:lnTo>
                    <a:pt x="2832281" y="2303749"/>
                  </a:lnTo>
                  <a:cubicBezTo>
                    <a:pt x="2835703" y="2299835"/>
                    <a:pt x="2839379" y="2296158"/>
                    <a:pt x="2843294" y="2292736"/>
                  </a:cubicBezTo>
                  <a:cubicBezTo>
                    <a:pt x="2852926" y="2285891"/>
                    <a:pt x="2864514" y="2282324"/>
                    <a:pt x="2876332" y="2282570"/>
                  </a:cubicBezTo>
                  <a:lnTo>
                    <a:pt x="2890734" y="2282570"/>
                  </a:lnTo>
                  <a:cubicBezTo>
                    <a:pt x="2901052" y="2285374"/>
                    <a:pt x="2910803" y="2289957"/>
                    <a:pt x="2919537" y="2296124"/>
                  </a:cubicBezTo>
                  <a:cubicBezTo>
                    <a:pt x="2934862" y="2304265"/>
                    <a:pt x="2952584" y="2306663"/>
                    <a:pt x="2969518" y="2302902"/>
                  </a:cubicBezTo>
                  <a:cubicBezTo>
                    <a:pt x="2983496" y="2297454"/>
                    <a:pt x="2995780" y="2288390"/>
                    <a:pt x="3005098" y="2276640"/>
                  </a:cubicBezTo>
                  <a:cubicBezTo>
                    <a:pt x="3016620" y="2265932"/>
                    <a:pt x="3026616" y="2253674"/>
                    <a:pt x="3034749" y="2240213"/>
                  </a:cubicBezTo>
                  <a:cubicBezTo>
                    <a:pt x="3043220" y="2229081"/>
                    <a:pt x="3050082" y="2216823"/>
                    <a:pt x="3055080" y="2203785"/>
                  </a:cubicBezTo>
                  <a:cubicBezTo>
                    <a:pt x="3055080" y="2195314"/>
                    <a:pt x="3055080" y="2188536"/>
                    <a:pt x="3060163" y="2188536"/>
                  </a:cubicBezTo>
                  <a:cubicBezTo>
                    <a:pt x="3065246" y="2188536"/>
                    <a:pt x="3074565" y="2213104"/>
                    <a:pt x="3077106" y="2219881"/>
                  </a:cubicBezTo>
                  <a:cubicBezTo>
                    <a:pt x="3086425" y="2245296"/>
                    <a:pt x="3097438" y="2258003"/>
                    <a:pt x="3151655" y="2322386"/>
                  </a:cubicBezTo>
                  <a:cubicBezTo>
                    <a:pt x="3247383" y="2435904"/>
                    <a:pt x="3242300" y="2430821"/>
                    <a:pt x="3247383" y="2435904"/>
                  </a:cubicBezTo>
                  <a:cubicBezTo>
                    <a:pt x="3299906" y="2491815"/>
                    <a:pt x="3355818" y="2526548"/>
                    <a:pt x="3380385" y="2557046"/>
                  </a:cubicBezTo>
                  <a:cubicBezTo>
                    <a:pt x="3387755" y="2569668"/>
                    <a:pt x="3398260" y="2580181"/>
                    <a:pt x="3410882" y="2587543"/>
                  </a:cubicBezTo>
                  <a:cubicBezTo>
                    <a:pt x="3418337" y="2589983"/>
                    <a:pt x="3424860" y="2594727"/>
                    <a:pt x="3429519" y="2601097"/>
                  </a:cubicBezTo>
                  <a:cubicBezTo>
                    <a:pt x="3432061" y="2608222"/>
                    <a:pt x="3432061" y="2615999"/>
                    <a:pt x="3429519" y="2623123"/>
                  </a:cubicBezTo>
                  <a:cubicBezTo>
                    <a:pt x="3427825" y="2640871"/>
                    <a:pt x="3427825" y="2658746"/>
                    <a:pt x="3429519" y="2676494"/>
                  </a:cubicBezTo>
                  <a:cubicBezTo>
                    <a:pt x="3429519" y="2723934"/>
                    <a:pt x="3424437" y="2749348"/>
                    <a:pt x="3438838" y="2761208"/>
                  </a:cubicBezTo>
                  <a:cubicBezTo>
                    <a:pt x="3453239" y="2773068"/>
                    <a:pt x="3452393" y="2761208"/>
                    <a:pt x="3468488" y="2775610"/>
                  </a:cubicBezTo>
                  <a:cubicBezTo>
                    <a:pt x="3475859" y="2780142"/>
                    <a:pt x="3482212" y="2786207"/>
                    <a:pt x="3487125" y="2793400"/>
                  </a:cubicBezTo>
                  <a:cubicBezTo>
                    <a:pt x="3493903" y="2803566"/>
                    <a:pt x="3493055" y="2810343"/>
                    <a:pt x="3495597" y="2828980"/>
                  </a:cubicBezTo>
                  <a:cubicBezTo>
                    <a:pt x="3498139" y="2847617"/>
                    <a:pt x="3501527" y="2868796"/>
                    <a:pt x="3510845" y="2878962"/>
                  </a:cubicBezTo>
                  <a:cubicBezTo>
                    <a:pt x="3519825" y="2888128"/>
                    <a:pt x="3531347" y="2894337"/>
                    <a:pt x="3543884" y="2896752"/>
                  </a:cubicBezTo>
                  <a:cubicBezTo>
                    <a:pt x="3558455" y="2899751"/>
                    <a:pt x="3573111" y="2902012"/>
                    <a:pt x="3587936" y="2903529"/>
                  </a:cubicBezTo>
                  <a:cubicBezTo>
                    <a:pt x="3610809" y="2909459"/>
                    <a:pt x="3622669" y="2929790"/>
                    <a:pt x="3637071" y="2951816"/>
                  </a:cubicBezTo>
                  <a:cubicBezTo>
                    <a:pt x="3652743" y="2977748"/>
                    <a:pt x="3663163" y="3006542"/>
                    <a:pt x="3667568" y="3036531"/>
                  </a:cubicBezTo>
                  <a:cubicBezTo>
                    <a:pt x="3676886" y="3084819"/>
                    <a:pt x="3667568" y="3093290"/>
                    <a:pt x="3677734" y="3128023"/>
                  </a:cubicBezTo>
                  <a:cubicBezTo>
                    <a:pt x="3686036" y="3149769"/>
                    <a:pt x="3699421" y="3169228"/>
                    <a:pt x="3716702" y="3184782"/>
                  </a:cubicBezTo>
                  <a:cubicBezTo>
                    <a:pt x="3732968" y="3201149"/>
                    <a:pt x="3753554" y="3212594"/>
                    <a:pt x="3776003" y="3217821"/>
                  </a:cubicBezTo>
                  <a:cubicBezTo>
                    <a:pt x="3804806" y="3223751"/>
                    <a:pt x="3822596" y="3217821"/>
                    <a:pt x="3826832" y="3222056"/>
                  </a:cubicBezTo>
                  <a:cubicBezTo>
                    <a:pt x="3831067" y="3226292"/>
                    <a:pt x="3808194" y="3249165"/>
                    <a:pt x="3790404" y="3270344"/>
                  </a:cubicBezTo>
                  <a:cubicBezTo>
                    <a:pt x="3766854" y="3303823"/>
                    <a:pt x="3750673" y="3341945"/>
                    <a:pt x="3742964" y="3382167"/>
                  </a:cubicBezTo>
                  <a:cubicBezTo>
                    <a:pt x="3726868" y="3432149"/>
                    <a:pt x="3725174" y="3443162"/>
                    <a:pt x="3689594" y="3581247"/>
                  </a:cubicBezTo>
                  <a:cubicBezTo>
                    <a:pt x="3689594" y="3581247"/>
                    <a:pt x="3689594" y="3594801"/>
                    <a:pt x="3672651" y="3686293"/>
                  </a:cubicBezTo>
                  <a:cubicBezTo>
                    <a:pt x="3670533" y="3698627"/>
                    <a:pt x="3670533" y="3711233"/>
                    <a:pt x="3672651" y="3723568"/>
                  </a:cubicBezTo>
                  <a:cubicBezTo>
                    <a:pt x="3676124" y="3738215"/>
                    <a:pt x="3682478" y="3752032"/>
                    <a:pt x="3691288" y="3764230"/>
                  </a:cubicBezTo>
                  <a:lnTo>
                    <a:pt x="3738728" y="3843015"/>
                  </a:lnTo>
                  <a:cubicBezTo>
                    <a:pt x="3780238" y="3913329"/>
                    <a:pt x="3774308" y="3920106"/>
                    <a:pt x="3792098" y="3937049"/>
                  </a:cubicBezTo>
                  <a:cubicBezTo>
                    <a:pt x="3799214" y="3943156"/>
                    <a:pt x="3804044" y="3951535"/>
                    <a:pt x="3805653" y="3960769"/>
                  </a:cubicBezTo>
                  <a:cubicBezTo>
                    <a:pt x="3806839" y="3971401"/>
                    <a:pt x="3804467" y="3982134"/>
                    <a:pt x="3798876" y="3991266"/>
                  </a:cubicBezTo>
                  <a:cubicBezTo>
                    <a:pt x="3782441" y="4043027"/>
                    <a:pt x="3774478" y="4097083"/>
                    <a:pt x="3775156" y="4151377"/>
                  </a:cubicBezTo>
                  <a:cubicBezTo>
                    <a:pt x="3775156" y="4185263"/>
                    <a:pt x="3760754" y="4334361"/>
                    <a:pt x="3759907" y="4529205"/>
                  </a:cubicBezTo>
                  <a:cubicBezTo>
                    <a:pt x="3759484" y="4572765"/>
                    <a:pt x="3761432" y="4616317"/>
                    <a:pt x="3765837" y="4659665"/>
                  </a:cubicBezTo>
                  <a:cubicBezTo>
                    <a:pt x="3765837" y="4689316"/>
                    <a:pt x="3773462" y="4718119"/>
                    <a:pt x="3779392" y="4753699"/>
                  </a:cubicBezTo>
                  <a:cubicBezTo>
                    <a:pt x="3790404" y="4824859"/>
                    <a:pt x="3791252" y="4821471"/>
                    <a:pt x="3793793" y="4849427"/>
                  </a:cubicBezTo>
                  <a:cubicBezTo>
                    <a:pt x="3799299" y="4887065"/>
                    <a:pt x="3799299" y="4925306"/>
                    <a:pt x="3793793" y="4962944"/>
                  </a:cubicBezTo>
                  <a:cubicBezTo>
                    <a:pt x="3789642" y="4981302"/>
                    <a:pt x="3787354" y="5000041"/>
                    <a:pt x="3787016" y="5018856"/>
                  </a:cubicBezTo>
                  <a:cubicBezTo>
                    <a:pt x="3787439" y="5035663"/>
                    <a:pt x="3789388" y="5052403"/>
                    <a:pt x="3792946" y="5068838"/>
                  </a:cubicBezTo>
                  <a:cubicBezTo>
                    <a:pt x="3799384" y="5097945"/>
                    <a:pt x="3808788" y="5126325"/>
                    <a:pt x="3820902" y="5153552"/>
                  </a:cubicBezTo>
                  <a:cubicBezTo>
                    <a:pt x="3838692" y="5200992"/>
                    <a:pt x="3850552" y="5229796"/>
                    <a:pt x="3859023" y="5260293"/>
                  </a:cubicBezTo>
                  <a:cubicBezTo>
                    <a:pt x="3867494" y="5291680"/>
                    <a:pt x="3873424" y="5323694"/>
                    <a:pt x="3876813" y="5356021"/>
                  </a:cubicBezTo>
                  <a:cubicBezTo>
                    <a:pt x="3890368" y="5472080"/>
                    <a:pt x="3896298" y="5576279"/>
                    <a:pt x="3897992" y="5610165"/>
                  </a:cubicBezTo>
                  <a:cubicBezTo>
                    <a:pt x="3897145" y="5675319"/>
                    <a:pt x="3901126" y="5740439"/>
                    <a:pt x="3909852" y="5805009"/>
                  </a:cubicBezTo>
                  <a:cubicBezTo>
                    <a:pt x="3912139" y="5809244"/>
                    <a:pt x="3912139" y="5814328"/>
                    <a:pt x="3909852" y="5818563"/>
                  </a:cubicBezTo>
                  <a:cubicBezTo>
                    <a:pt x="3909852" y="5818563"/>
                    <a:pt x="3903075" y="5818563"/>
                    <a:pt x="3886979" y="5825340"/>
                  </a:cubicBezTo>
                  <a:cubicBezTo>
                    <a:pt x="3870883" y="5832118"/>
                    <a:pt x="3862412" y="5830423"/>
                    <a:pt x="3856482" y="5825340"/>
                  </a:cubicBezTo>
                  <a:cubicBezTo>
                    <a:pt x="3850721" y="5823078"/>
                    <a:pt x="3845554" y="5819614"/>
                    <a:pt x="3841233" y="5815174"/>
                  </a:cubicBezTo>
                  <a:cubicBezTo>
                    <a:pt x="3831067" y="5806703"/>
                    <a:pt x="3829373" y="5799079"/>
                    <a:pt x="3823443" y="5799079"/>
                  </a:cubicBezTo>
                  <a:cubicBezTo>
                    <a:pt x="3817513" y="5799079"/>
                    <a:pt x="3816666" y="5799079"/>
                    <a:pt x="3814972" y="5805856"/>
                  </a:cubicBezTo>
                  <a:lnTo>
                    <a:pt x="3739576" y="5878710"/>
                  </a:lnTo>
                  <a:cubicBezTo>
                    <a:pt x="3736187" y="5880973"/>
                    <a:pt x="3733476" y="5884225"/>
                    <a:pt x="3731951" y="5888029"/>
                  </a:cubicBezTo>
                  <a:cubicBezTo>
                    <a:pt x="3727292" y="5904464"/>
                    <a:pt x="3730088" y="5922110"/>
                    <a:pt x="3739576" y="5936316"/>
                  </a:cubicBezTo>
                  <a:cubicBezTo>
                    <a:pt x="3752960" y="5974828"/>
                    <a:pt x="3769988" y="6011984"/>
                    <a:pt x="3790404" y="6047293"/>
                  </a:cubicBezTo>
                  <a:cubicBezTo>
                    <a:pt x="3814378" y="6093691"/>
                    <a:pt x="3842673" y="6137666"/>
                    <a:pt x="3875119" y="6178601"/>
                  </a:cubicBezTo>
                  <a:cubicBezTo>
                    <a:pt x="3875119" y="6178601"/>
                    <a:pt x="3880202" y="6178601"/>
                    <a:pt x="3880202" y="6184531"/>
                  </a:cubicBezTo>
                  <a:cubicBezTo>
                    <a:pt x="3880202" y="6190461"/>
                    <a:pt x="3875119" y="6192155"/>
                    <a:pt x="3871730" y="6194697"/>
                  </a:cubicBezTo>
                  <a:cubicBezTo>
                    <a:pt x="3863090" y="6206023"/>
                    <a:pt x="3859955" y="6220645"/>
                    <a:pt x="3863259" y="6234513"/>
                  </a:cubicBezTo>
                  <a:cubicBezTo>
                    <a:pt x="3870206" y="6253565"/>
                    <a:pt x="3885030" y="6268695"/>
                    <a:pt x="3903922" y="6276023"/>
                  </a:cubicBezTo>
                  <a:cubicBezTo>
                    <a:pt x="3922559" y="6286189"/>
                    <a:pt x="3942044" y="6289577"/>
                    <a:pt x="3941196" y="6292965"/>
                  </a:cubicBezTo>
                  <a:cubicBezTo>
                    <a:pt x="3940349" y="6296354"/>
                    <a:pt x="3925948" y="6292965"/>
                    <a:pt x="3920865" y="6301437"/>
                  </a:cubicBezTo>
                  <a:cubicBezTo>
                    <a:pt x="3919340" y="6305503"/>
                    <a:pt x="3919340" y="6310078"/>
                    <a:pt x="3920865" y="6314144"/>
                  </a:cubicBezTo>
                  <a:cubicBezTo>
                    <a:pt x="3920865" y="6314144"/>
                    <a:pt x="3920865" y="6320075"/>
                    <a:pt x="3937808" y="6326851"/>
                  </a:cubicBezTo>
                  <a:cubicBezTo>
                    <a:pt x="3954751" y="6333629"/>
                    <a:pt x="3957292" y="6333629"/>
                    <a:pt x="3957292" y="6335323"/>
                  </a:cubicBezTo>
                  <a:cubicBezTo>
                    <a:pt x="3957292" y="6337017"/>
                    <a:pt x="3951362" y="6335323"/>
                    <a:pt x="3942891" y="6335323"/>
                  </a:cubicBezTo>
                  <a:cubicBezTo>
                    <a:pt x="3934419" y="6335323"/>
                    <a:pt x="3929336" y="6335323"/>
                    <a:pt x="3928489" y="6345489"/>
                  </a:cubicBezTo>
                  <a:cubicBezTo>
                    <a:pt x="3927642" y="6355655"/>
                    <a:pt x="3941196" y="6359890"/>
                    <a:pt x="3945432" y="6362432"/>
                  </a:cubicBezTo>
                  <a:cubicBezTo>
                    <a:pt x="3953141" y="6366498"/>
                    <a:pt x="3961443" y="6369378"/>
                    <a:pt x="3970000" y="6370903"/>
                  </a:cubicBezTo>
                  <a:cubicBezTo>
                    <a:pt x="3978471" y="6370903"/>
                    <a:pt x="3981012" y="6370903"/>
                    <a:pt x="3984401" y="6370903"/>
                  </a:cubicBezTo>
                  <a:cubicBezTo>
                    <a:pt x="3987790" y="6370903"/>
                    <a:pt x="3984401" y="6388693"/>
                    <a:pt x="3984401" y="6391235"/>
                  </a:cubicBezTo>
                  <a:cubicBezTo>
                    <a:pt x="3987874" y="6430373"/>
                    <a:pt x="4000582" y="6468156"/>
                    <a:pt x="4021675" y="6501364"/>
                  </a:cubicBezTo>
                  <a:cubicBezTo>
                    <a:pt x="4055307" y="6566340"/>
                    <a:pt x="4092921" y="6629198"/>
                    <a:pt x="4134346" y="6689430"/>
                  </a:cubicBezTo>
                  <a:cubicBezTo>
                    <a:pt x="4143919" y="6705103"/>
                    <a:pt x="4156287" y="6718826"/>
                    <a:pt x="4170773" y="6730094"/>
                  </a:cubicBezTo>
                  <a:cubicBezTo>
                    <a:pt x="4175009" y="6731364"/>
                    <a:pt x="4178483" y="6734499"/>
                    <a:pt x="4180092" y="6738565"/>
                  </a:cubicBezTo>
                  <a:cubicBezTo>
                    <a:pt x="4180092" y="6745342"/>
                    <a:pt x="4174162" y="6754661"/>
                    <a:pt x="4169079" y="6760591"/>
                  </a:cubicBezTo>
                  <a:cubicBezTo>
                    <a:pt x="4162133" y="6767538"/>
                    <a:pt x="4154169" y="6773214"/>
                    <a:pt x="4145359" y="6777534"/>
                  </a:cubicBezTo>
                  <a:close/>
                </a:path>
              </a:pathLst>
            </a:custGeom>
            <a:solidFill>
              <a:schemeClr val="bg1"/>
            </a:solidFill>
            <a:ln w="84667" cap="flat">
              <a:noFill/>
              <a:prstDash val="solid"/>
              <a:miter/>
            </a:ln>
          </p:spPr>
          <p:txBody>
            <a:bodyPr rtlCol="0" anchor="ctr"/>
            <a:lstStyle/>
            <a:p>
              <a:endParaRPr lang="en-IN"/>
            </a:p>
          </p:txBody>
        </p:sp>
        <p:sp>
          <p:nvSpPr>
            <p:cNvPr id="7" name="Freeform: Shape 6"/>
            <p:cNvSpPr/>
            <p:nvPr/>
          </p:nvSpPr>
          <p:spPr>
            <a:xfrm>
              <a:off x="8222649" y="1355676"/>
              <a:ext cx="415921" cy="407583"/>
            </a:xfrm>
            <a:custGeom>
              <a:avLst/>
              <a:gdLst>
                <a:gd name="connsiteX0" fmla="*/ 20331 w 588767"/>
                <a:gd name="connsiteY0" fmla="*/ 421866 h 576965"/>
                <a:gd name="connsiteX1" fmla="*/ 234660 w 588767"/>
                <a:gd name="connsiteY1" fmla="*/ 207537 h 576965"/>
                <a:gd name="connsiteX2" fmla="*/ 445599 w 588767"/>
                <a:gd name="connsiteY2" fmla="*/ 65217 h 576965"/>
                <a:gd name="connsiteX3" fmla="*/ 588767 w 588767"/>
                <a:gd name="connsiteY3" fmla="*/ -14 h 576965"/>
                <a:gd name="connsiteX4" fmla="*/ 511676 w 588767"/>
                <a:gd name="connsiteY4" fmla="*/ 63522 h 576965"/>
                <a:gd name="connsiteX5" fmla="*/ 390534 w 588767"/>
                <a:gd name="connsiteY5" fmla="*/ 207537 h 576965"/>
                <a:gd name="connsiteX6" fmla="*/ 112670 w 588767"/>
                <a:gd name="connsiteY6" fmla="*/ 461682 h 576965"/>
                <a:gd name="connsiteX7" fmla="*/ 0 w 588767"/>
                <a:gd name="connsiteY7" fmla="*/ 576894 h 576965"/>
                <a:gd name="connsiteX8" fmla="*/ 65230 w 588767"/>
                <a:gd name="connsiteY8" fmla="*/ 441350 h 576965"/>
                <a:gd name="connsiteX9" fmla="*/ 65230 w 588767"/>
                <a:gd name="connsiteY9" fmla="*/ 404076 h 576965"/>
                <a:gd name="connsiteX10" fmla="*/ 20331 w 588767"/>
                <a:gd name="connsiteY10" fmla="*/ 421866 h 576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8767" h="576965">
                  <a:moveTo>
                    <a:pt x="20331" y="421866"/>
                  </a:moveTo>
                  <a:cubicBezTo>
                    <a:pt x="80360" y="339853"/>
                    <a:pt x="152647" y="267566"/>
                    <a:pt x="234660" y="207537"/>
                  </a:cubicBezTo>
                  <a:cubicBezTo>
                    <a:pt x="300635" y="153964"/>
                    <a:pt x="371228" y="106337"/>
                    <a:pt x="445599" y="65217"/>
                  </a:cubicBezTo>
                  <a:cubicBezTo>
                    <a:pt x="490167" y="37117"/>
                    <a:pt x="538320" y="15176"/>
                    <a:pt x="588767" y="-14"/>
                  </a:cubicBezTo>
                  <a:cubicBezTo>
                    <a:pt x="588767" y="5069"/>
                    <a:pt x="554881" y="27095"/>
                    <a:pt x="511676" y="63522"/>
                  </a:cubicBezTo>
                  <a:cubicBezTo>
                    <a:pt x="465431" y="106269"/>
                    <a:pt x="424734" y="154659"/>
                    <a:pt x="390534" y="207537"/>
                  </a:cubicBezTo>
                  <a:cubicBezTo>
                    <a:pt x="305820" y="323596"/>
                    <a:pt x="267698" y="303265"/>
                    <a:pt x="112670" y="461682"/>
                  </a:cubicBezTo>
                  <a:cubicBezTo>
                    <a:pt x="77937" y="498109"/>
                    <a:pt x="2541" y="579435"/>
                    <a:pt x="0" y="576894"/>
                  </a:cubicBezTo>
                  <a:cubicBezTo>
                    <a:pt x="27769" y="534867"/>
                    <a:pt x="49711" y="489273"/>
                    <a:pt x="65230" y="441350"/>
                  </a:cubicBezTo>
                  <a:cubicBezTo>
                    <a:pt x="65230" y="427796"/>
                    <a:pt x="71160" y="409159"/>
                    <a:pt x="65230" y="404076"/>
                  </a:cubicBezTo>
                  <a:cubicBezTo>
                    <a:pt x="59300" y="398993"/>
                    <a:pt x="22025" y="424407"/>
                    <a:pt x="20331" y="421866"/>
                  </a:cubicBezTo>
                  <a:close/>
                </a:path>
              </a:pathLst>
            </a:custGeom>
            <a:solidFill>
              <a:srgbClr val="0A2428"/>
            </a:solidFill>
            <a:ln w="84667" cap="flat">
              <a:noFill/>
              <a:prstDash val="solid"/>
              <a:miter/>
            </a:ln>
          </p:spPr>
          <p:txBody>
            <a:bodyPr rtlCol="0" anchor="ctr"/>
            <a:lstStyle/>
            <a:p>
              <a:endParaRPr lang="en-IN"/>
            </a:p>
          </p:txBody>
        </p:sp>
        <p:sp>
          <p:nvSpPr>
            <p:cNvPr id="8" name="Freeform: Shape 7"/>
            <p:cNvSpPr/>
            <p:nvPr/>
          </p:nvSpPr>
          <p:spPr>
            <a:xfrm>
              <a:off x="8934750" y="1572263"/>
              <a:ext cx="573503" cy="429671"/>
            </a:xfrm>
            <a:custGeom>
              <a:avLst/>
              <a:gdLst>
                <a:gd name="connsiteX0" fmla="*/ 64456 w 811836"/>
                <a:gd name="connsiteY0" fmla="*/ 277075 h 608232"/>
                <a:gd name="connsiteX1" fmla="*/ 227108 w 811836"/>
                <a:gd name="connsiteY1" fmla="*/ 124588 h 608232"/>
                <a:gd name="connsiteX2" fmla="*/ 427883 w 811836"/>
                <a:gd name="connsiteY2" fmla="*/ 44957 h 608232"/>
                <a:gd name="connsiteX3" fmla="*/ 571897 w 811836"/>
                <a:gd name="connsiteY3" fmla="*/ 121200 h 608232"/>
                <a:gd name="connsiteX4" fmla="*/ 720996 w 811836"/>
                <a:gd name="connsiteY4" fmla="*/ 343999 h 608232"/>
                <a:gd name="connsiteX5" fmla="*/ 764200 w 811836"/>
                <a:gd name="connsiteY5" fmla="*/ 529525 h 608232"/>
                <a:gd name="connsiteX6" fmla="*/ 731162 w 811836"/>
                <a:gd name="connsiteY6" fmla="*/ 581201 h 608232"/>
                <a:gd name="connsiteX7" fmla="*/ 630351 w 811836"/>
                <a:gd name="connsiteY7" fmla="*/ 554939 h 608232"/>
                <a:gd name="connsiteX8" fmla="*/ 630351 w 811836"/>
                <a:gd name="connsiteY8" fmla="*/ 573576 h 608232"/>
                <a:gd name="connsiteX9" fmla="*/ 715066 w 811836"/>
                <a:gd name="connsiteY9" fmla="*/ 606615 h 608232"/>
                <a:gd name="connsiteX10" fmla="*/ 799780 w 811836"/>
                <a:gd name="connsiteY10" fmla="*/ 556633 h 608232"/>
                <a:gd name="connsiteX11" fmla="*/ 779449 w 811836"/>
                <a:gd name="connsiteY11" fmla="*/ 387204 h 608232"/>
                <a:gd name="connsiteX12" fmla="*/ 694734 w 811836"/>
                <a:gd name="connsiteY12" fmla="*/ 217774 h 608232"/>
                <a:gd name="connsiteX13" fmla="*/ 582063 w 811836"/>
                <a:gd name="connsiteY13" fmla="*/ 59358 h 608232"/>
                <a:gd name="connsiteX14" fmla="*/ 412634 w 811836"/>
                <a:gd name="connsiteY14" fmla="*/ 57 h 608232"/>
                <a:gd name="connsiteX15" fmla="*/ 267772 w 811836"/>
                <a:gd name="connsiteY15" fmla="*/ 31402 h 608232"/>
                <a:gd name="connsiteX16" fmla="*/ 98342 w 811836"/>
                <a:gd name="connsiteY16" fmla="*/ 150850 h 608232"/>
                <a:gd name="connsiteX17" fmla="*/ 34806 w 811836"/>
                <a:gd name="connsiteY17" fmla="*/ 244036 h 608232"/>
                <a:gd name="connsiteX18" fmla="*/ 1768 w 811836"/>
                <a:gd name="connsiteY18" fmla="*/ 334681 h 608232"/>
                <a:gd name="connsiteX19" fmla="*/ 39889 w 811836"/>
                <a:gd name="connsiteY19" fmla="*/ 309266 h 608232"/>
                <a:gd name="connsiteX20" fmla="*/ 64456 w 811836"/>
                <a:gd name="connsiteY20" fmla="*/ 277075 h 608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11836" h="608232">
                  <a:moveTo>
                    <a:pt x="64456" y="277075"/>
                  </a:moveTo>
                  <a:cubicBezTo>
                    <a:pt x="106306" y="214471"/>
                    <a:pt x="161963" y="162303"/>
                    <a:pt x="227108" y="124588"/>
                  </a:cubicBezTo>
                  <a:cubicBezTo>
                    <a:pt x="311823" y="69524"/>
                    <a:pt x="361805" y="39874"/>
                    <a:pt x="427883" y="44957"/>
                  </a:cubicBezTo>
                  <a:cubicBezTo>
                    <a:pt x="482693" y="54682"/>
                    <a:pt x="533013" y="81342"/>
                    <a:pt x="571897" y="121200"/>
                  </a:cubicBezTo>
                  <a:cubicBezTo>
                    <a:pt x="638060" y="182991"/>
                    <a:pt x="689143" y="259242"/>
                    <a:pt x="720996" y="343999"/>
                  </a:cubicBezTo>
                  <a:cubicBezTo>
                    <a:pt x="758016" y="398285"/>
                    <a:pt x="773434" y="464455"/>
                    <a:pt x="764200" y="529525"/>
                  </a:cubicBezTo>
                  <a:cubicBezTo>
                    <a:pt x="759964" y="544773"/>
                    <a:pt x="752340" y="571882"/>
                    <a:pt x="731162" y="581201"/>
                  </a:cubicBezTo>
                  <a:cubicBezTo>
                    <a:pt x="693887" y="596449"/>
                    <a:pt x="640517" y="543926"/>
                    <a:pt x="630351" y="554939"/>
                  </a:cubicBezTo>
                  <a:cubicBezTo>
                    <a:pt x="620185" y="565952"/>
                    <a:pt x="630351" y="570188"/>
                    <a:pt x="630351" y="573576"/>
                  </a:cubicBezTo>
                  <a:cubicBezTo>
                    <a:pt x="649751" y="600092"/>
                    <a:pt x="682790" y="612977"/>
                    <a:pt x="715066" y="606615"/>
                  </a:cubicBezTo>
                  <a:cubicBezTo>
                    <a:pt x="749629" y="604192"/>
                    <a:pt x="780974" y="585682"/>
                    <a:pt x="799780" y="556633"/>
                  </a:cubicBezTo>
                  <a:cubicBezTo>
                    <a:pt x="824348" y="515970"/>
                    <a:pt x="808252" y="471919"/>
                    <a:pt x="779449" y="387204"/>
                  </a:cubicBezTo>
                  <a:cubicBezTo>
                    <a:pt x="756237" y="328361"/>
                    <a:pt x="727858" y="271670"/>
                    <a:pt x="694734" y="217774"/>
                  </a:cubicBezTo>
                  <a:cubicBezTo>
                    <a:pt x="667710" y="158212"/>
                    <a:pt x="629504" y="104426"/>
                    <a:pt x="582063" y="59358"/>
                  </a:cubicBezTo>
                  <a:cubicBezTo>
                    <a:pt x="532844" y="22948"/>
                    <a:pt x="473798" y="2277"/>
                    <a:pt x="412634" y="57"/>
                  </a:cubicBezTo>
                  <a:cubicBezTo>
                    <a:pt x="362567" y="-1001"/>
                    <a:pt x="312925" y="9740"/>
                    <a:pt x="267772" y="31402"/>
                  </a:cubicBezTo>
                  <a:cubicBezTo>
                    <a:pt x="203134" y="58138"/>
                    <a:pt x="145274" y="98945"/>
                    <a:pt x="98342" y="150850"/>
                  </a:cubicBezTo>
                  <a:cubicBezTo>
                    <a:pt x="73352" y="179136"/>
                    <a:pt x="52003" y="210447"/>
                    <a:pt x="34806" y="244036"/>
                  </a:cubicBezTo>
                  <a:cubicBezTo>
                    <a:pt x="34806" y="244036"/>
                    <a:pt x="-9246" y="328751"/>
                    <a:pt x="1768" y="334681"/>
                  </a:cubicBezTo>
                  <a:cubicBezTo>
                    <a:pt x="12780" y="340611"/>
                    <a:pt x="28876" y="321974"/>
                    <a:pt x="39889" y="309266"/>
                  </a:cubicBezTo>
                  <a:cubicBezTo>
                    <a:pt x="50055" y="300177"/>
                    <a:pt x="58357" y="289257"/>
                    <a:pt x="64456" y="277075"/>
                  </a:cubicBezTo>
                  <a:close/>
                </a:path>
              </a:pathLst>
            </a:custGeom>
            <a:solidFill>
              <a:srgbClr val="0A2428"/>
            </a:solidFill>
            <a:ln w="84667" cap="flat">
              <a:noFill/>
              <a:prstDash val="solid"/>
              <a:miter/>
            </a:ln>
          </p:spPr>
          <p:txBody>
            <a:bodyPr rtlCol="0" anchor="ctr"/>
            <a:lstStyle/>
            <a:p>
              <a:endParaRPr lang="en-IN"/>
            </a:p>
          </p:txBody>
        </p:sp>
        <p:sp>
          <p:nvSpPr>
            <p:cNvPr id="9" name="Freeform: Shape 8"/>
            <p:cNvSpPr/>
            <p:nvPr/>
          </p:nvSpPr>
          <p:spPr>
            <a:xfrm>
              <a:off x="9785900" y="3252587"/>
              <a:ext cx="320064" cy="1930160"/>
            </a:xfrm>
            <a:custGeom>
              <a:avLst/>
              <a:gdLst>
                <a:gd name="connsiteX0" fmla="*/ 37127 w 453075"/>
                <a:gd name="connsiteY0" fmla="*/ 2550136 h 2732286"/>
                <a:gd name="connsiteX1" fmla="*/ 137937 w 453075"/>
                <a:gd name="connsiteY1" fmla="*/ 1985936 h 2732286"/>
                <a:gd name="connsiteX2" fmla="*/ 153186 w 453075"/>
                <a:gd name="connsiteY2" fmla="*/ 1863946 h 2732286"/>
                <a:gd name="connsiteX3" fmla="*/ 153186 w 453075"/>
                <a:gd name="connsiteY3" fmla="*/ 1808882 h 2732286"/>
                <a:gd name="connsiteX4" fmla="*/ 122689 w 453075"/>
                <a:gd name="connsiteY4" fmla="*/ 1754665 h 2732286"/>
                <a:gd name="connsiteX5" fmla="*/ 130313 w 453075"/>
                <a:gd name="connsiteY5" fmla="*/ 1689434 h 2732286"/>
                <a:gd name="connsiteX6" fmla="*/ 142173 w 453075"/>
                <a:gd name="connsiteY6" fmla="*/ 1658937 h 2732286"/>
                <a:gd name="connsiteX7" fmla="*/ 119300 w 453075"/>
                <a:gd name="connsiteY7" fmla="*/ 1593707 h 2732286"/>
                <a:gd name="connsiteX8" fmla="*/ 137937 w 453075"/>
                <a:gd name="connsiteY8" fmla="*/ 1514075 h 2732286"/>
                <a:gd name="connsiteX9" fmla="*/ 156574 w 453075"/>
                <a:gd name="connsiteY9" fmla="*/ 1492896 h 2732286"/>
                <a:gd name="connsiteX10" fmla="*/ 137937 w 453075"/>
                <a:gd name="connsiteY10" fmla="*/ 1447997 h 2732286"/>
                <a:gd name="connsiteX11" fmla="*/ 161657 w 453075"/>
                <a:gd name="connsiteY11" fmla="*/ 1369213 h 2732286"/>
                <a:gd name="connsiteX12" fmla="*/ 154880 w 453075"/>
                <a:gd name="connsiteY12" fmla="*/ 1380225 h 2732286"/>
                <a:gd name="connsiteX13" fmla="*/ 191307 w 453075"/>
                <a:gd name="connsiteY13" fmla="*/ 1295511 h 2732286"/>
                <a:gd name="connsiteX14" fmla="*/ 215027 w 453075"/>
                <a:gd name="connsiteY14" fmla="*/ 1076100 h 2732286"/>
                <a:gd name="connsiteX15" fmla="*/ 232817 w 453075"/>
                <a:gd name="connsiteY15" fmla="*/ 964276 h 2732286"/>
                <a:gd name="connsiteX16" fmla="*/ 219263 w 453075"/>
                <a:gd name="connsiteY16" fmla="*/ 905823 h 2732286"/>
                <a:gd name="connsiteX17" fmla="*/ 245525 w 453075"/>
                <a:gd name="connsiteY17" fmla="*/ 780445 h 2732286"/>
                <a:gd name="connsiteX18" fmla="*/ 345488 w 453075"/>
                <a:gd name="connsiteY18" fmla="*/ 595767 h 2732286"/>
                <a:gd name="connsiteX19" fmla="*/ 453076 w 453075"/>
                <a:gd name="connsiteY19" fmla="*/ 389063 h 2732286"/>
                <a:gd name="connsiteX20" fmla="*/ 273481 w 453075"/>
                <a:gd name="connsiteY20" fmla="*/ 614404 h 2732286"/>
                <a:gd name="connsiteX21" fmla="*/ 160810 w 453075"/>
                <a:gd name="connsiteY21" fmla="*/ 763502 h 2732286"/>
                <a:gd name="connsiteX22" fmla="*/ 167587 w 453075"/>
                <a:gd name="connsiteY22" fmla="*/ 552563 h 2732286"/>
                <a:gd name="connsiteX23" fmla="*/ 285341 w 453075"/>
                <a:gd name="connsiteY23" fmla="*/ 218786 h 2732286"/>
                <a:gd name="connsiteX24" fmla="*/ 370055 w 453075"/>
                <a:gd name="connsiteY24" fmla="*/ 222 h 2732286"/>
                <a:gd name="connsiteX25" fmla="*/ 89650 w 453075"/>
                <a:gd name="connsiteY25" fmla="*/ 515288 h 2732286"/>
                <a:gd name="connsiteX26" fmla="*/ 51528 w 453075"/>
                <a:gd name="connsiteY26" fmla="*/ 755031 h 2732286"/>
                <a:gd name="connsiteX27" fmla="*/ 94733 w 453075"/>
                <a:gd name="connsiteY27" fmla="*/ 1116762 h 2732286"/>
                <a:gd name="connsiteX28" fmla="*/ 78637 w 453075"/>
                <a:gd name="connsiteY28" fmla="*/ 1338715 h 2732286"/>
                <a:gd name="connsiteX29" fmla="*/ 12559 w 453075"/>
                <a:gd name="connsiteY29" fmla="*/ 2007115 h 2732286"/>
                <a:gd name="connsiteX30" fmla="*/ 3240 w 453075"/>
                <a:gd name="connsiteY30" fmla="*/ 2590799 h 2732286"/>
                <a:gd name="connsiteX31" fmla="*/ 3240 w 453075"/>
                <a:gd name="connsiteY31" fmla="*/ 2732273 h 2732286"/>
                <a:gd name="connsiteX32" fmla="*/ 37127 w 453075"/>
                <a:gd name="connsiteY32" fmla="*/ 2550136 h 2732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53075" h="2732286">
                  <a:moveTo>
                    <a:pt x="37127" y="2550136"/>
                  </a:moveTo>
                  <a:cubicBezTo>
                    <a:pt x="87955" y="2261259"/>
                    <a:pt x="121841" y="2050319"/>
                    <a:pt x="137937" y="1985936"/>
                  </a:cubicBezTo>
                  <a:cubicBezTo>
                    <a:pt x="146409" y="1945273"/>
                    <a:pt x="145561" y="1901221"/>
                    <a:pt x="153186" y="1863946"/>
                  </a:cubicBezTo>
                  <a:cubicBezTo>
                    <a:pt x="157845" y="1845886"/>
                    <a:pt x="157845" y="1826943"/>
                    <a:pt x="153186" y="1808882"/>
                  </a:cubicBezTo>
                  <a:cubicBezTo>
                    <a:pt x="144714" y="1780926"/>
                    <a:pt x="128619" y="1780926"/>
                    <a:pt x="122689" y="1754665"/>
                  </a:cubicBezTo>
                  <a:cubicBezTo>
                    <a:pt x="119215" y="1732631"/>
                    <a:pt x="121841" y="1710062"/>
                    <a:pt x="130313" y="1689434"/>
                  </a:cubicBezTo>
                  <a:cubicBezTo>
                    <a:pt x="137090" y="1669103"/>
                    <a:pt x="141325" y="1670797"/>
                    <a:pt x="142173" y="1658937"/>
                  </a:cubicBezTo>
                  <a:cubicBezTo>
                    <a:pt x="142173" y="1632676"/>
                    <a:pt x="126077" y="1625898"/>
                    <a:pt x="119300" y="1593707"/>
                  </a:cubicBezTo>
                  <a:cubicBezTo>
                    <a:pt x="113878" y="1565717"/>
                    <a:pt x="120655" y="1536745"/>
                    <a:pt x="137937" y="1514075"/>
                  </a:cubicBezTo>
                  <a:cubicBezTo>
                    <a:pt x="146409" y="1504756"/>
                    <a:pt x="154033" y="1503062"/>
                    <a:pt x="156574" y="1492896"/>
                  </a:cubicBezTo>
                  <a:cubicBezTo>
                    <a:pt x="159116" y="1482730"/>
                    <a:pt x="143867" y="1469176"/>
                    <a:pt x="137937" y="1447997"/>
                  </a:cubicBezTo>
                  <a:cubicBezTo>
                    <a:pt x="127771" y="1411570"/>
                    <a:pt x="162504" y="1370060"/>
                    <a:pt x="161657" y="1369213"/>
                  </a:cubicBezTo>
                  <a:cubicBezTo>
                    <a:pt x="160810" y="1368365"/>
                    <a:pt x="155727" y="1380225"/>
                    <a:pt x="154880" y="1380225"/>
                  </a:cubicBezTo>
                  <a:cubicBezTo>
                    <a:pt x="154033" y="1380225"/>
                    <a:pt x="177753" y="1331938"/>
                    <a:pt x="191307" y="1295511"/>
                  </a:cubicBezTo>
                  <a:cubicBezTo>
                    <a:pt x="225193" y="1201477"/>
                    <a:pt x="191307" y="1183687"/>
                    <a:pt x="215027" y="1076100"/>
                  </a:cubicBezTo>
                  <a:cubicBezTo>
                    <a:pt x="229259" y="1040638"/>
                    <a:pt x="235359" y="1002414"/>
                    <a:pt x="232817" y="964276"/>
                  </a:cubicBezTo>
                  <a:cubicBezTo>
                    <a:pt x="232817" y="937168"/>
                    <a:pt x="222652" y="930390"/>
                    <a:pt x="219263" y="905823"/>
                  </a:cubicBezTo>
                  <a:cubicBezTo>
                    <a:pt x="215621" y="862364"/>
                    <a:pt x="224769" y="818804"/>
                    <a:pt x="245525" y="780445"/>
                  </a:cubicBezTo>
                  <a:cubicBezTo>
                    <a:pt x="275259" y="717019"/>
                    <a:pt x="308637" y="655364"/>
                    <a:pt x="345488" y="595767"/>
                  </a:cubicBezTo>
                  <a:cubicBezTo>
                    <a:pt x="388693" y="530935"/>
                    <a:pt x="424781" y="461638"/>
                    <a:pt x="453076" y="389063"/>
                  </a:cubicBezTo>
                  <a:cubicBezTo>
                    <a:pt x="384118" y="456428"/>
                    <a:pt x="323716" y="532121"/>
                    <a:pt x="273481" y="614404"/>
                  </a:cubicBezTo>
                  <a:cubicBezTo>
                    <a:pt x="203167" y="716909"/>
                    <a:pt x="178600" y="769432"/>
                    <a:pt x="160810" y="763502"/>
                  </a:cubicBezTo>
                  <a:cubicBezTo>
                    <a:pt x="143020" y="757572"/>
                    <a:pt x="152339" y="628806"/>
                    <a:pt x="167587" y="552563"/>
                  </a:cubicBezTo>
                  <a:cubicBezTo>
                    <a:pt x="194950" y="437469"/>
                    <a:pt x="234427" y="325587"/>
                    <a:pt x="285341" y="218786"/>
                  </a:cubicBezTo>
                  <a:cubicBezTo>
                    <a:pt x="318295" y="147847"/>
                    <a:pt x="346589" y="74839"/>
                    <a:pt x="370055" y="222"/>
                  </a:cubicBezTo>
                  <a:cubicBezTo>
                    <a:pt x="354807" y="-8249"/>
                    <a:pt x="170976" y="212009"/>
                    <a:pt x="89650" y="515288"/>
                  </a:cubicBezTo>
                  <a:cubicBezTo>
                    <a:pt x="65845" y="593031"/>
                    <a:pt x="52968" y="673730"/>
                    <a:pt x="51528" y="755031"/>
                  </a:cubicBezTo>
                  <a:cubicBezTo>
                    <a:pt x="51528" y="897352"/>
                    <a:pt x="89650" y="955805"/>
                    <a:pt x="94733" y="1116762"/>
                  </a:cubicBezTo>
                  <a:cubicBezTo>
                    <a:pt x="96427" y="1191091"/>
                    <a:pt x="91005" y="1265411"/>
                    <a:pt x="78637" y="1338715"/>
                  </a:cubicBezTo>
                  <a:cubicBezTo>
                    <a:pt x="70165" y="1403099"/>
                    <a:pt x="28655" y="1730944"/>
                    <a:pt x="12559" y="2007115"/>
                  </a:cubicBezTo>
                  <a:cubicBezTo>
                    <a:pt x="1546" y="2197723"/>
                    <a:pt x="12559" y="2151977"/>
                    <a:pt x="3240" y="2590799"/>
                  </a:cubicBezTo>
                  <a:cubicBezTo>
                    <a:pt x="-1080" y="2637858"/>
                    <a:pt x="-1080" y="2685214"/>
                    <a:pt x="3240" y="2732273"/>
                  </a:cubicBezTo>
                  <a:cubicBezTo>
                    <a:pt x="19760" y="2672651"/>
                    <a:pt x="31112" y="2611715"/>
                    <a:pt x="37127" y="2550136"/>
                  </a:cubicBezTo>
                  <a:close/>
                </a:path>
              </a:pathLst>
            </a:custGeom>
            <a:solidFill>
              <a:srgbClr val="0A2428"/>
            </a:solidFill>
            <a:ln w="84667" cap="flat">
              <a:noFill/>
              <a:prstDash val="solid"/>
              <a:miter/>
            </a:ln>
          </p:spPr>
          <p:txBody>
            <a:bodyPr rtlCol="0" anchor="ctr"/>
            <a:lstStyle/>
            <a:p>
              <a:endParaRPr lang="en-IN"/>
            </a:p>
          </p:txBody>
        </p:sp>
        <p:sp>
          <p:nvSpPr>
            <p:cNvPr id="10" name="Freeform: Shape 9"/>
            <p:cNvSpPr/>
            <p:nvPr/>
          </p:nvSpPr>
          <p:spPr>
            <a:xfrm>
              <a:off x="9328566" y="2653110"/>
              <a:ext cx="747476" cy="645095"/>
            </a:xfrm>
            <a:custGeom>
              <a:avLst/>
              <a:gdLst>
                <a:gd name="connsiteX0" fmla="*/ 86431 w 1058108"/>
                <a:gd name="connsiteY0" fmla="*/ 847134 h 913180"/>
                <a:gd name="connsiteX1" fmla="*/ 318549 w 1058108"/>
                <a:gd name="connsiteY1" fmla="*/ 749712 h 913180"/>
                <a:gd name="connsiteX2" fmla="*/ 639618 w 1058108"/>
                <a:gd name="connsiteY2" fmla="*/ 475236 h 913180"/>
                <a:gd name="connsiteX3" fmla="*/ 893762 w 1058108"/>
                <a:gd name="connsiteY3" fmla="*/ 265143 h 913180"/>
                <a:gd name="connsiteX4" fmla="*/ 1058108 w 1058108"/>
                <a:gd name="connsiteY4" fmla="*/ -14 h 913180"/>
                <a:gd name="connsiteX5" fmla="*/ 1002197 w 1058108"/>
                <a:gd name="connsiteY5" fmla="*/ 159250 h 913180"/>
                <a:gd name="connsiteX6" fmla="*/ 704001 w 1058108"/>
                <a:gd name="connsiteY6" fmla="*/ 462529 h 913180"/>
                <a:gd name="connsiteX7" fmla="*/ 465105 w 1058108"/>
                <a:gd name="connsiteY7" fmla="*/ 670927 h 913180"/>
                <a:gd name="connsiteX8" fmla="*/ 228751 w 1058108"/>
                <a:gd name="connsiteY8" fmla="*/ 847134 h 913180"/>
                <a:gd name="connsiteX9" fmla="*/ 50850 w 1058108"/>
                <a:gd name="connsiteY9" fmla="*/ 906434 h 913180"/>
                <a:gd name="connsiteX10" fmla="*/ 2563 w 1058108"/>
                <a:gd name="connsiteY10" fmla="*/ 835274 h 913180"/>
                <a:gd name="connsiteX11" fmla="*/ 86431 w 1058108"/>
                <a:gd name="connsiteY11" fmla="*/ 847134 h 913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8108" h="913180">
                  <a:moveTo>
                    <a:pt x="86431" y="847134"/>
                  </a:moveTo>
                  <a:cubicBezTo>
                    <a:pt x="165215" y="858147"/>
                    <a:pt x="233834" y="813248"/>
                    <a:pt x="318549" y="749712"/>
                  </a:cubicBezTo>
                  <a:cubicBezTo>
                    <a:pt x="466800" y="637888"/>
                    <a:pt x="511698" y="580282"/>
                    <a:pt x="639618" y="475236"/>
                  </a:cubicBezTo>
                  <a:cubicBezTo>
                    <a:pt x="801423" y="338845"/>
                    <a:pt x="821755" y="350705"/>
                    <a:pt x="893762" y="265143"/>
                  </a:cubicBezTo>
                  <a:cubicBezTo>
                    <a:pt x="957213" y="182462"/>
                    <a:pt x="1012277" y="93638"/>
                    <a:pt x="1058108" y="-14"/>
                  </a:cubicBezTo>
                  <a:cubicBezTo>
                    <a:pt x="1051670" y="56601"/>
                    <a:pt x="1032525" y="111030"/>
                    <a:pt x="1002197" y="159250"/>
                  </a:cubicBezTo>
                  <a:cubicBezTo>
                    <a:pt x="954757" y="243965"/>
                    <a:pt x="907316" y="284628"/>
                    <a:pt x="704001" y="462529"/>
                  </a:cubicBezTo>
                  <a:cubicBezTo>
                    <a:pt x="624369" y="531995"/>
                    <a:pt x="543890" y="600614"/>
                    <a:pt x="465105" y="670927"/>
                  </a:cubicBezTo>
                  <a:cubicBezTo>
                    <a:pt x="390810" y="735437"/>
                    <a:pt x="311772" y="794331"/>
                    <a:pt x="228751" y="847134"/>
                  </a:cubicBezTo>
                  <a:cubicBezTo>
                    <a:pt x="144037" y="902198"/>
                    <a:pt x="92361" y="925918"/>
                    <a:pt x="50850" y="906434"/>
                  </a:cubicBezTo>
                  <a:cubicBezTo>
                    <a:pt x="9340" y="886950"/>
                    <a:pt x="-6756" y="848828"/>
                    <a:pt x="2563" y="835274"/>
                  </a:cubicBezTo>
                  <a:cubicBezTo>
                    <a:pt x="11881" y="821719"/>
                    <a:pt x="50003" y="839509"/>
                    <a:pt x="86431" y="847134"/>
                  </a:cubicBezTo>
                  <a:close/>
                </a:path>
              </a:pathLst>
            </a:custGeom>
            <a:solidFill>
              <a:srgbClr val="0A2428"/>
            </a:solidFill>
            <a:ln w="84667" cap="flat">
              <a:noFill/>
              <a:prstDash val="solid"/>
              <a:miter/>
            </a:ln>
          </p:spPr>
          <p:txBody>
            <a:bodyPr rtlCol="0" anchor="ctr"/>
            <a:lstStyle/>
            <a:p>
              <a:endParaRPr lang="en-IN"/>
            </a:p>
          </p:txBody>
        </p:sp>
        <p:sp>
          <p:nvSpPr>
            <p:cNvPr id="12" name="Freeform: Shape 11"/>
            <p:cNvSpPr/>
            <p:nvPr/>
          </p:nvSpPr>
          <p:spPr>
            <a:xfrm>
              <a:off x="9978495" y="3748611"/>
              <a:ext cx="602637" cy="174404"/>
            </a:xfrm>
            <a:custGeom>
              <a:avLst/>
              <a:gdLst>
                <a:gd name="connsiteX0" fmla="*/ 26261 w 853077"/>
                <a:gd name="connsiteY0" fmla="*/ 174861 h 246882"/>
                <a:gd name="connsiteX1" fmla="*/ 240590 w 853077"/>
                <a:gd name="connsiteY1" fmla="*/ 28304 h 246882"/>
                <a:gd name="connsiteX2" fmla="*/ 429504 w 853077"/>
                <a:gd name="connsiteY2" fmla="*/ 1195 h 246882"/>
                <a:gd name="connsiteX3" fmla="*/ 683648 w 853077"/>
                <a:gd name="connsiteY3" fmla="*/ 107089 h 246882"/>
                <a:gd name="connsiteX4" fmla="*/ 853077 w 853077"/>
                <a:gd name="connsiteY4" fmla="*/ 246868 h 246882"/>
                <a:gd name="connsiteX5" fmla="*/ 797165 w 853077"/>
                <a:gd name="connsiteY5" fmla="*/ 212982 h 246882"/>
                <a:gd name="connsiteX6" fmla="*/ 581143 w 853077"/>
                <a:gd name="connsiteY6" fmla="*/ 76591 h 246882"/>
                <a:gd name="connsiteX7" fmla="*/ 376980 w 853077"/>
                <a:gd name="connsiteY7" fmla="*/ 26610 h 246882"/>
                <a:gd name="connsiteX8" fmla="*/ 195691 w 853077"/>
                <a:gd name="connsiteY8" fmla="*/ 78286 h 246882"/>
                <a:gd name="connsiteX9" fmla="*/ 0 w 853077"/>
                <a:gd name="connsiteY9" fmla="*/ 213830 h 246882"/>
                <a:gd name="connsiteX10" fmla="*/ 26261 w 853077"/>
                <a:gd name="connsiteY10" fmla="*/ 174861 h 246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3077" h="246882">
                  <a:moveTo>
                    <a:pt x="26261" y="174861"/>
                  </a:moveTo>
                  <a:cubicBezTo>
                    <a:pt x="83783" y="108275"/>
                    <a:pt x="157654" y="57776"/>
                    <a:pt x="240590" y="28304"/>
                  </a:cubicBezTo>
                  <a:cubicBezTo>
                    <a:pt x="300822" y="5702"/>
                    <a:pt x="365290" y="-3549"/>
                    <a:pt x="429504" y="1195"/>
                  </a:cubicBezTo>
                  <a:cubicBezTo>
                    <a:pt x="522097" y="13225"/>
                    <a:pt x="609861" y="49788"/>
                    <a:pt x="683648" y="107089"/>
                  </a:cubicBezTo>
                  <a:cubicBezTo>
                    <a:pt x="746929" y="144702"/>
                    <a:pt x="804112" y="191846"/>
                    <a:pt x="853077" y="246868"/>
                  </a:cubicBezTo>
                  <a:cubicBezTo>
                    <a:pt x="833255" y="237634"/>
                    <a:pt x="814532" y="226274"/>
                    <a:pt x="797165" y="212982"/>
                  </a:cubicBezTo>
                  <a:cubicBezTo>
                    <a:pt x="668400" y="128268"/>
                    <a:pt x="603169" y="87604"/>
                    <a:pt x="581143" y="76591"/>
                  </a:cubicBezTo>
                  <a:cubicBezTo>
                    <a:pt x="518200" y="43511"/>
                    <a:pt x="448056" y="26347"/>
                    <a:pt x="376980" y="26610"/>
                  </a:cubicBezTo>
                  <a:cubicBezTo>
                    <a:pt x="313444" y="29999"/>
                    <a:pt x="251434" y="47661"/>
                    <a:pt x="195691" y="78286"/>
                  </a:cubicBezTo>
                  <a:cubicBezTo>
                    <a:pt x="126140" y="116907"/>
                    <a:pt x="60571" y="162315"/>
                    <a:pt x="0" y="213830"/>
                  </a:cubicBezTo>
                  <a:cubicBezTo>
                    <a:pt x="0" y="213830"/>
                    <a:pt x="11013" y="190956"/>
                    <a:pt x="26261" y="174861"/>
                  </a:cubicBezTo>
                  <a:close/>
                </a:path>
              </a:pathLst>
            </a:custGeom>
            <a:solidFill>
              <a:srgbClr val="0A2428"/>
            </a:solidFill>
            <a:ln w="84667" cap="flat">
              <a:noFill/>
              <a:prstDash val="solid"/>
              <a:miter/>
            </a:ln>
          </p:spPr>
          <p:txBody>
            <a:bodyPr rtlCol="0" anchor="ctr"/>
            <a:lstStyle/>
            <a:p>
              <a:endParaRPr lang="en-IN"/>
            </a:p>
          </p:txBody>
        </p:sp>
        <p:sp>
          <p:nvSpPr>
            <p:cNvPr id="14" name="Freeform: Shape 13"/>
            <p:cNvSpPr/>
            <p:nvPr/>
          </p:nvSpPr>
          <p:spPr>
            <a:xfrm>
              <a:off x="8618222" y="1313683"/>
              <a:ext cx="249552" cy="593762"/>
            </a:xfrm>
            <a:custGeom>
              <a:avLst/>
              <a:gdLst>
                <a:gd name="connsiteX0" fmla="*/ 0 w 353260"/>
                <a:gd name="connsiteY0" fmla="*/ 171254 h 840514"/>
                <a:gd name="connsiteX1" fmla="*/ 65231 w 353260"/>
                <a:gd name="connsiteY1" fmla="*/ 279689 h 840514"/>
                <a:gd name="connsiteX2" fmla="*/ 178748 w 353260"/>
                <a:gd name="connsiteY2" fmla="*/ 364403 h 840514"/>
                <a:gd name="connsiteX3" fmla="*/ 219412 w 353260"/>
                <a:gd name="connsiteY3" fmla="*/ 401678 h 840514"/>
                <a:gd name="connsiteX4" fmla="*/ 282100 w 353260"/>
                <a:gd name="connsiteY4" fmla="*/ 486393 h 840514"/>
                <a:gd name="connsiteX5" fmla="*/ 298196 w 353260"/>
                <a:gd name="connsiteY5" fmla="*/ 558400 h 840514"/>
                <a:gd name="connsiteX6" fmla="*/ 260075 w 353260"/>
                <a:gd name="connsiteY6" fmla="*/ 716817 h 840514"/>
                <a:gd name="connsiteX7" fmla="*/ 175360 w 353260"/>
                <a:gd name="connsiteY7" fmla="*/ 840501 h 840514"/>
                <a:gd name="connsiteX8" fmla="*/ 245673 w 353260"/>
                <a:gd name="connsiteY8" fmla="*/ 787130 h 840514"/>
                <a:gd name="connsiteX9" fmla="*/ 321916 w 353260"/>
                <a:gd name="connsiteY9" fmla="*/ 643115 h 840514"/>
                <a:gd name="connsiteX10" fmla="*/ 353261 w 353260"/>
                <a:gd name="connsiteY10" fmla="*/ 501642 h 840514"/>
                <a:gd name="connsiteX11" fmla="*/ 288878 w 353260"/>
                <a:gd name="connsiteY11" fmla="*/ 322893 h 840514"/>
                <a:gd name="connsiteX12" fmla="*/ 266005 w 353260"/>
                <a:gd name="connsiteY12" fmla="*/ 295785 h 840514"/>
                <a:gd name="connsiteX13" fmla="*/ 288878 w 353260"/>
                <a:gd name="connsiteY13" fmla="*/ 279689 h 840514"/>
                <a:gd name="connsiteX14" fmla="*/ 304126 w 353260"/>
                <a:gd name="connsiteY14" fmla="*/ 206834 h 840514"/>
                <a:gd name="connsiteX15" fmla="*/ 289725 w 353260"/>
                <a:gd name="connsiteY15" fmla="*/ 83151 h 840514"/>
                <a:gd name="connsiteX16" fmla="*/ 240590 w 353260"/>
                <a:gd name="connsiteY16" fmla="*/ 13685 h 840514"/>
                <a:gd name="connsiteX17" fmla="*/ 105047 w 353260"/>
                <a:gd name="connsiteY17" fmla="*/ 19615 h 840514"/>
                <a:gd name="connsiteX18" fmla="*/ 28803 w 353260"/>
                <a:gd name="connsiteY18" fmla="*/ 88234 h 840514"/>
                <a:gd name="connsiteX19" fmla="*/ 0 w 353260"/>
                <a:gd name="connsiteY19" fmla="*/ 171254 h 840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53260" h="840514">
                  <a:moveTo>
                    <a:pt x="0" y="171254"/>
                  </a:moveTo>
                  <a:cubicBezTo>
                    <a:pt x="6396" y="214654"/>
                    <a:pt x="29888" y="253699"/>
                    <a:pt x="65231" y="279689"/>
                  </a:cubicBezTo>
                  <a:cubicBezTo>
                    <a:pt x="99963" y="312728"/>
                    <a:pt x="112671" y="311033"/>
                    <a:pt x="178748" y="364403"/>
                  </a:cubicBezTo>
                  <a:cubicBezTo>
                    <a:pt x="199927" y="382194"/>
                    <a:pt x="210940" y="393207"/>
                    <a:pt x="219412" y="401678"/>
                  </a:cubicBezTo>
                  <a:cubicBezTo>
                    <a:pt x="245334" y="425856"/>
                    <a:pt x="266513" y="454565"/>
                    <a:pt x="282100" y="486393"/>
                  </a:cubicBezTo>
                  <a:cubicBezTo>
                    <a:pt x="292351" y="509020"/>
                    <a:pt x="297858" y="533545"/>
                    <a:pt x="298196" y="558400"/>
                  </a:cubicBezTo>
                  <a:cubicBezTo>
                    <a:pt x="299467" y="613626"/>
                    <a:pt x="286336" y="668225"/>
                    <a:pt x="260075" y="716817"/>
                  </a:cubicBezTo>
                  <a:cubicBezTo>
                    <a:pt x="234406" y="759767"/>
                    <a:pt x="206111" y="801074"/>
                    <a:pt x="175360" y="840501"/>
                  </a:cubicBezTo>
                  <a:cubicBezTo>
                    <a:pt x="179595" y="840501"/>
                    <a:pt x="216023" y="820169"/>
                    <a:pt x="245673" y="787130"/>
                  </a:cubicBezTo>
                  <a:cubicBezTo>
                    <a:pt x="281846" y="745671"/>
                    <a:pt x="308023" y="696375"/>
                    <a:pt x="321916" y="643115"/>
                  </a:cubicBezTo>
                  <a:cubicBezTo>
                    <a:pt x="341655" y="598504"/>
                    <a:pt x="352329" y="550412"/>
                    <a:pt x="353261" y="501642"/>
                  </a:cubicBezTo>
                  <a:cubicBezTo>
                    <a:pt x="353261" y="487240"/>
                    <a:pt x="347331" y="365251"/>
                    <a:pt x="288878" y="322893"/>
                  </a:cubicBezTo>
                  <a:cubicBezTo>
                    <a:pt x="282948" y="322893"/>
                    <a:pt x="263463" y="305950"/>
                    <a:pt x="266005" y="295785"/>
                  </a:cubicBezTo>
                  <a:cubicBezTo>
                    <a:pt x="268546" y="285619"/>
                    <a:pt x="279559" y="287313"/>
                    <a:pt x="288878" y="279689"/>
                  </a:cubicBezTo>
                  <a:cubicBezTo>
                    <a:pt x="298196" y="272065"/>
                    <a:pt x="305820" y="248344"/>
                    <a:pt x="304126" y="206834"/>
                  </a:cubicBezTo>
                  <a:cubicBezTo>
                    <a:pt x="306329" y="165087"/>
                    <a:pt x="301416" y="123280"/>
                    <a:pt x="289725" y="83151"/>
                  </a:cubicBezTo>
                  <a:cubicBezTo>
                    <a:pt x="280745" y="55576"/>
                    <a:pt x="263633" y="31365"/>
                    <a:pt x="240590" y="13685"/>
                  </a:cubicBezTo>
                  <a:cubicBezTo>
                    <a:pt x="197131" y="-6486"/>
                    <a:pt x="146582" y="-4275"/>
                    <a:pt x="105047" y="19615"/>
                  </a:cubicBezTo>
                  <a:cubicBezTo>
                    <a:pt x="73914" y="35202"/>
                    <a:pt x="47567" y="58905"/>
                    <a:pt x="28803" y="88234"/>
                  </a:cubicBezTo>
                  <a:cubicBezTo>
                    <a:pt x="10581" y="112123"/>
                    <a:pt x="483" y="141214"/>
                    <a:pt x="0" y="171254"/>
                  </a:cubicBezTo>
                  <a:close/>
                </a:path>
              </a:pathLst>
            </a:custGeom>
            <a:solidFill>
              <a:srgbClr val="0A2428"/>
            </a:solidFill>
            <a:ln w="84667" cap="flat">
              <a:noFill/>
              <a:prstDash val="solid"/>
              <a:miter/>
            </a:ln>
          </p:spPr>
          <p:txBody>
            <a:bodyPr rtlCol="0" anchor="ctr"/>
            <a:lstStyle/>
            <a:p>
              <a:endParaRPr lang="en-IN"/>
            </a:p>
          </p:txBody>
        </p:sp>
        <p:sp>
          <p:nvSpPr>
            <p:cNvPr id="16" name="Freeform: Shape 15"/>
            <p:cNvSpPr/>
            <p:nvPr/>
          </p:nvSpPr>
          <p:spPr>
            <a:xfrm>
              <a:off x="8225042" y="1065141"/>
              <a:ext cx="581053" cy="246250"/>
            </a:xfrm>
            <a:custGeom>
              <a:avLst/>
              <a:gdLst>
                <a:gd name="connsiteX0" fmla="*/ 74549 w 822524"/>
                <a:gd name="connsiteY0" fmla="*/ 45293 h 348585"/>
                <a:gd name="connsiteX1" fmla="*/ 321069 w 822524"/>
                <a:gd name="connsiteY1" fmla="*/ 394 h 348585"/>
                <a:gd name="connsiteX2" fmla="*/ 592157 w 822524"/>
                <a:gd name="connsiteY2" fmla="*/ 68166 h 348585"/>
                <a:gd name="connsiteX3" fmla="*/ 820886 w 822524"/>
                <a:gd name="connsiteY3" fmla="*/ 322310 h 348585"/>
                <a:gd name="connsiteX4" fmla="*/ 788695 w 822524"/>
                <a:gd name="connsiteY4" fmla="*/ 314686 h 348585"/>
                <a:gd name="connsiteX5" fmla="*/ 619265 w 822524"/>
                <a:gd name="connsiteY5" fmla="*/ 348572 h 348585"/>
                <a:gd name="connsiteX6" fmla="*/ 698050 w 822524"/>
                <a:gd name="connsiteY6" fmla="*/ 285036 h 348585"/>
                <a:gd name="connsiteX7" fmla="*/ 653151 w 822524"/>
                <a:gd name="connsiteY7" fmla="*/ 179989 h 348585"/>
                <a:gd name="connsiteX8" fmla="*/ 502358 w 822524"/>
                <a:gd name="connsiteY8" fmla="*/ 59694 h 348585"/>
                <a:gd name="connsiteX9" fmla="*/ 254144 w 822524"/>
                <a:gd name="connsiteY9" fmla="*/ 18184 h 348585"/>
                <a:gd name="connsiteX10" fmla="*/ 0 w 822524"/>
                <a:gd name="connsiteY10" fmla="*/ 91886 h 348585"/>
                <a:gd name="connsiteX11" fmla="*/ 74549 w 822524"/>
                <a:gd name="connsiteY11" fmla="*/ 45293 h 348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2524" h="348585">
                  <a:moveTo>
                    <a:pt x="74549" y="45293"/>
                  </a:moveTo>
                  <a:cubicBezTo>
                    <a:pt x="152470" y="12551"/>
                    <a:pt x="236609" y="-2774"/>
                    <a:pt x="321069" y="394"/>
                  </a:cubicBezTo>
                  <a:cubicBezTo>
                    <a:pt x="415645" y="250"/>
                    <a:pt x="508780" y="23538"/>
                    <a:pt x="592157" y="68166"/>
                  </a:cubicBezTo>
                  <a:cubicBezTo>
                    <a:pt x="743796" y="152881"/>
                    <a:pt x="836135" y="304520"/>
                    <a:pt x="820886" y="322310"/>
                  </a:cubicBezTo>
                  <a:cubicBezTo>
                    <a:pt x="805637" y="340100"/>
                    <a:pt x="809026" y="322310"/>
                    <a:pt x="788695" y="314686"/>
                  </a:cubicBezTo>
                  <a:cubicBezTo>
                    <a:pt x="730064" y="307926"/>
                    <a:pt x="670789" y="319777"/>
                    <a:pt x="619265" y="348572"/>
                  </a:cubicBezTo>
                  <a:cubicBezTo>
                    <a:pt x="619265" y="348572"/>
                    <a:pt x="685343" y="328240"/>
                    <a:pt x="698050" y="285036"/>
                  </a:cubicBezTo>
                  <a:cubicBezTo>
                    <a:pt x="710757" y="241831"/>
                    <a:pt x="679413" y="213028"/>
                    <a:pt x="653151" y="179989"/>
                  </a:cubicBezTo>
                  <a:cubicBezTo>
                    <a:pt x="612810" y="128830"/>
                    <a:pt x="561210" y="87659"/>
                    <a:pt x="502358" y="59694"/>
                  </a:cubicBezTo>
                  <a:cubicBezTo>
                    <a:pt x="424413" y="25266"/>
                    <a:pt x="339054" y="10992"/>
                    <a:pt x="254144" y="18184"/>
                  </a:cubicBezTo>
                  <a:cubicBezTo>
                    <a:pt x="166219" y="29883"/>
                    <a:pt x="80547" y="54722"/>
                    <a:pt x="0" y="91886"/>
                  </a:cubicBezTo>
                  <a:cubicBezTo>
                    <a:pt x="21628" y="71715"/>
                    <a:pt x="46940" y="55899"/>
                    <a:pt x="74549" y="45293"/>
                  </a:cubicBezTo>
                  <a:close/>
                </a:path>
              </a:pathLst>
            </a:custGeom>
            <a:solidFill>
              <a:srgbClr val="0A2428"/>
            </a:solidFill>
            <a:ln w="84667" cap="flat">
              <a:noFill/>
              <a:prstDash val="solid"/>
              <a:miter/>
            </a:ln>
          </p:spPr>
          <p:txBody>
            <a:bodyPr rtlCol="0" anchor="ctr"/>
            <a:lstStyle/>
            <a:p>
              <a:endParaRPr lang="en-IN"/>
            </a:p>
          </p:txBody>
        </p:sp>
        <p:sp>
          <p:nvSpPr>
            <p:cNvPr id="19" name="Freeform: Shape 18"/>
            <p:cNvSpPr/>
            <p:nvPr/>
          </p:nvSpPr>
          <p:spPr>
            <a:xfrm>
              <a:off x="6755783" y="3586665"/>
              <a:ext cx="758901" cy="470650"/>
            </a:xfrm>
            <a:custGeom>
              <a:avLst/>
              <a:gdLst>
                <a:gd name="connsiteX0" fmla="*/ 945 w 1074281"/>
                <a:gd name="connsiteY0" fmla="*/ 542192 h 666240"/>
                <a:gd name="connsiteX1" fmla="*/ 72106 w 1074281"/>
                <a:gd name="connsiteY1" fmla="*/ 610811 h 666240"/>
                <a:gd name="connsiteX2" fmla="*/ 123782 w 1074281"/>
                <a:gd name="connsiteY2" fmla="*/ 640462 h 666240"/>
                <a:gd name="connsiteX3" fmla="*/ 165292 w 1074281"/>
                <a:gd name="connsiteY3" fmla="*/ 627754 h 666240"/>
                <a:gd name="connsiteX4" fmla="*/ 207649 w 1074281"/>
                <a:gd name="connsiteY4" fmla="*/ 608270 h 666240"/>
                <a:gd name="connsiteX5" fmla="*/ 369454 w 1074281"/>
                <a:gd name="connsiteY5" fmla="*/ 518472 h 666240"/>
                <a:gd name="connsiteX6" fmla="*/ 629529 w 1074281"/>
                <a:gd name="connsiteY6" fmla="*/ 349043 h 666240"/>
                <a:gd name="connsiteX7" fmla="*/ 914170 w 1074281"/>
                <a:gd name="connsiteY7" fmla="*/ 141491 h 666240"/>
                <a:gd name="connsiteX8" fmla="*/ 1074281 w 1074281"/>
                <a:gd name="connsiteY8" fmla="*/ 18 h 666240"/>
                <a:gd name="connsiteX9" fmla="*/ 972623 w 1074281"/>
                <a:gd name="connsiteY9" fmla="*/ 108452 h 666240"/>
                <a:gd name="connsiteX10" fmla="*/ 579547 w 1074281"/>
                <a:gd name="connsiteY10" fmla="*/ 411731 h 666240"/>
                <a:gd name="connsiteX11" fmla="*/ 141572 w 1074281"/>
                <a:gd name="connsiteY11" fmla="*/ 665876 h 666240"/>
                <a:gd name="connsiteX12" fmla="*/ 56857 w 1074281"/>
                <a:gd name="connsiteY12" fmla="*/ 636226 h 666240"/>
                <a:gd name="connsiteX13" fmla="*/ 1792 w 1074281"/>
                <a:gd name="connsiteY13" fmla="*/ 551511 h 666240"/>
                <a:gd name="connsiteX14" fmla="*/ 945 w 1074281"/>
                <a:gd name="connsiteY14" fmla="*/ 542192 h 666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74281" h="666240">
                  <a:moveTo>
                    <a:pt x="945" y="542192"/>
                  </a:moveTo>
                  <a:cubicBezTo>
                    <a:pt x="6028" y="542192"/>
                    <a:pt x="28054" y="569301"/>
                    <a:pt x="72106" y="610811"/>
                  </a:cubicBezTo>
                  <a:cubicBezTo>
                    <a:pt x="99214" y="637073"/>
                    <a:pt x="111074" y="639614"/>
                    <a:pt x="123782" y="640462"/>
                  </a:cubicBezTo>
                  <a:cubicBezTo>
                    <a:pt x="136489" y="641308"/>
                    <a:pt x="134794" y="640462"/>
                    <a:pt x="165292" y="627754"/>
                  </a:cubicBezTo>
                  <a:lnTo>
                    <a:pt x="207649" y="608270"/>
                  </a:lnTo>
                  <a:cubicBezTo>
                    <a:pt x="310154" y="555747"/>
                    <a:pt x="369454" y="518472"/>
                    <a:pt x="369454" y="518472"/>
                  </a:cubicBezTo>
                  <a:cubicBezTo>
                    <a:pt x="483819" y="448159"/>
                    <a:pt x="538884" y="413426"/>
                    <a:pt x="629529" y="349043"/>
                  </a:cubicBezTo>
                  <a:cubicBezTo>
                    <a:pt x="728272" y="285311"/>
                    <a:pt x="823305" y="216015"/>
                    <a:pt x="914170" y="141491"/>
                  </a:cubicBezTo>
                  <a:cubicBezTo>
                    <a:pt x="1005662" y="65248"/>
                    <a:pt x="1072586" y="-1676"/>
                    <a:pt x="1074281" y="18"/>
                  </a:cubicBezTo>
                  <a:cubicBezTo>
                    <a:pt x="1043258" y="38741"/>
                    <a:pt x="1009262" y="74990"/>
                    <a:pt x="972623" y="108452"/>
                  </a:cubicBezTo>
                  <a:cubicBezTo>
                    <a:pt x="849846" y="219801"/>
                    <a:pt x="718403" y="321214"/>
                    <a:pt x="579547" y="411731"/>
                  </a:cubicBezTo>
                  <a:cubicBezTo>
                    <a:pt x="331332" y="581161"/>
                    <a:pt x="215274" y="672653"/>
                    <a:pt x="141572" y="665876"/>
                  </a:cubicBezTo>
                  <a:cubicBezTo>
                    <a:pt x="110693" y="666469"/>
                    <a:pt x="80628" y="655947"/>
                    <a:pt x="56857" y="636226"/>
                  </a:cubicBezTo>
                  <a:cubicBezTo>
                    <a:pt x="35280" y="610218"/>
                    <a:pt x="16795" y="581788"/>
                    <a:pt x="1792" y="551511"/>
                  </a:cubicBezTo>
                  <a:cubicBezTo>
                    <a:pt x="1792" y="551511"/>
                    <a:pt x="-1597" y="542192"/>
                    <a:pt x="945" y="542192"/>
                  </a:cubicBezTo>
                  <a:close/>
                </a:path>
              </a:pathLst>
            </a:custGeom>
            <a:solidFill>
              <a:srgbClr val="0A2428"/>
            </a:solidFill>
            <a:ln w="84667" cap="flat">
              <a:noFill/>
              <a:prstDash val="solid"/>
              <a:miter/>
            </a:ln>
          </p:spPr>
          <p:txBody>
            <a:bodyPr rtlCol="0" anchor="ctr"/>
            <a:lstStyle/>
            <a:p>
              <a:endParaRPr lang="en-IN"/>
            </a:p>
          </p:txBody>
        </p:sp>
        <p:sp>
          <p:nvSpPr>
            <p:cNvPr id="22" name="Freeform: Shape 21"/>
            <p:cNvSpPr/>
            <p:nvPr/>
          </p:nvSpPr>
          <p:spPr>
            <a:xfrm>
              <a:off x="6944364" y="3447847"/>
              <a:ext cx="237246" cy="223309"/>
            </a:xfrm>
            <a:custGeom>
              <a:avLst/>
              <a:gdLst>
                <a:gd name="connsiteX0" fmla="*/ 0 w 335839"/>
                <a:gd name="connsiteY0" fmla="*/ 300724 h 316110"/>
                <a:gd name="connsiteX1" fmla="*/ 95727 w 335839"/>
                <a:gd name="connsiteY1" fmla="*/ 315125 h 316110"/>
                <a:gd name="connsiteX2" fmla="*/ 230424 w 335839"/>
                <a:gd name="connsiteY2" fmla="*/ 263449 h 316110"/>
                <a:gd name="connsiteX3" fmla="*/ 309208 w 335839"/>
                <a:gd name="connsiteY3" fmla="*/ 155862 h 316110"/>
                <a:gd name="connsiteX4" fmla="*/ 333776 w 335839"/>
                <a:gd name="connsiteY4" fmla="*/ -14 h 316110"/>
                <a:gd name="connsiteX5" fmla="*/ 322763 w 335839"/>
                <a:gd name="connsiteY5" fmla="*/ 39802 h 316110"/>
                <a:gd name="connsiteX6" fmla="*/ 265157 w 335839"/>
                <a:gd name="connsiteY6" fmla="*/ 199066 h 316110"/>
                <a:gd name="connsiteX7" fmla="*/ 83867 w 335839"/>
                <a:gd name="connsiteY7" fmla="*/ 298182 h 316110"/>
                <a:gd name="connsiteX8" fmla="*/ 0 w 335839"/>
                <a:gd name="connsiteY8" fmla="*/ 300724 h 31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839" h="316110">
                  <a:moveTo>
                    <a:pt x="0" y="300724"/>
                  </a:moveTo>
                  <a:cubicBezTo>
                    <a:pt x="30209" y="313431"/>
                    <a:pt x="63120" y="318378"/>
                    <a:pt x="95727" y="315125"/>
                  </a:cubicBezTo>
                  <a:cubicBezTo>
                    <a:pt x="144752" y="311618"/>
                    <a:pt x="191633" y="293633"/>
                    <a:pt x="230424" y="263449"/>
                  </a:cubicBezTo>
                  <a:cubicBezTo>
                    <a:pt x="265792" y="235239"/>
                    <a:pt x="292994" y="198100"/>
                    <a:pt x="309208" y="155862"/>
                  </a:cubicBezTo>
                  <a:cubicBezTo>
                    <a:pt x="331658" y="107176"/>
                    <a:pt x="340163" y="53221"/>
                    <a:pt x="333776" y="-14"/>
                  </a:cubicBezTo>
                  <a:cubicBezTo>
                    <a:pt x="329134" y="12973"/>
                    <a:pt x="325457" y="26282"/>
                    <a:pt x="322763" y="39802"/>
                  </a:cubicBezTo>
                  <a:cubicBezTo>
                    <a:pt x="312377" y="95680"/>
                    <a:pt x="292918" y="149474"/>
                    <a:pt x="265157" y="199066"/>
                  </a:cubicBezTo>
                  <a:cubicBezTo>
                    <a:pt x="220063" y="254596"/>
                    <a:pt x="154960" y="290194"/>
                    <a:pt x="83867" y="298182"/>
                  </a:cubicBezTo>
                  <a:cubicBezTo>
                    <a:pt x="55988" y="300673"/>
                    <a:pt x="27981" y="301520"/>
                    <a:pt x="0" y="300724"/>
                  </a:cubicBezTo>
                  <a:close/>
                </a:path>
              </a:pathLst>
            </a:custGeom>
            <a:solidFill>
              <a:srgbClr val="0A2428"/>
            </a:solidFill>
            <a:ln w="84667" cap="flat">
              <a:noFill/>
              <a:prstDash val="solid"/>
              <a:miter/>
            </a:ln>
          </p:spPr>
          <p:txBody>
            <a:bodyPr rtlCol="0" anchor="ctr"/>
            <a:lstStyle/>
            <a:p>
              <a:endParaRPr lang="en-IN"/>
            </a:p>
          </p:txBody>
        </p:sp>
        <p:sp>
          <p:nvSpPr>
            <p:cNvPr id="23" name="Freeform: Shape 22"/>
            <p:cNvSpPr/>
            <p:nvPr/>
          </p:nvSpPr>
          <p:spPr>
            <a:xfrm>
              <a:off x="8233421" y="2477766"/>
              <a:ext cx="144714" cy="244636"/>
            </a:xfrm>
            <a:custGeom>
              <a:avLst/>
              <a:gdLst>
                <a:gd name="connsiteX0" fmla="*/ 124530 w 204853"/>
                <a:gd name="connsiteY0" fmla="*/ 300723 h 346301"/>
                <a:gd name="connsiteX1" fmla="*/ 175359 w 204853"/>
                <a:gd name="connsiteY1" fmla="*/ 320208 h 346301"/>
                <a:gd name="connsiteX2" fmla="*/ 175359 w 204853"/>
                <a:gd name="connsiteY2" fmla="*/ 260060 h 346301"/>
                <a:gd name="connsiteX3" fmla="*/ 106740 w 204853"/>
                <a:gd name="connsiteY3" fmla="*/ 131294 h 346301"/>
                <a:gd name="connsiteX4" fmla="*/ 22025 w 204853"/>
                <a:gd name="connsiteY4" fmla="*/ 27095 h 346301"/>
                <a:gd name="connsiteX5" fmla="*/ 0 w 204853"/>
                <a:gd name="connsiteY5" fmla="*/ -14 h 346301"/>
                <a:gd name="connsiteX6" fmla="*/ 36427 w 204853"/>
                <a:gd name="connsiteY6" fmla="*/ 27095 h 346301"/>
                <a:gd name="connsiteX7" fmla="*/ 134696 w 204853"/>
                <a:gd name="connsiteY7" fmla="*/ 126211 h 346301"/>
                <a:gd name="connsiteX8" fmla="*/ 204162 w 204853"/>
                <a:gd name="connsiteY8" fmla="*/ 268532 h 346301"/>
                <a:gd name="connsiteX9" fmla="*/ 187219 w 204853"/>
                <a:gd name="connsiteY9" fmla="*/ 339692 h 346301"/>
                <a:gd name="connsiteX10" fmla="*/ 142320 w 204853"/>
                <a:gd name="connsiteY10" fmla="*/ 339692 h 346301"/>
                <a:gd name="connsiteX11" fmla="*/ 124530 w 204853"/>
                <a:gd name="connsiteY11" fmla="*/ 300723 h 346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853" h="346301">
                  <a:moveTo>
                    <a:pt x="124530" y="300723"/>
                  </a:moveTo>
                  <a:cubicBezTo>
                    <a:pt x="133002" y="293946"/>
                    <a:pt x="160111" y="327832"/>
                    <a:pt x="175359" y="320208"/>
                  </a:cubicBezTo>
                  <a:cubicBezTo>
                    <a:pt x="190608" y="312583"/>
                    <a:pt x="181289" y="266838"/>
                    <a:pt x="175359" y="260060"/>
                  </a:cubicBezTo>
                  <a:cubicBezTo>
                    <a:pt x="162787" y="212400"/>
                    <a:pt x="139296" y="168314"/>
                    <a:pt x="106740" y="131294"/>
                  </a:cubicBezTo>
                  <a:cubicBezTo>
                    <a:pt x="60994" y="71994"/>
                    <a:pt x="22025" y="27095"/>
                    <a:pt x="22025" y="27095"/>
                  </a:cubicBezTo>
                  <a:cubicBezTo>
                    <a:pt x="13698" y="18903"/>
                    <a:pt x="6311" y="9813"/>
                    <a:pt x="0" y="-14"/>
                  </a:cubicBezTo>
                  <a:cubicBezTo>
                    <a:pt x="13122" y="7627"/>
                    <a:pt x="25338" y="16718"/>
                    <a:pt x="36427" y="27095"/>
                  </a:cubicBezTo>
                  <a:cubicBezTo>
                    <a:pt x="73151" y="55949"/>
                    <a:pt x="106156" y="89242"/>
                    <a:pt x="134696" y="126211"/>
                  </a:cubicBezTo>
                  <a:cubicBezTo>
                    <a:pt x="171377" y="165765"/>
                    <a:pt x="195538" y="215280"/>
                    <a:pt x="204162" y="268532"/>
                  </a:cubicBezTo>
                  <a:cubicBezTo>
                    <a:pt x="204162" y="286322"/>
                    <a:pt x="210092" y="325291"/>
                    <a:pt x="187219" y="339692"/>
                  </a:cubicBezTo>
                  <a:cubicBezTo>
                    <a:pt x="173547" y="348486"/>
                    <a:pt x="155994" y="348486"/>
                    <a:pt x="142320" y="339692"/>
                  </a:cubicBezTo>
                  <a:cubicBezTo>
                    <a:pt x="125377" y="326985"/>
                    <a:pt x="119447" y="304959"/>
                    <a:pt x="124530" y="300723"/>
                  </a:cubicBezTo>
                  <a:close/>
                </a:path>
              </a:pathLst>
            </a:custGeom>
            <a:solidFill>
              <a:srgbClr val="0A2428"/>
            </a:solidFill>
            <a:ln w="84667" cap="flat">
              <a:noFill/>
              <a:prstDash val="solid"/>
              <a:miter/>
            </a:ln>
          </p:spPr>
          <p:txBody>
            <a:bodyPr rtlCol="0" anchor="ctr"/>
            <a:lstStyle/>
            <a:p>
              <a:endParaRPr lang="en-IN"/>
            </a:p>
          </p:txBody>
        </p:sp>
        <p:sp>
          <p:nvSpPr>
            <p:cNvPr id="42" name="Freeform: Shape 41"/>
            <p:cNvSpPr/>
            <p:nvPr/>
          </p:nvSpPr>
          <p:spPr>
            <a:xfrm>
              <a:off x="8833162" y="1869550"/>
              <a:ext cx="578275" cy="428223"/>
            </a:xfrm>
            <a:custGeom>
              <a:avLst/>
              <a:gdLst>
                <a:gd name="connsiteX0" fmla="*/ 818207 w 818591"/>
                <a:gd name="connsiteY0" fmla="*/ 258 h 606182"/>
                <a:gd name="connsiteX1" fmla="*/ 648777 w 818591"/>
                <a:gd name="connsiteY1" fmla="*/ 133260 h 606182"/>
                <a:gd name="connsiteX2" fmla="*/ 454781 w 818591"/>
                <a:gd name="connsiteY2" fmla="*/ 251014 h 606182"/>
                <a:gd name="connsiteX3" fmla="*/ 265867 w 818591"/>
                <a:gd name="connsiteY3" fmla="*/ 335729 h 606182"/>
                <a:gd name="connsiteX4" fmla="*/ 35443 w 818591"/>
                <a:gd name="connsiteY4" fmla="*/ 428068 h 606182"/>
                <a:gd name="connsiteX5" fmla="*/ 12570 w 818591"/>
                <a:gd name="connsiteY5" fmla="*/ 437386 h 606182"/>
                <a:gd name="connsiteX6" fmla="*/ 12570 w 818591"/>
                <a:gd name="connsiteY6" fmla="*/ 483132 h 606182"/>
                <a:gd name="connsiteX7" fmla="*/ 12570 w 818591"/>
                <a:gd name="connsiteY7" fmla="*/ 544127 h 606182"/>
                <a:gd name="connsiteX8" fmla="*/ 710 w 818591"/>
                <a:gd name="connsiteY8" fmla="*/ 605969 h 606182"/>
                <a:gd name="connsiteX9" fmla="*/ 32054 w 818591"/>
                <a:gd name="connsiteY9" fmla="*/ 558529 h 606182"/>
                <a:gd name="connsiteX10" fmla="*/ 44762 w 818591"/>
                <a:gd name="connsiteY10" fmla="*/ 492451 h 606182"/>
                <a:gd name="connsiteX11" fmla="*/ 101520 w 818591"/>
                <a:gd name="connsiteY11" fmla="*/ 444164 h 606182"/>
                <a:gd name="connsiteX12" fmla="*/ 236217 w 818591"/>
                <a:gd name="connsiteY12" fmla="*/ 376392 h 606182"/>
                <a:gd name="connsiteX13" fmla="*/ 384468 w 818591"/>
                <a:gd name="connsiteY13" fmla="*/ 302690 h 606182"/>
                <a:gd name="connsiteX14" fmla="*/ 593713 w 818591"/>
                <a:gd name="connsiteY14" fmla="*/ 179853 h 606182"/>
                <a:gd name="connsiteX15" fmla="*/ 777544 w 818591"/>
                <a:gd name="connsiteY15" fmla="*/ 42616 h 606182"/>
                <a:gd name="connsiteX16" fmla="*/ 818207 w 818591"/>
                <a:gd name="connsiteY16" fmla="*/ 258 h 606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18591" h="606182">
                  <a:moveTo>
                    <a:pt x="818207" y="258"/>
                  </a:moveTo>
                  <a:cubicBezTo>
                    <a:pt x="818207" y="-4825"/>
                    <a:pt x="750436" y="62100"/>
                    <a:pt x="648777" y="133260"/>
                  </a:cubicBezTo>
                  <a:cubicBezTo>
                    <a:pt x="587359" y="177609"/>
                    <a:pt x="522468" y="216984"/>
                    <a:pt x="454781" y="251014"/>
                  </a:cubicBezTo>
                  <a:cubicBezTo>
                    <a:pt x="393278" y="282486"/>
                    <a:pt x="330251" y="310763"/>
                    <a:pt x="265867" y="335729"/>
                  </a:cubicBezTo>
                  <a:cubicBezTo>
                    <a:pt x="210802" y="357755"/>
                    <a:pt x="63399" y="420443"/>
                    <a:pt x="35443" y="428068"/>
                  </a:cubicBezTo>
                  <a:cubicBezTo>
                    <a:pt x="26124" y="428068"/>
                    <a:pt x="17653" y="428068"/>
                    <a:pt x="12570" y="437386"/>
                  </a:cubicBezTo>
                  <a:cubicBezTo>
                    <a:pt x="7487" y="446705"/>
                    <a:pt x="12570" y="459412"/>
                    <a:pt x="12570" y="483132"/>
                  </a:cubicBezTo>
                  <a:cubicBezTo>
                    <a:pt x="14518" y="503421"/>
                    <a:pt x="14518" y="523838"/>
                    <a:pt x="12570" y="544127"/>
                  </a:cubicBezTo>
                  <a:cubicBezTo>
                    <a:pt x="12570" y="581402"/>
                    <a:pt x="-3526" y="603427"/>
                    <a:pt x="710" y="605969"/>
                  </a:cubicBezTo>
                  <a:cubicBezTo>
                    <a:pt x="4946" y="608510"/>
                    <a:pt x="21889" y="586485"/>
                    <a:pt x="32054" y="558529"/>
                  </a:cubicBezTo>
                  <a:cubicBezTo>
                    <a:pt x="42220" y="530572"/>
                    <a:pt x="32054" y="513630"/>
                    <a:pt x="44762" y="492451"/>
                  </a:cubicBezTo>
                  <a:cubicBezTo>
                    <a:pt x="57384" y="470154"/>
                    <a:pt x="77462" y="453050"/>
                    <a:pt x="101520" y="444164"/>
                  </a:cubicBezTo>
                  <a:lnTo>
                    <a:pt x="236217" y="376392"/>
                  </a:lnTo>
                  <a:cubicBezTo>
                    <a:pt x="286876" y="354374"/>
                    <a:pt x="336350" y="329773"/>
                    <a:pt x="384468" y="302690"/>
                  </a:cubicBezTo>
                  <a:cubicBezTo>
                    <a:pt x="425978" y="281511"/>
                    <a:pt x="419201" y="283206"/>
                    <a:pt x="593713" y="179853"/>
                  </a:cubicBezTo>
                  <a:cubicBezTo>
                    <a:pt x="662417" y="145044"/>
                    <a:pt x="724598" y="98612"/>
                    <a:pt x="777544" y="42616"/>
                  </a:cubicBezTo>
                  <a:cubicBezTo>
                    <a:pt x="802112" y="26520"/>
                    <a:pt x="821596" y="2800"/>
                    <a:pt x="818207" y="258"/>
                  </a:cubicBezTo>
                  <a:close/>
                </a:path>
              </a:pathLst>
            </a:custGeom>
            <a:solidFill>
              <a:srgbClr val="0A2428"/>
            </a:solidFill>
            <a:ln w="84667" cap="flat">
              <a:noFill/>
              <a:prstDash val="solid"/>
              <a:miter/>
            </a:ln>
          </p:spPr>
          <p:txBody>
            <a:bodyPr rtlCol="0" anchor="ctr"/>
            <a:lstStyle/>
            <a:p>
              <a:endParaRPr lang="en-IN"/>
            </a:p>
          </p:txBody>
        </p:sp>
        <p:sp>
          <p:nvSpPr>
            <p:cNvPr id="43" name="Freeform: Shape 42"/>
            <p:cNvSpPr/>
            <p:nvPr/>
          </p:nvSpPr>
          <p:spPr>
            <a:xfrm>
              <a:off x="10289071" y="3307734"/>
              <a:ext cx="308072" cy="208386"/>
            </a:xfrm>
            <a:custGeom>
              <a:avLst/>
              <a:gdLst>
                <a:gd name="connsiteX0" fmla="*/ 47465 w 436099"/>
                <a:gd name="connsiteY0" fmla="*/ 11108 h 294986"/>
                <a:gd name="connsiteX1" fmla="*/ 169454 w 436099"/>
                <a:gd name="connsiteY1" fmla="*/ 54313 h 294986"/>
                <a:gd name="connsiteX2" fmla="*/ 345660 w 436099"/>
                <a:gd name="connsiteY2" fmla="*/ 163595 h 294986"/>
                <a:gd name="connsiteX3" fmla="*/ 430375 w 436099"/>
                <a:gd name="connsiteY3" fmla="*/ 294902 h 294986"/>
                <a:gd name="connsiteX4" fmla="*/ 393948 w 436099"/>
                <a:gd name="connsiteY4" fmla="*/ 135639 h 294986"/>
                <a:gd name="connsiteX5" fmla="*/ 277888 w 436099"/>
                <a:gd name="connsiteY5" fmla="*/ 60243 h 294986"/>
                <a:gd name="connsiteX6" fmla="*/ 66949 w 436099"/>
                <a:gd name="connsiteY6" fmla="*/ 7720 h 294986"/>
                <a:gd name="connsiteX7" fmla="*/ 25 w 436099"/>
                <a:gd name="connsiteY7" fmla="*/ 95 h 294986"/>
                <a:gd name="connsiteX8" fmla="*/ 47465 w 436099"/>
                <a:gd name="connsiteY8" fmla="*/ 11108 h 294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6099" h="294986">
                  <a:moveTo>
                    <a:pt x="47465" y="11108"/>
                  </a:moveTo>
                  <a:cubicBezTo>
                    <a:pt x="89653" y="20757"/>
                    <a:pt x="130570" y="35261"/>
                    <a:pt x="169454" y="54313"/>
                  </a:cubicBezTo>
                  <a:cubicBezTo>
                    <a:pt x="235277" y="77889"/>
                    <a:pt x="295340" y="115129"/>
                    <a:pt x="345660" y="163595"/>
                  </a:cubicBezTo>
                  <a:cubicBezTo>
                    <a:pt x="408350" y="230520"/>
                    <a:pt x="416820" y="297444"/>
                    <a:pt x="430375" y="294902"/>
                  </a:cubicBezTo>
                  <a:cubicBezTo>
                    <a:pt x="444946" y="239050"/>
                    <a:pt x="431307" y="179614"/>
                    <a:pt x="393948" y="135639"/>
                  </a:cubicBezTo>
                  <a:cubicBezTo>
                    <a:pt x="362603" y="100736"/>
                    <a:pt x="322534" y="74729"/>
                    <a:pt x="277888" y="60243"/>
                  </a:cubicBezTo>
                  <a:cubicBezTo>
                    <a:pt x="210117" y="33837"/>
                    <a:pt x="139211" y="16191"/>
                    <a:pt x="66949" y="7720"/>
                  </a:cubicBezTo>
                  <a:cubicBezTo>
                    <a:pt x="37299" y="3484"/>
                    <a:pt x="871" y="-752"/>
                    <a:pt x="25" y="95"/>
                  </a:cubicBezTo>
                  <a:cubicBezTo>
                    <a:pt x="-823" y="943"/>
                    <a:pt x="20356" y="5178"/>
                    <a:pt x="47465" y="11108"/>
                  </a:cubicBezTo>
                  <a:close/>
                </a:path>
              </a:pathLst>
            </a:custGeom>
            <a:solidFill>
              <a:srgbClr val="0A2428"/>
            </a:solidFill>
            <a:ln w="84667" cap="flat">
              <a:noFill/>
              <a:prstDash val="solid"/>
              <a:miter/>
            </a:ln>
          </p:spPr>
          <p:txBody>
            <a:bodyPr rtlCol="0" anchor="ctr"/>
            <a:lstStyle/>
            <a:p>
              <a:endParaRPr lang="en-IN"/>
            </a:p>
          </p:txBody>
        </p:sp>
        <p:sp>
          <p:nvSpPr>
            <p:cNvPr id="44" name="Freeform: Shape 43"/>
            <p:cNvSpPr/>
            <p:nvPr/>
          </p:nvSpPr>
          <p:spPr>
            <a:xfrm>
              <a:off x="9926420" y="4488944"/>
              <a:ext cx="442261" cy="94158"/>
            </a:xfrm>
            <a:custGeom>
              <a:avLst/>
              <a:gdLst>
                <a:gd name="connsiteX0" fmla="*/ 49146 w 626053"/>
                <a:gd name="connsiteY0" fmla="*/ 10438 h 133288"/>
                <a:gd name="connsiteX1" fmla="*/ 294819 w 626053"/>
                <a:gd name="connsiteY1" fmla="*/ 10438 h 133288"/>
                <a:gd name="connsiteX2" fmla="*/ 456624 w 626053"/>
                <a:gd name="connsiteY2" fmla="*/ 44324 h 133288"/>
                <a:gd name="connsiteX3" fmla="*/ 626053 w 626053"/>
                <a:gd name="connsiteY3" fmla="*/ 133274 h 133288"/>
                <a:gd name="connsiteX4" fmla="*/ 456624 w 626053"/>
                <a:gd name="connsiteY4" fmla="*/ 65502 h 133288"/>
                <a:gd name="connsiteX5" fmla="*/ 194855 w 626053"/>
                <a:gd name="connsiteY5" fmla="*/ 23145 h 133288"/>
                <a:gd name="connsiteX6" fmla="*/ 11 w 626053"/>
                <a:gd name="connsiteY6" fmla="*/ 23145 h 133288"/>
                <a:gd name="connsiteX7" fmla="*/ 49146 w 626053"/>
                <a:gd name="connsiteY7" fmla="*/ 10438 h 133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6053" h="133288">
                  <a:moveTo>
                    <a:pt x="49146" y="10438"/>
                  </a:moveTo>
                  <a:cubicBezTo>
                    <a:pt x="130472" y="-3498"/>
                    <a:pt x="213493" y="-3498"/>
                    <a:pt x="294819" y="10438"/>
                  </a:cubicBezTo>
                  <a:cubicBezTo>
                    <a:pt x="349799" y="16088"/>
                    <a:pt x="404016" y="27449"/>
                    <a:pt x="456624" y="44324"/>
                  </a:cubicBezTo>
                  <a:cubicBezTo>
                    <a:pt x="518635" y="61978"/>
                    <a:pt x="576326" y="92264"/>
                    <a:pt x="626053" y="133274"/>
                  </a:cubicBezTo>
                  <a:cubicBezTo>
                    <a:pt x="570820" y="107631"/>
                    <a:pt x="514315" y="85012"/>
                    <a:pt x="456624" y="65502"/>
                  </a:cubicBezTo>
                  <a:cubicBezTo>
                    <a:pt x="371401" y="40842"/>
                    <a:pt x="283467" y="26618"/>
                    <a:pt x="194855" y="23145"/>
                  </a:cubicBezTo>
                  <a:cubicBezTo>
                    <a:pt x="85573" y="23145"/>
                    <a:pt x="859" y="32464"/>
                    <a:pt x="11" y="23145"/>
                  </a:cubicBezTo>
                  <a:cubicBezTo>
                    <a:pt x="-835" y="13826"/>
                    <a:pt x="46605" y="11285"/>
                    <a:pt x="49146" y="10438"/>
                  </a:cubicBezTo>
                  <a:close/>
                </a:path>
              </a:pathLst>
            </a:custGeom>
            <a:solidFill>
              <a:srgbClr val="0A2428"/>
            </a:solidFill>
            <a:ln w="84667" cap="flat">
              <a:noFill/>
              <a:prstDash val="solid"/>
              <a:miter/>
            </a:ln>
          </p:spPr>
          <p:txBody>
            <a:bodyPr rtlCol="0" anchor="ctr"/>
            <a:lstStyle/>
            <a:p>
              <a:endParaRPr lang="en-IN"/>
            </a:p>
          </p:txBody>
        </p:sp>
        <p:sp>
          <p:nvSpPr>
            <p:cNvPr id="45" name="Freeform: Shape 44"/>
            <p:cNvSpPr/>
            <p:nvPr/>
          </p:nvSpPr>
          <p:spPr>
            <a:xfrm>
              <a:off x="9955745" y="4412253"/>
              <a:ext cx="442261" cy="91854"/>
            </a:xfrm>
            <a:custGeom>
              <a:avLst/>
              <a:gdLst>
                <a:gd name="connsiteX0" fmla="*/ 49145 w 626053"/>
                <a:gd name="connsiteY0" fmla="*/ 10565 h 130026"/>
                <a:gd name="connsiteX1" fmla="*/ 294818 w 626053"/>
                <a:gd name="connsiteY1" fmla="*/ 10565 h 130026"/>
                <a:gd name="connsiteX2" fmla="*/ 456624 w 626053"/>
                <a:gd name="connsiteY2" fmla="*/ 45298 h 130026"/>
                <a:gd name="connsiteX3" fmla="*/ 626053 w 626053"/>
                <a:gd name="connsiteY3" fmla="*/ 130013 h 130026"/>
                <a:gd name="connsiteX4" fmla="*/ 456624 w 626053"/>
                <a:gd name="connsiteY4" fmla="*/ 62241 h 130026"/>
                <a:gd name="connsiteX5" fmla="*/ 194855 w 626053"/>
                <a:gd name="connsiteY5" fmla="*/ 19883 h 130026"/>
                <a:gd name="connsiteX6" fmla="*/ 11 w 626053"/>
                <a:gd name="connsiteY6" fmla="*/ 19883 h 130026"/>
                <a:gd name="connsiteX7" fmla="*/ 49145 w 626053"/>
                <a:gd name="connsiteY7" fmla="*/ 10565 h 130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6053" h="130026">
                  <a:moveTo>
                    <a:pt x="49145" y="10565"/>
                  </a:moveTo>
                  <a:cubicBezTo>
                    <a:pt x="130387" y="-3540"/>
                    <a:pt x="213577" y="-3540"/>
                    <a:pt x="294818" y="10565"/>
                  </a:cubicBezTo>
                  <a:cubicBezTo>
                    <a:pt x="349883" y="16088"/>
                    <a:pt x="404185" y="27737"/>
                    <a:pt x="456624" y="45298"/>
                  </a:cubicBezTo>
                  <a:cubicBezTo>
                    <a:pt x="518211" y="61834"/>
                    <a:pt x="575817" y="90654"/>
                    <a:pt x="626053" y="130013"/>
                  </a:cubicBezTo>
                  <a:cubicBezTo>
                    <a:pt x="626053" y="130013"/>
                    <a:pt x="560822" y="94433"/>
                    <a:pt x="456624" y="62241"/>
                  </a:cubicBezTo>
                  <a:cubicBezTo>
                    <a:pt x="371400" y="37487"/>
                    <a:pt x="283551" y="23264"/>
                    <a:pt x="194855" y="19883"/>
                  </a:cubicBezTo>
                  <a:cubicBezTo>
                    <a:pt x="85573" y="19883"/>
                    <a:pt x="858" y="29202"/>
                    <a:pt x="11" y="19883"/>
                  </a:cubicBezTo>
                  <a:cubicBezTo>
                    <a:pt x="-836" y="10565"/>
                    <a:pt x="46604" y="10565"/>
                    <a:pt x="49145" y="10565"/>
                  </a:cubicBezTo>
                  <a:close/>
                </a:path>
              </a:pathLst>
            </a:custGeom>
            <a:solidFill>
              <a:srgbClr val="0A2428"/>
            </a:solidFill>
            <a:ln w="84667" cap="flat">
              <a:noFill/>
              <a:prstDash val="solid"/>
              <a:miter/>
            </a:ln>
          </p:spPr>
          <p:txBody>
            <a:bodyPr rtlCol="0" anchor="ctr"/>
            <a:lstStyle/>
            <a:p>
              <a:endParaRPr lang="en-IN"/>
            </a:p>
          </p:txBody>
        </p:sp>
        <p:sp>
          <p:nvSpPr>
            <p:cNvPr id="46" name="Freeform: Shape 45"/>
            <p:cNvSpPr/>
            <p:nvPr/>
          </p:nvSpPr>
          <p:spPr>
            <a:xfrm>
              <a:off x="9947964" y="4306413"/>
              <a:ext cx="442261" cy="91170"/>
            </a:xfrm>
            <a:custGeom>
              <a:avLst/>
              <a:gdLst>
                <a:gd name="connsiteX0" fmla="*/ 49146 w 626053"/>
                <a:gd name="connsiteY0" fmla="*/ 10444 h 129058"/>
                <a:gd name="connsiteX1" fmla="*/ 294819 w 626053"/>
                <a:gd name="connsiteY1" fmla="*/ 10444 h 129058"/>
                <a:gd name="connsiteX2" fmla="*/ 456624 w 626053"/>
                <a:gd name="connsiteY2" fmla="*/ 44330 h 129058"/>
                <a:gd name="connsiteX3" fmla="*/ 626053 w 626053"/>
                <a:gd name="connsiteY3" fmla="*/ 129045 h 129058"/>
                <a:gd name="connsiteX4" fmla="*/ 456624 w 626053"/>
                <a:gd name="connsiteY4" fmla="*/ 61273 h 129058"/>
                <a:gd name="connsiteX5" fmla="*/ 194855 w 626053"/>
                <a:gd name="connsiteY5" fmla="*/ 18915 h 129058"/>
                <a:gd name="connsiteX6" fmla="*/ 11 w 626053"/>
                <a:gd name="connsiteY6" fmla="*/ 18915 h 129058"/>
                <a:gd name="connsiteX7" fmla="*/ 49146 w 626053"/>
                <a:gd name="connsiteY7" fmla="*/ 10444 h 129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6053" h="129058">
                  <a:moveTo>
                    <a:pt x="49146" y="10444"/>
                  </a:moveTo>
                  <a:cubicBezTo>
                    <a:pt x="130472" y="-3500"/>
                    <a:pt x="213493" y="-3500"/>
                    <a:pt x="294819" y="10444"/>
                  </a:cubicBezTo>
                  <a:cubicBezTo>
                    <a:pt x="349799" y="16095"/>
                    <a:pt x="404016" y="27455"/>
                    <a:pt x="456624" y="44330"/>
                  </a:cubicBezTo>
                  <a:cubicBezTo>
                    <a:pt x="518212" y="60976"/>
                    <a:pt x="575818" y="89779"/>
                    <a:pt x="626053" y="129045"/>
                  </a:cubicBezTo>
                  <a:cubicBezTo>
                    <a:pt x="570819" y="103401"/>
                    <a:pt x="514314" y="80783"/>
                    <a:pt x="456624" y="61273"/>
                  </a:cubicBezTo>
                  <a:cubicBezTo>
                    <a:pt x="371401" y="36663"/>
                    <a:pt x="283467" y="22440"/>
                    <a:pt x="194855" y="18915"/>
                  </a:cubicBezTo>
                  <a:cubicBezTo>
                    <a:pt x="85573" y="18915"/>
                    <a:pt x="859" y="28234"/>
                    <a:pt x="11" y="18915"/>
                  </a:cubicBezTo>
                  <a:cubicBezTo>
                    <a:pt x="-835" y="9597"/>
                    <a:pt x="46605" y="11291"/>
                    <a:pt x="49146" y="10444"/>
                  </a:cubicBezTo>
                  <a:close/>
                </a:path>
              </a:pathLst>
            </a:custGeom>
            <a:solidFill>
              <a:srgbClr val="0A2428"/>
            </a:solidFill>
            <a:ln w="84667" cap="flat">
              <a:noFill/>
              <a:prstDash val="solid"/>
              <a:miter/>
            </a:ln>
          </p:spPr>
          <p:txBody>
            <a:bodyPr rtlCol="0" anchor="ctr"/>
            <a:lstStyle/>
            <a:p>
              <a:endParaRPr lang="en-IN"/>
            </a:p>
          </p:txBody>
        </p:sp>
        <p:sp>
          <p:nvSpPr>
            <p:cNvPr id="47" name="Freeform: Shape 46"/>
            <p:cNvSpPr/>
            <p:nvPr/>
          </p:nvSpPr>
          <p:spPr>
            <a:xfrm>
              <a:off x="10010203" y="4207071"/>
              <a:ext cx="441662" cy="91170"/>
            </a:xfrm>
            <a:custGeom>
              <a:avLst/>
              <a:gdLst>
                <a:gd name="connsiteX0" fmla="*/ 49146 w 625205"/>
                <a:gd name="connsiteY0" fmla="*/ 10444 h 129058"/>
                <a:gd name="connsiteX1" fmla="*/ 294819 w 625205"/>
                <a:gd name="connsiteY1" fmla="*/ 10444 h 129058"/>
                <a:gd name="connsiteX2" fmla="*/ 455777 w 625205"/>
                <a:gd name="connsiteY2" fmla="*/ 44330 h 129058"/>
                <a:gd name="connsiteX3" fmla="*/ 625206 w 625205"/>
                <a:gd name="connsiteY3" fmla="*/ 129045 h 129058"/>
                <a:gd name="connsiteX4" fmla="*/ 455777 w 625205"/>
                <a:gd name="connsiteY4" fmla="*/ 61273 h 129058"/>
                <a:gd name="connsiteX5" fmla="*/ 194008 w 625205"/>
                <a:gd name="connsiteY5" fmla="*/ 18916 h 129058"/>
                <a:gd name="connsiteX6" fmla="*/ 11 w 625205"/>
                <a:gd name="connsiteY6" fmla="*/ 18916 h 129058"/>
                <a:gd name="connsiteX7" fmla="*/ 49146 w 625205"/>
                <a:gd name="connsiteY7" fmla="*/ 10444 h 129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5205" h="129058">
                  <a:moveTo>
                    <a:pt x="49146" y="10444"/>
                  </a:moveTo>
                  <a:cubicBezTo>
                    <a:pt x="130472" y="-3500"/>
                    <a:pt x="213493" y="-3500"/>
                    <a:pt x="294819" y="10444"/>
                  </a:cubicBezTo>
                  <a:cubicBezTo>
                    <a:pt x="349544" y="16095"/>
                    <a:pt x="403423" y="27447"/>
                    <a:pt x="455777" y="44330"/>
                  </a:cubicBezTo>
                  <a:cubicBezTo>
                    <a:pt x="517280" y="61189"/>
                    <a:pt x="574801" y="89975"/>
                    <a:pt x="625206" y="129045"/>
                  </a:cubicBezTo>
                  <a:cubicBezTo>
                    <a:pt x="625206" y="129045"/>
                    <a:pt x="559128" y="93465"/>
                    <a:pt x="455777" y="61273"/>
                  </a:cubicBezTo>
                  <a:cubicBezTo>
                    <a:pt x="370554" y="36519"/>
                    <a:pt x="282704" y="22296"/>
                    <a:pt x="194008" y="18916"/>
                  </a:cubicBezTo>
                  <a:cubicBezTo>
                    <a:pt x="85573" y="18916"/>
                    <a:pt x="859" y="28235"/>
                    <a:pt x="11" y="18916"/>
                  </a:cubicBezTo>
                  <a:cubicBezTo>
                    <a:pt x="-836" y="9597"/>
                    <a:pt x="46605" y="11291"/>
                    <a:pt x="49146" y="10444"/>
                  </a:cubicBezTo>
                  <a:close/>
                </a:path>
              </a:pathLst>
            </a:custGeom>
            <a:solidFill>
              <a:srgbClr val="0A2428"/>
            </a:solidFill>
            <a:ln w="84667" cap="flat">
              <a:noFill/>
              <a:prstDash val="solid"/>
              <a:miter/>
            </a:ln>
          </p:spPr>
          <p:txBody>
            <a:bodyPr rtlCol="0" anchor="ctr"/>
            <a:lstStyle/>
            <a:p>
              <a:endParaRPr lang="en-IN"/>
            </a:p>
          </p:txBody>
        </p:sp>
        <p:sp>
          <p:nvSpPr>
            <p:cNvPr id="48" name="Freeform: Shape 47"/>
            <p:cNvSpPr/>
            <p:nvPr/>
          </p:nvSpPr>
          <p:spPr>
            <a:xfrm>
              <a:off x="8372859" y="2139045"/>
              <a:ext cx="204669" cy="154998"/>
            </a:xfrm>
            <a:custGeom>
              <a:avLst/>
              <a:gdLst>
                <a:gd name="connsiteX0" fmla="*/ 33886 w 289724"/>
                <a:gd name="connsiteY0" fmla="*/ 161791 h 219411"/>
                <a:gd name="connsiteX1" fmla="*/ 76243 w 289724"/>
                <a:gd name="connsiteY1" fmla="*/ 161791 h 219411"/>
                <a:gd name="connsiteX2" fmla="*/ 126225 w 289724"/>
                <a:gd name="connsiteY2" fmla="*/ 188053 h 219411"/>
                <a:gd name="connsiteX3" fmla="*/ 116059 w 289724"/>
                <a:gd name="connsiteY3" fmla="*/ 166874 h 219411"/>
                <a:gd name="connsiteX4" fmla="*/ 143168 w 289724"/>
                <a:gd name="connsiteY4" fmla="*/ 115198 h 219411"/>
                <a:gd name="connsiteX5" fmla="*/ 127919 w 289724"/>
                <a:gd name="connsiteY5" fmla="*/ 91478 h 219411"/>
                <a:gd name="connsiteX6" fmla="*/ 88103 w 289724"/>
                <a:gd name="connsiteY6" fmla="*/ 19471 h 219411"/>
                <a:gd name="connsiteX7" fmla="*/ 81326 w 289724"/>
                <a:gd name="connsiteY7" fmla="*/ -14 h 219411"/>
                <a:gd name="connsiteX8" fmla="*/ 99963 w 289724"/>
                <a:gd name="connsiteY8" fmla="*/ 23706 h 219411"/>
                <a:gd name="connsiteX9" fmla="*/ 126225 w 289724"/>
                <a:gd name="connsiteY9" fmla="*/ 77077 h 219411"/>
                <a:gd name="connsiteX10" fmla="*/ 180443 w 289724"/>
                <a:gd name="connsiteY10" fmla="*/ 95714 h 219411"/>
                <a:gd name="connsiteX11" fmla="*/ 227036 w 289724"/>
                <a:gd name="connsiteY11" fmla="*/ 116045 h 219411"/>
                <a:gd name="connsiteX12" fmla="*/ 289725 w 289724"/>
                <a:gd name="connsiteY12" fmla="*/ 172804 h 219411"/>
                <a:gd name="connsiteX13" fmla="*/ 205010 w 289724"/>
                <a:gd name="connsiteY13" fmla="*/ 121128 h 219411"/>
                <a:gd name="connsiteX14" fmla="*/ 163499 w 289724"/>
                <a:gd name="connsiteY14" fmla="*/ 121128 h 219411"/>
                <a:gd name="connsiteX15" fmla="*/ 130461 w 289724"/>
                <a:gd name="connsiteY15" fmla="*/ 152473 h 219411"/>
                <a:gd name="connsiteX16" fmla="*/ 142321 w 289724"/>
                <a:gd name="connsiteY16" fmla="*/ 193136 h 219411"/>
                <a:gd name="connsiteX17" fmla="*/ 165194 w 289724"/>
                <a:gd name="connsiteY17" fmla="*/ 219397 h 219411"/>
                <a:gd name="connsiteX18" fmla="*/ 115212 w 289724"/>
                <a:gd name="connsiteY18" fmla="*/ 188900 h 219411"/>
                <a:gd name="connsiteX19" fmla="*/ 57606 w 289724"/>
                <a:gd name="connsiteY19" fmla="*/ 166874 h 219411"/>
                <a:gd name="connsiteX20" fmla="*/ 0 w 289724"/>
                <a:gd name="connsiteY20" fmla="*/ 210079 h 219411"/>
                <a:gd name="connsiteX21" fmla="*/ 33886 w 289724"/>
                <a:gd name="connsiteY21" fmla="*/ 161791 h 219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9724" h="219411">
                  <a:moveTo>
                    <a:pt x="33886" y="161791"/>
                  </a:moveTo>
                  <a:cubicBezTo>
                    <a:pt x="47686" y="157547"/>
                    <a:pt x="62443" y="157547"/>
                    <a:pt x="76243" y="161791"/>
                  </a:cubicBezTo>
                  <a:cubicBezTo>
                    <a:pt x="105893" y="171957"/>
                    <a:pt x="123683" y="190594"/>
                    <a:pt x="126225" y="188053"/>
                  </a:cubicBezTo>
                  <a:cubicBezTo>
                    <a:pt x="128767" y="185511"/>
                    <a:pt x="116907" y="178734"/>
                    <a:pt x="116059" y="166874"/>
                  </a:cubicBezTo>
                  <a:cubicBezTo>
                    <a:pt x="115212" y="155014"/>
                    <a:pt x="144015" y="135530"/>
                    <a:pt x="143168" y="115198"/>
                  </a:cubicBezTo>
                  <a:cubicBezTo>
                    <a:pt x="142321" y="94867"/>
                    <a:pt x="135543" y="99950"/>
                    <a:pt x="127919" y="91478"/>
                  </a:cubicBezTo>
                  <a:cubicBezTo>
                    <a:pt x="110358" y="70113"/>
                    <a:pt x="96863" y="45707"/>
                    <a:pt x="88103" y="19471"/>
                  </a:cubicBezTo>
                  <a:cubicBezTo>
                    <a:pt x="84944" y="13329"/>
                    <a:pt x="82665" y="6764"/>
                    <a:pt x="81326" y="-14"/>
                  </a:cubicBezTo>
                  <a:cubicBezTo>
                    <a:pt x="81326" y="-14"/>
                    <a:pt x="94033" y="14388"/>
                    <a:pt x="99963" y="23706"/>
                  </a:cubicBezTo>
                  <a:cubicBezTo>
                    <a:pt x="119448" y="55051"/>
                    <a:pt x="113518" y="64369"/>
                    <a:pt x="126225" y="77077"/>
                  </a:cubicBezTo>
                  <a:cubicBezTo>
                    <a:pt x="138932" y="89784"/>
                    <a:pt x="144015" y="83007"/>
                    <a:pt x="180443" y="95714"/>
                  </a:cubicBezTo>
                  <a:cubicBezTo>
                    <a:pt x="196614" y="100915"/>
                    <a:pt x="212219" y="107726"/>
                    <a:pt x="227036" y="116045"/>
                  </a:cubicBezTo>
                  <a:cubicBezTo>
                    <a:pt x="252645" y="129007"/>
                    <a:pt x="274289" y="148610"/>
                    <a:pt x="289725" y="172804"/>
                  </a:cubicBezTo>
                  <a:cubicBezTo>
                    <a:pt x="267275" y="147509"/>
                    <a:pt x="237769" y="129515"/>
                    <a:pt x="205010" y="121128"/>
                  </a:cubicBezTo>
                  <a:cubicBezTo>
                    <a:pt x="191388" y="117689"/>
                    <a:pt x="177122" y="117689"/>
                    <a:pt x="163499" y="121128"/>
                  </a:cubicBezTo>
                  <a:cubicBezTo>
                    <a:pt x="163499" y="121128"/>
                    <a:pt x="135543" y="131294"/>
                    <a:pt x="130461" y="152473"/>
                  </a:cubicBezTo>
                  <a:cubicBezTo>
                    <a:pt x="128741" y="167078"/>
                    <a:pt x="133020" y="181750"/>
                    <a:pt x="142321" y="193136"/>
                  </a:cubicBezTo>
                  <a:cubicBezTo>
                    <a:pt x="148895" y="202751"/>
                    <a:pt x="156570" y="211570"/>
                    <a:pt x="165194" y="219397"/>
                  </a:cubicBezTo>
                  <a:cubicBezTo>
                    <a:pt x="165194" y="219397"/>
                    <a:pt x="143168" y="204996"/>
                    <a:pt x="115212" y="188900"/>
                  </a:cubicBezTo>
                  <a:cubicBezTo>
                    <a:pt x="87256" y="172804"/>
                    <a:pt x="72855" y="166027"/>
                    <a:pt x="57606" y="166874"/>
                  </a:cubicBezTo>
                  <a:cubicBezTo>
                    <a:pt x="22873" y="166874"/>
                    <a:pt x="5083" y="212620"/>
                    <a:pt x="0" y="210079"/>
                  </a:cubicBezTo>
                  <a:cubicBezTo>
                    <a:pt x="1576" y="188985"/>
                    <a:pt x="14580" y="170441"/>
                    <a:pt x="33886" y="161791"/>
                  </a:cubicBezTo>
                  <a:close/>
                </a:path>
              </a:pathLst>
            </a:custGeom>
            <a:solidFill>
              <a:srgbClr val="0A2428"/>
            </a:solidFill>
            <a:ln w="84667" cap="flat">
              <a:noFill/>
              <a:prstDash val="solid"/>
              <a:miter/>
            </a:ln>
          </p:spPr>
          <p:txBody>
            <a:bodyPr rtlCol="0" anchor="ctr"/>
            <a:lstStyle/>
            <a:p>
              <a:endParaRPr lang="en-IN"/>
            </a:p>
          </p:txBody>
        </p:sp>
        <p:sp>
          <p:nvSpPr>
            <p:cNvPr id="49" name="Freeform: Shape 48"/>
            <p:cNvSpPr/>
            <p:nvPr/>
          </p:nvSpPr>
          <p:spPr>
            <a:xfrm>
              <a:off x="8733588" y="1851190"/>
              <a:ext cx="182173" cy="235788"/>
            </a:xfrm>
            <a:custGeom>
              <a:avLst/>
              <a:gdLst>
                <a:gd name="connsiteX0" fmla="*/ 13745 w 257880"/>
                <a:gd name="connsiteY0" fmla="*/ 149084 h 333776"/>
                <a:gd name="connsiteX1" fmla="*/ 61185 w 257880"/>
                <a:gd name="connsiteY1" fmla="*/ 204996 h 333776"/>
                <a:gd name="connsiteX2" fmla="*/ 116250 w 257880"/>
                <a:gd name="connsiteY2" fmla="*/ 333762 h 333776"/>
                <a:gd name="connsiteX3" fmla="*/ 116250 w 257880"/>
                <a:gd name="connsiteY3" fmla="*/ 278698 h 333776"/>
                <a:gd name="connsiteX4" fmla="*/ 68810 w 257880"/>
                <a:gd name="connsiteY4" fmla="*/ 177887 h 333776"/>
                <a:gd name="connsiteX5" fmla="*/ 99307 w 257880"/>
                <a:gd name="connsiteY5" fmla="*/ 136377 h 333776"/>
                <a:gd name="connsiteX6" fmla="*/ 206047 w 257880"/>
                <a:gd name="connsiteY6" fmla="*/ 51662 h 333776"/>
                <a:gd name="connsiteX7" fmla="*/ 257723 w 257880"/>
                <a:gd name="connsiteY7" fmla="*/ -14 h 333776"/>
                <a:gd name="connsiteX8" fmla="*/ 195882 w 257880"/>
                <a:gd name="connsiteY8" fmla="*/ 37261 h 333776"/>
                <a:gd name="connsiteX9" fmla="*/ 67115 w 257880"/>
                <a:gd name="connsiteY9" fmla="*/ 127058 h 333776"/>
                <a:gd name="connsiteX10" fmla="*/ 1038 w 257880"/>
                <a:gd name="connsiteY10" fmla="*/ 122823 h 333776"/>
                <a:gd name="connsiteX11" fmla="*/ 13745 w 257880"/>
                <a:gd name="connsiteY11" fmla="*/ 149084 h 33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7880" h="333776">
                  <a:moveTo>
                    <a:pt x="13745" y="149084"/>
                  </a:moveTo>
                  <a:cubicBezTo>
                    <a:pt x="30688" y="167722"/>
                    <a:pt x="45090" y="187206"/>
                    <a:pt x="61185" y="204996"/>
                  </a:cubicBezTo>
                  <a:cubicBezTo>
                    <a:pt x="88294" y="243617"/>
                    <a:pt x="107101" y="287474"/>
                    <a:pt x="116250" y="333762"/>
                  </a:cubicBezTo>
                  <a:cubicBezTo>
                    <a:pt x="122349" y="315921"/>
                    <a:pt x="122349" y="296539"/>
                    <a:pt x="116250" y="278698"/>
                  </a:cubicBezTo>
                  <a:cubicBezTo>
                    <a:pt x="101001" y="223633"/>
                    <a:pt x="64574" y="209232"/>
                    <a:pt x="68810" y="177887"/>
                  </a:cubicBezTo>
                  <a:cubicBezTo>
                    <a:pt x="68810" y="166027"/>
                    <a:pt x="79823" y="155861"/>
                    <a:pt x="99307" y="136377"/>
                  </a:cubicBezTo>
                  <a:cubicBezTo>
                    <a:pt x="133023" y="105888"/>
                    <a:pt x="168689" y="77585"/>
                    <a:pt x="206047" y="51662"/>
                  </a:cubicBezTo>
                  <a:cubicBezTo>
                    <a:pt x="231462" y="30484"/>
                    <a:pt x="260265" y="3375"/>
                    <a:pt x="257723" y="-14"/>
                  </a:cubicBezTo>
                  <a:cubicBezTo>
                    <a:pt x="235698" y="9906"/>
                    <a:pt x="214943" y="22419"/>
                    <a:pt x="195882" y="37261"/>
                  </a:cubicBezTo>
                  <a:cubicBezTo>
                    <a:pt x="117097" y="93173"/>
                    <a:pt x="111167" y="121976"/>
                    <a:pt x="67115" y="127058"/>
                  </a:cubicBezTo>
                  <a:cubicBezTo>
                    <a:pt x="23064" y="132141"/>
                    <a:pt x="4427" y="114351"/>
                    <a:pt x="1038" y="122823"/>
                  </a:cubicBezTo>
                  <a:cubicBezTo>
                    <a:pt x="-2351" y="131294"/>
                    <a:pt x="2733" y="137224"/>
                    <a:pt x="13745" y="149084"/>
                  </a:cubicBezTo>
                  <a:close/>
                </a:path>
              </a:pathLst>
            </a:custGeom>
            <a:solidFill>
              <a:srgbClr val="0A2428"/>
            </a:solidFill>
            <a:ln w="84667" cap="flat">
              <a:noFill/>
              <a:prstDash val="solid"/>
              <a:miter/>
            </a:ln>
          </p:spPr>
          <p:txBody>
            <a:bodyPr rtlCol="0" anchor="ctr"/>
            <a:lstStyle/>
            <a:p>
              <a:endParaRPr lang="en-IN"/>
            </a:p>
          </p:txBody>
        </p:sp>
        <p:sp>
          <p:nvSpPr>
            <p:cNvPr id="50" name="Freeform: Shape 49"/>
            <p:cNvSpPr/>
            <p:nvPr/>
          </p:nvSpPr>
          <p:spPr>
            <a:xfrm>
              <a:off x="9073041" y="2294041"/>
              <a:ext cx="823464" cy="182424"/>
            </a:xfrm>
            <a:custGeom>
              <a:avLst/>
              <a:gdLst>
                <a:gd name="connsiteX0" fmla="*/ 0 w 1165674"/>
                <a:gd name="connsiteY0" fmla="*/ -14 h 258235"/>
                <a:gd name="connsiteX1" fmla="*/ 265157 w 1165674"/>
                <a:gd name="connsiteY1" fmla="*/ 139766 h 258235"/>
                <a:gd name="connsiteX2" fmla="*/ 668399 w 1165674"/>
                <a:gd name="connsiteY2" fmla="*/ 246506 h 258235"/>
                <a:gd name="connsiteX3" fmla="*/ 1080960 w 1165674"/>
                <a:gd name="connsiteY3" fmla="*/ 246506 h 258235"/>
                <a:gd name="connsiteX4" fmla="*/ 1165674 w 1165674"/>
                <a:gd name="connsiteY4" fmla="*/ 234646 h 258235"/>
                <a:gd name="connsiteX5" fmla="*/ 649762 w 1165674"/>
                <a:gd name="connsiteY5" fmla="*/ 184664 h 258235"/>
                <a:gd name="connsiteX6" fmla="*/ 132155 w 1165674"/>
                <a:gd name="connsiteY6" fmla="*/ 42344 h 258235"/>
                <a:gd name="connsiteX7" fmla="*/ 0 w 1165674"/>
                <a:gd name="connsiteY7" fmla="*/ -14 h 258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5674" h="258235">
                  <a:moveTo>
                    <a:pt x="0" y="-14"/>
                  </a:moveTo>
                  <a:cubicBezTo>
                    <a:pt x="81834" y="58126"/>
                    <a:pt x="170954" y="105134"/>
                    <a:pt x="265157" y="139766"/>
                  </a:cubicBezTo>
                  <a:cubicBezTo>
                    <a:pt x="394601" y="191992"/>
                    <a:pt x="530060" y="227852"/>
                    <a:pt x="668399" y="246506"/>
                  </a:cubicBezTo>
                  <a:cubicBezTo>
                    <a:pt x="805467" y="262127"/>
                    <a:pt x="943891" y="262127"/>
                    <a:pt x="1080960" y="246506"/>
                  </a:cubicBezTo>
                  <a:cubicBezTo>
                    <a:pt x="1165674" y="240576"/>
                    <a:pt x="1165674" y="236340"/>
                    <a:pt x="1165674" y="234646"/>
                  </a:cubicBezTo>
                  <a:cubicBezTo>
                    <a:pt x="992942" y="226658"/>
                    <a:pt x="820801" y="209977"/>
                    <a:pt x="649762" y="184664"/>
                  </a:cubicBezTo>
                  <a:cubicBezTo>
                    <a:pt x="473894" y="150185"/>
                    <a:pt x="300906" y="102610"/>
                    <a:pt x="132155" y="42344"/>
                  </a:cubicBezTo>
                  <a:cubicBezTo>
                    <a:pt x="89628" y="23740"/>
                    <a:pt x="45407" y="9542"/>
                    <a:pt x="0" y="-14"/>
                  </a:cubicBezTo>
                  <a:close/>
                </a:path>
              </a:pathLst>
            </a:custGeom>
            <a:solidFill>
              <a:srgbClr val="0A2428"/>
            </a:solidFill>
            <a:ln w="84667" cap="flat">
              <a:noFill/>
              <a:prstDash val="solid"/>
              <a:miter/>
            </a:ln>
          </p:spPr>
          <p:txBody>
            <a:bodyPr rtlCol="0" anchor="ctr"/>
            <a:lstStyle/>
            <a:p>
              <a:endParaRPr lang="en-IN"/>
            </a:p>
          </p:txBody>
        </p:sp>
        <p:sp>
          <p:nvSpPr>
            <p:cNvPr id="51" name="Freeform: Shape 50"/>
            <p:cNvSpPr/>
            <p:nvPr/>
          </p:nvSpPr>
          <p:spPr>
            <a:xfrm>
              <a:off x="9440986" y="4291658"/>
              <a:ext cx="249056" cy="532216"/>
            </a:xfrm>
            <a:custGeom>
              <a:avLst/>
              <a:gdLst>
                <a:gd name="connsiteX0" fmla="*/ 7768 w 352557"/>
                <a:gd name="connsiteY0" fmla="*/ 753100 h 753392"/>
                <a:gd name="connsiteX1" fmla="*/ 127216 w 352557"/>
                <a:gd name="connsiteY1" fmla="*/ 545549 h 753392"/>
                <a:gd name="connsiteX2" fmla="*/ 267843 w 352557"/>
                <a:gd name="connsiteY2" fmla="*/ 272768 h 753392"/>
                <a:gd name="connsiteX3" fmla="*/ 352557 w 352557"/>
                <a:gd name="connsiteY3" fmla="*/ -14 h 753392"/>
                <a:gd name="connsiteX4" fmla="*/ 198376 w 352557"/>
                <a:gd name="connsiteY4" fmla="*/ 265144 h 753392"/>
                <a:gd name="connsiteX5" fmla="*/ 97566 w 352557"/>
                <a:gd name="connsiteY5" fmla="*/ 349858 h 753392"/>
                <a:gd name="connsiteX6" fmla="*/ 4380 w 352557"/>
                <a:gd name="connsiteY6" fmla="*/ 427796 h 753392"/>
                <a:gd name="connsiteX7" fmla="*/ 4380 w 352557"/>
                <a:gd name="connsiteY7" fmla="*/ 427796 h 753392"/>
                <a:gd name="connsiteX8" fmla="*/ 4380 w 352557"/>
                <a:gd name="connsiteY8" fmla="*/ 571811 h 753392"/>
                <a:gd name="connsiteX9" fmla="*/ 7768 w 352557"/>
                <a:gd name="connsiteY9" fmla="*/ 753100 h 75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2557" h="753392">
                  <a:moveTo>
                    <a:pt x="7768" y="753100"/>
                  </a:moveTo>
                  <a:cubicBezTo>
                    <a:pt x="23864" y="758183"/>
                    <a:pt x="50973" y="693800"/>
                    <a:pt x="127216" y="545549"/>
                  </a:cubicBezTo>
                  <a:cubicBezTo>
                    <a:pt x="222097" y="360871"/>
                    <a:pt x="231415" y="360024"/>
                    <a:pt x="267843" y="272768"/>
                  </a:cubicBezTo>
                  <a:cubicBezTo>
                    <a:pt x="309777" y="186681"/>
                    <a:pt x="338325" y="94698"/>
                    <a:pt x="352557" y="-14"/>
                  </a:cubicBezTo>
                  <a:cubicBezTo>
                    <a:pt x="320959" y="98476"/>
                    <a:pt x="268351" y="188934"/>
                    <a:pt x="198376" y="265144"/>
                  </a:cubicBezTo>
                  <a:cubicBezTo>
                    <a:pt x="183128" y="279545"/>
                    <a:pt x="142464" y="315972"/>
                    <a:pt x="97566" y="349858"/>
                  </a:cubicBezTo>
                  <a:cubicBezTo>
                    <a:pt x="52667" y="383744"/>
                    <a:pt x="4380" y="427796"/>
                    <a:pt x="4380" y="427796"/>
                  </a:cubicBezTo>
                  <a:lnTo>
                    <a:pt x="4380" y="427796"/>
                  </a:lnTo>
                  <a:cubicBezTo>
                    <a:pt x="4380" y="427796"/>
                    <a:pt x="4380" y="512511"/>
                    <a:pt x="4380" y="571811"/>
                  </a:cubicBezTo>
                  <a:cubicBezTo>
                    <a:pt x="-1550" y="692106"/>
                    <a:pt x="-2398" y="750559"/>
                    <a:pt x="7768" y="753100"/>
                  </a:cubicBezTo>
                  <a:close/>
                </a:path>
              </a:pathLst>
            </a:custGeom>
            <a:solidFill>
              <a:srgbClr val="0A2428"/>
            </a:solidFill>
            <a:ln w="84667" cap="flat">
              <a:noFill/>
              <a:prstDash val="solid"/>
              <a:miter/>
            </a:ln>
          </p:spPr>
          <p:txBody>
            <a:bodyPr rtlCol="0" anchor="ctr"/>
            <a:lstStyle/>
            <a:p>
              <a:endParaRPr lang="en-IN"/>
            </a:p>
          </p:txBody>
        </p:sp>
        <p:sp>
          <p:nvSpPr>
            <p:cNvPr id="52" name="Freeform: Shape 51"/>
            <p:cNvSpPr/>
            <p:nvPr/>
          </p:nvSpPr>
          <p:spPr>
            <a:xfrm>
              <a:off x="9342469" y="3840214"/>
              <a:ext cx="369461" cy="576520"/>
            </a:xfrm>
            <a:custGeom>
              <a:avLst/>
              <a:gdLst>
                <a:gd name="connsiteX0" fmla="*/ 57429 w 523000"/>
                <a:gd name="connsiteY0" fmla="*/ 709354 h 816108"/>
                <a:gd name="connsiteX1" fmla="*/ 226859 w 523000"/>
                <a:gd name="connsiteY1" fmla="*/ 408617 h 816108"/>
                <a:gd name="connsiteX2" fmla="*/ 371721 w 523000"/>
                <a:gd name="connsiteY2" fmla="*/ 216314 h 816108"/>
                <a:gd name="connsiteX3" fmla="*/ 522513 w 523000"/>
                <a:gd name="connsiteY3" fmla="*/ 291 h 816108"/>
                <a:gd name="connsiteX4" fmla="*/ 437798 w 523000"/>
                <a:gd name="connsiteY4" fmla="*/ 70605 h 816108"/>
                <a:gd name="connsiteX5" fmla="*/ 281923 w 523000"/>
                <a:gd name="connsiteY5" fmla="*/ 288322 h 816108"/>
                <a:gd name="connsiteX6" fmla="*/ 154004 w 523000"/>
                <a:gd name="connsiteY6" fmla="*/ 457751 h 816108"/>
                <a:gd name="connsiteX7" fmla="*/ 69289 w 523000"/>
                <a:gd name="connsiteY7" fmla="*/ 501803 h 816108"/>
                <a:gd name="connsiteX8" fmla="*/ 17613 w 523000"/>
                <a:gd name="connsiteY8" fmla="*/ 270532 h 816108"/>
                <a:gd name="connsiteX9" fmla="*/ 1517 w 523000"/>
                <a:gd name="connsiteY9" fmla="*/ 415394 h 816108"/>
                <a:gd name="connsiteX10" fmla="*/ 26932 w 523000"/>
                <a:gd name="connsiteY10" fmla="*/ 646665 h 816108"/>
                <a:gd name="connsiteX11" fmla="*/ 26932 w 523000"/>
                <a:gd name="connsiteY11" fmla="*/ 816095 h 816108"/>
                <a:gd name="connsiteX12" fmla="*/ 57429 w 523000"/>
                <a:gd name="connsiteY12" fmla="*/ 709354 h 816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3000" h="816108">
                  <a:moveTo>
                    <a:pt x="57429" y="709354"/>
                  </a:moveTo>
                  <a:cubicBezTo>
                    <a:pt x="96567" y="600276"/>
                    <a:pt x="153835" y="498592"/>
                    <a:pt x="226859" y="408617"/>
                  </a:cubicBezTo>
                  <a:cubicBezTo>
                    <a:pt x="257356" y="364565"/>
                    <a:pt x="248038" y="379814"/>
                    <a:pt x="371721" y="216314"/>
                  </a:cubicBezTo>
                  <a:cubicBezTo>
                    <a:pt x="505570" y="37566"/>
                    <a:pt x="526749" y="4527"/>
                    <a:pt x="522513" y="291"/>
                  </a:cubicBezTo>
                  <a:cubicBezTo>
                    <a:pt x="518277" y="-3944"/>
                    <a:pt x="469990" y="36719"/>
                    <a:pt x="437798" y="70605"/>
                  </a:cubicBezTo>
                  <a:cubicBezTo>
                    <a:pt x="376804" y="136276"/>
                    <a:pt x="324450" y="209436"/>
                    <a:pt x="281923" y="288322"/>
                  </a:cubicBezTo>
                  <a:cubicBezTo>
                    <a:pt x="249562" y="351892"/>
                    <a:pt x="206273" y="409243"/>
                    <a:pt x="154004" y="457751"/>
                  </a:cubicBezTo>
                  <a:cubicBezTo>
                    <a:pt x="121812" y="485707"/>
                    <a:pt x="91315" y="510275"/>
                    <a:pt x="69289" y="501803"/>
                  </a:cubicBezTo>
                  <a:cubicBezTo>
                    <a:pt x="5753" y="480625"/>
                    <a:pt x="27779" y="270532"/>
                    <a:pt x="17613" y="270532"/>
                  </a:cubicBezTo>
                  <a:cubicBezTo>
                    <a:pt x="2534" y="317235"/>
                    <a:pt x="-2973" y="366514"/>
                    <a:pt x="1517" y="415394"/>
                  </a:cubicBezTo>
                  <a:cubicBezTo>
                    <a:pt x="1517" y="517899"/>
                    <a:pt x="21002" y="538231"/>
                    <a:pt x="26932" y="646665"/>
                  </a:cubicBezTo>
                  <a:cubicBezTo>
                    <a:pt x="32862" y="755100"/>
                    <a:pt x="21002" y="816095"/>
                    <a:pt x="26932" y="816095"/>
                  </a:cubicBezTo>
                  <a:cubicBezTo>
                    <a:pt x="40401" y="781548"/>
                    <a:pt x="50652" y="745807"/>
                    <a:pt x="57429" y="709354"/>
                  </a:cubicBezTo>
                  <a:close/>
                </a:path>
              </a:pathLst>
            </a:custGeom>
            <a:solidFill>
              <a:srgbClr val="0A2428"/>
            </a:solidFill>
            <a:ln w="84667" cap="flat">
              <a:noFill/>
              <a:prstDash val="solid"/>
              <a:miter/>
            </a:ln>
          </p:spPr>
          <p:txBody>
            <a:bodyPr rtlCol="0" anchor="ctr"/>
            <a:lstStyle/>
            <a:p>
              <a:endParaRPr lang="en-IN"/>
            </a:p>
          </p:txBody>
        </p:sp>
        <p:sp>
          <p:nvSpPr>
            <p:cNvPr id="54" name="Freeform: Shape 53"/>
            <p:cNvSpPr/>
            <p:nvPr/>
          </p:nvSpPr>
          <p:spPr>
            <a:xfrm>
              <a:off x="9543967" y="1829817"/>
              <a:ext cx="322018" cy="394804"/>
            </a:xfrm>
            <a:custGeom>
              <a:avLst/>
              <a:gdLst>
                <a:gd name="connsiteX0" fmla="*/ 44127 w 455840"/>
                <a:gd name="connsiteY0" fmla="*/ 48879 h 558875"/>
                <a:gd name="connsiteX1" fmla="*/ 111898 w 455840"/>
                <a:gd name="connsiteY1" fmla="*/ 81071 h 558875"/>
                <a:gd name="connsiteX2" fmla="*/ 227958 w 455840"/>
                <a:gd name="connsiteY2" fmla="*/ 194589 h 558875"/>
                <a:gd name="connsiteX3" fmla="*/ 302507 w 455840"/>
                <a:gd name="connsiteY3" fmla="*/ 364018 h 558875"/>
                <a:gd name="connsiteX4" fmla="*/ 365196 w 455840"/>
                <a:gd name="connsiteY4" fmla="*/ 459746 h 558875"/>
                <a:gd name="connsiteX5" fmla="*/ 455841 w 455840"/>
                <a:gd name="connsiteY5" fmla="*/ 558862 h 558875"/>
                <a:gd name="connsiteX6" fmla="*/ 408400 w 455840"/>
                <a:gd name="connsiteY6" fmla="*/ 491090 h 558875"/>
                <a:gd name="connsiteX7" fmla="*/ 323685 w 455840"/>
                <a:gd name="connsiteY7" fmla="*/ 375878 h 558875"/>
                <a:gd name="connsiteX8" fmla="*/ 278787 w 455840"/>
                <a:gd name="connsiteY8" fmla="*/ 254736 h 558875"/>
                <a:gd name="connsiteX9" fmla="*/ 232194 w 455840"/>
                <a:gd name="connsiteY9" fmla="*/ 127664 h 558875"/>
                <a:gd name="connsiteX10" fmla="*/ 166963 w 455840"/>
                <a:gd name="connsiteY10" fmla="*/ 42949 h 558875"/>
                <a:gd name="connsiteX11" fmla="*/ 103427 w 455840"/>
                <a:gd name="connsiteY11" fmla="*/ 4828 h 558875"/>
                <a:gd name="connsiteX12" fmla="*/ 44974 w 455840"/>
                <a:gd name="connsiteY12" fmla="*/ 4828 h 558875"/>
                <a:gd name="connsiteX13" fmla="*/ 922 w 455840"/>
                <a:gd name="connsiteY13" fmla="*/ 63281 h 558875"/>
                <a:gd name="connsiteX14" fmla="*/ 44127 w 455840"/>
                <a:gd name="connsiteY14" fmla="*/ 48879 h 55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5840" h="558875">
                  <a:moveTo>
                    <a:pt x="44127" y="48879"/>
                  </a:moveTo>
                  <a:cubicBezTo>
                    <a:pt x="70219" y="49743"/>
                    <a:pt x="94786" y="61400"/>
                    <a:pt x="111898" y="81071"/>
                  </a:cubicBezTo>
                  <a:cubicBezTo>
                    <a:pt x="154002" y="115228"/>
                    <a:pt x="192886" y="153231"/>
                    <a:pt x="227958" y="194589"/>
                  </a:cubicBezTo>
                  <a:cubicBezTo>
                    <a:pt x="255745" y="249738"/>
                    <a:pt x="280566" y="306294"/>
                    <a:pt x="302507" y="364018"/>
                  </a:cubicBezTo>
                  <a:cubicBezTo>
                    <a:pt x="320975" y="397472"/>
                    <a:pt x="341899" y="429469"/>
                    <a:pt x="365196" y="459746"/>
                  </a:cubicBezTo>
                  <a:cubicBezTo>
                    <a:pt x="390610" y="496868"/>
                    <a:pt x="421107" y="530228"/>
                    <a:pt x="455841" y="558862"/>
                  </a:cubicBezTo>
                  <a:cubicBezTo>
                    <a:pt x="441778" y="535074"/>
                    <a:pt x="425936" y="512422"/>
                    <a:pt x="408400" y="491090"/>
                  </a:cubicBezTo>
                  <a:cubicBezTo>
                    <a:pt x="361807" y="425860"/>
                    <a:pt x="337240" y="393668"/>
                    <a:pt x="323685" y="375878"/>
                  </a:cubicBezTo>
                  <a:cubicBezTo>
                    <a:pt x="306319" y="336426"/>
                    <a:pt x="291325" y="295967"/>
                    <a:pt x="278787" y="254736"/>
                  </a:cubicBezTo>
                  <a:cubicBezTo>
                    <a:pt x="267096" y="211066"/>
                    <a:pt x="251509" y="168530"/>
                    <a:pt x="232194" y="127664"/>
                  </a:cubicBezTo>
                  <a:cubicBezTo>
                    <a:pt x="215420" y="95896"/>
                    <a:pt x="193394" y="67245"/>
                    <a:pt x="166963" y="42949"/>
                  </a:cubicBezTo>
                  <a:cubicBezTo>
                    <a:pt x="149004" y="25574"/>
                    <a:pt x="127232" y="12537"/>
                    <a:pt x="103427" y="4828"/>
                  </a:cubicBezTo>
                  <a:cubicBezTo>
                    <a:pt x="84451" y="-1628"/>
                    <a:pt x="63950" y="-1628"/>
                    <a:pt x="44974" y="4828"/>
                  </a:cubicBezTo>
                  <a:cubicBezTo>
                    <a:pt x="11935" y="18382"/>
                    <a:pt x="-4160" y="58198"/>
                    <a:pt x="922" y="63281"/>
                  </a:cubicBezTo>
                  <a:cubicBezTo>
                    <a:pt x="6005" y="68364"/>
                    <a:pt x="21254" y="51421"/>
                    <a:pt x="44127" y="48879"/>
                  </a:cubicBezTo>
                  <a:close/>
                </a:path>
              </a:pathLst>
            </a:custGeom>
            <a:solidFill>
              <a:srgbClr val="0A2428"/>
            </a:solidFill>
            <a:ln w="84667" cap="flat">
              <a:noFill/>
              <a:prstDash val="solid"/>
              <a:miter/>
            </a:ln>
          </p:spPr>
          <p:txBody>
            <a:bodyPr rtlCol="0" anchor="ctr"/>
            <a:lstStyle/>
            <a:p>
              <a:endParaRPr lang="en-IN"/>
            </a:p>
          </p:txBody>
        </p:sp>
        <p:sp>
          <p:nvSpPr>
            <p:cNvPr id="55" name="Freeform: Shape 54"/>
            <p:cNvSpPr/>
            <p:nvPr/>
          </p:nvSpPr>
          <p:spPr>
            <a:xfrm>
              <a:off x="8955748" y="2522050"/>
              <a:ext cx="188376" cy="296115"/>
            </a:xfrm>
            <a:custGeom>
              <a:avLst/>
              <a:gdLst>
                <a:gd name="connsiteX0" fmla="*/ 0 w 266660"/>
                <a:gd name="connsiteY0" fmla="*/ 249047 h 419173"/>
                <a:gd name="connsiteX1" fmla="*/ 74549 w 266660"/>
                <a:gd name="connsiteY1" fmla="*/ 333762 h 419173"/>
                <a:gd name="connsiteX2" fmla="*/ 180442 w 266660"/>
                <a:gd name="connsiteY2" fmla="*/ 418477 h 419173"/>
                <a:gd name="connsiteX3" fmla="*/ 205010 w 266660"/>
                <a:gd name="connsiteY3" fmla="*/ 404076 h 419173"/>
                <a:gd name="connsiteX4" fmla="*/ 227036 w 266660"/>
                <a:gd name="connsiteY4" fmla="*/ 356635 h 419173"/>
                <a:gd name="connsiteX5" fmla="*/ 244826 w 266660"/>
                <a:gd name="connsiteY5" fmla="*/ 216009 h 419173"/>
                <a:gd name="connsiteX6" fmla="*/ 264310 w 266660"/>
                <a:gd name="connsiteY6" fmla="*/ 59286 h 419173"/>
                <a:gd name="connsiteX7" fmla="*/ 264310 w 266660"/>
                <a:gd name="connsiteY7" fmla="*/ -14 h 419173"/>
                <a:gd name="connsiteX8" fmla="*/ 242284 w 266660"/>
                <a:gd name="connsiteY8" fmla="*/ 70299 h 419173"/>
                <a:gd name="connsiteX9" fmla="*/ 214328 w 266660"/>
                <a:gd name="connsiteY9" fmla="*/ 260060 h 419173"/>
                <a:gd name="connsiteX10" fmla="*/ 182984 w 266660"/>
                <a:gd name="connsiteY10" fmla="*/ 344775 h 419173"/>
                <a:gd name="connsiteX11" fmla="*/ 116059 w 266660"/>
                <a:gd name="connsiteY11" fmla="*/ 322749 h 419173"/>
                <a:gd name="connsiteX12" fmla="*/ 43204 w 266660"/>
                <a:gd name="connsiteY12" fmla="*/ 277003 h 419173"/>
                <a:gd name="connsiteX13" fmla="*/ 0 w 266660"/>
                <a:gd name="connsiteY13" fmla="*/ 249047 h 419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6660" h="419173">
                  <a:moveTo>
                    <a:pt x="0" y="249047"/>
                  </a:moveTo>
                  <a:cubicBezTo>
                    <a:pt x="0" y="249047"/>
                    <a:pt x="22873" y="276156"/>
                    <a:pt x="74549" y="333762"/>
                  </a:cubicBezTo>
                  <a:cubicBezTo>
                    <a:pt x="126225" y="391368"/>
                    <a:pt x="159263" y="424407"/>
                    <a:pt x="180442" y="418477"/>
                  </a:cubicBezTo>
                  <a:cubicBezTo>
                    <a:pt x="189761" y="415986"/>
                    <a:pt x="198317" y="411013"/>
                    <a:pt x="205010" y="404076"/>
                  </a:cubicBezTo>
                  <a:cubicBezTo>
                    <a:pt x="217632" y="391309"/>
                    <a:pt x="225426" y="374535"/>
                    <a:pt x="227036" y="356635"/>
                  </a:cubicBezTo>
                  <a:cubicBezTo>
                    <a:pt x="234660" y="311736"/>
                    <a:pt x="238048" y="289710"/>
                    <a:pt x="244826" y="216009"/>
                  </a:cubicBezTo>
                  <a:cubicBezTo>
                    <a:pt x="249908" y="160097"/>
                    <a:pt x="254991" y="152473"/>
                    <a:pt x="264310" y="59286"/>
                  </a:cubicBezTo>
                  <a:cubicBezTo>
                    <a:pt x="267444" y="39641"/>
                    <a:pt x="267444" y="19631"/>
                    <a:pt x="264310" y="-14"/>
                  </a:cubicBezTo>
                  <a:cubicBezTo>
                    <a:pt x="253466" y="22190"/>
                    <a:pt x="246096" y="45893"/>
                    <a:pt x="242284" y="70299"/>
                  </a:cubicBezTo>
                  <a:cubicBezTo>
                    <a:pt x="227882" y="134683"/>
                    <a:pt x="227882" y="173651"/>
                    <a:pt x="214328" y="260060"/>
                  </a:cubicBezTo>
                  <a:cubicBezTo>
                    <a:pt x="204162" y="323596"/>
                    <a:pt x="198232" y="344775"/>
                    <a:pt x="182984" y="344775"/>
                  </a:cubicBezTo>
                  <a:cubicBezTo>
                    <a:pt x="167735" y="344775"/>
                    <a:pt x="151639" y="344775"/>
                    <a:pt x="116059" y="322749"/>
                  </a:cubicBezTo>
                  <a:cubicBezTo>
                    <a:pt x="96575" y="312583"/>
                    <a:pt x="86409" y="304959"/>
                    <a:pt x="43204" y="277003"/>
                  </a:cubicBezTo>
                  <a:cubicBezTo>
                    <a:pt x="0" y="249047"/>
                    <a:pt x="847" y="248200"/>
                    <a:pt x="0" y="249047"/>
                  </a:cubicBezTo>
                  <a:close/>
                </a:path>
              </a:pathLst>
            </a:custGeom>
            <a:solidFill>
              <a:srgbClr val="0A2428"/>
            </a:solidFill>
            <a:ln w="84667" cap="flat">
              <a:noFill/>
              <a:prstDash val="solid"/>
              <a:miter/>
            </a:ln>
          </p:spPr>
          <p:txBody>
            <a:bodyPr rtlCol="0" anchor="ctr"/>
            <a:lstStyle/>
            <a:p>
              <a:endParaRPr lang="en-IN"/>
            </a:p>
          </p:txBody>
        </p:sp>
        <p:sp>
          <p:nvSpPr>
            <p:cNvPr id="1027" name="Freeform: Shape 1026"/>
            <p:cNvSpPr/>
            <p:nvPr/>
          </p:nvSpPr>
          <p:spPr>
            <a:xfrm>
              <a:off x="6841433" y="3260534"/>
              <a:ext cx="284983" cy="407542"/>
            </a:xfrm>
            <a:custGeom>
              <a:avLst/>
              <a:gdLst>
                <a:gd name="connsiteX0" fmla="*/ 101657 w 403415"/>
                <a:gd name="connsiteY0" fmla="*/ 563339 h 576907"/>
                <a:gd name="connsiteX1" fmla="*/ 101657 w 403415"/>
                <a:gd name="connsiteY1" fmla="*/ 563339 h 576907"/>
                <a:gd name="connsiteX2" fmla="*/ 105893 w 403415"/>
                <a:gd name="connsiteY2" fmla="*/ 563339 h 576907"/>
                <a:gd name="connsiteX3" fmla="*/ 112671 w 403415"/>
                <a:gd name="connsiteY3" fmla="*/ 563339 h 576907"/>
                <a:gd name="connsiteX4" fmla="*/ 112671 w 403415"/>
                <a:gd name="connsiteY4" fmla="*/ 569269 h 576907"/>
                <a:gd name="connsiteX5" fmla="*/ 105893 w 403415"/>
                <a:gd name="connsiteY5" fmla="*/ 569269 h 576907"/>
                <a:gd name="connsiteX6" fmla="*/ 155028 w 403415"/>
                <a:gd name="connsiteY6" fmla="*/ 576893 h 576907"/>
                <a:gd name="connsiteX7" fmla="*/ 345636 w 403415"/>
                <a:gd name="connsiteY7" fmla="*/ 382050 h 576907"/>
                <a:gd name="connsiteX8" fmla="*/ 395618 w 403415"/>
                <a:gd name="connsiteY8" fmla="*/ 79618 h 576907"/>
                <a:gd name="connsiteX9" fmla="*/ 365120 w 403415"/>
                <a:gd name="connsiteY9" fmla="*/ 52509 h 576907"/>
                <a:gd name="connsiteX10" fmla="*/ 365120 w 403415"/>
                <a:gd name="connsiteY10" fmla="*/ 58439 h 576907"/>
                <a:gd name="connsiteX11" fmla="*/ 359190 w 403415"/>
                <a:gd name="connsiteY11" fmla="*/ 58439 h 576907"/>
                <a:gd name="connsiteX12" fmla="*/ 359190 w 403415"/>
                <a:gd name="connsiteY12" fmla="*/ 47426 h 576907"/>
                <a:gd name="connsiteX13" fmla="*/ 316833 w 403415"/>
                <a:gd name="connsiteY13" fmla="*/ 22012 h 576907"/>
                <a:gd name="connsiteX14" fmla="*/ 316833 w 403415"/>
                <a:gd name="connsiteY14" fmla="*/ 22012 h 576907"/>
                <a:gd name="connsiteX15" fmla="*/ 316833 w 403415"/>
                <a:gd name="connsiteY15" fmla="*/ 29636 h 576907"/>
                <a:gd name="connsiteX16" fmla="*/ 310056 w 403415"/>
                <a:gd name="connsiteY16" fmla="*/ 29636 h 576907"/>
                <a:gd name="connsiteX17" fmla="*/ 310056 w 403415"/>
                <a:gd name="connsiteY17" fmla="*/ 16929 h 576907"/>
                <a:gd name="connsiteX18" fmla="*/ 264310 w 403415"/>
                <a:gd name="connsiteY18" fmla="*/ -14 h 576907"/>
                <a:gd name="connsiteX19" fmla="*/ 179595 w 403415"/>
                <a:gd name="connsiteY19" fmla="*/ 324444 h 576907"/>
                <a:gd name="connsiteX20" fmla="*/ 0 w 403415"/>
                <a:gd name="connsiteY20" fmla="*/ 516746 h 576907"/>
                <a:gd name="connsiteX21" fmla="*/ 0 w 403415"/>
                <a:gd name="connsiteY21" fmla="*/ 516746 h 576907"/>
                <a:gd name="connsiteX22" fmla="*/ 35580 w 403415"/>
                <a:gd name="connsiteY22" fmla="*/ 539619 h 576907"/>
                <a:gd name="connsiteX23" fmla="*/ 35580 w 403415"/>
                <a:gd name="connsiteY23" fmla="*/ 539619 h 576907"/>
                <a:gd name="connsiteX24" fmla="*/ 40663 w 403415"/>
                <a:gd name="connsiteY24" fmla="*/ 539619 h 576907"/>
                <a:gd name="connsiteX25" fmla="*/ 47440 w 403415"/>
                <a:gd name="connsiteY25" fmla="*/ 539619 h 576907"/>
                <a:gd name="connsiteX26" fmla="*/ 47440 w 403415"/>
                <a:gd name="connsiteY26" fmla="*/ 545549 h 576907"/>
                <a:gd name="connsiteX27" fmla="*/ 40663 w 403415"/>
                <a:gd name="connsiteY27" fmla="*/ 545549 h 576907"/>
                <a:gd name="connsiteX28" fmla="*/ 40663 w 403415"/>
                <a:gd name="connsiteY28" fmla="*/ 545549 h 576907"/>
                <a:gd name="connsiteX29" fmla="*/ 91492 w 403415"/>
                <a:gd name="connsiteY29" fmla="*/ 565881 h 576907"/>
                <a:gd name="connsiteX30" fmla="*/ 186372 w 403415"/>
                <a:gd name="connsiteY30" fmla="*/ 515899 h 576907"/>
                <a:gd name="connsiteX31" fmla="*/ 186372 w 403415"/>
                <a:gd name="connsiteY31" fmla="*/ 515899 h 576907"/>
                <a:gd name="connsiteX32" fmla="*/ 186372 w 403415"/>
                <a:gd name="connsiteY32" fmla="*/ 515899 h 576907"/>
                <a:gd name="connsiteX33" fmla="*/ 186372 w 403415"/>
                <a:gd name="connsiteY33" fmla="*/ 510816 h 576907"/>
                <a:gd name="connsiteX34" fmla="*/ 186372 w 403415"/>
                <a:gd name="connsiteY34" fmla="*/ 510816 h 576907"/>
                <a:gd name="connsiteX35" fmla="*/ 186372 w 403415"/>
                <a:gd name="connsiteY35" fmla="*/ 510816 h 576907"/>
                <a:gd name="connsiteX36" fmla="*/ 192302 w 403415"/>
                <a:gd name="connsiteY36" fmla="*/ 505733 h 576907"/>
                <a:gd name="connsiteX37" fmla="*/ 192302 w 403415"/>
                <a:gd name="connsiteY37" fmla="*/ 510816 h 576907"/>
                <a:gd name="connsiteX38" fmla="*/ 198232 w 403415"/>
                <a:gd name="connsiteY38" fmla="*/ 505733 h 576907"/>
                <a:gd name="connsiteX39" fmla="*/ 193150 w 403415"/>
                <a:gd name="connsiteY39" fmla="*/ 500650 h 576907"/>
                <a:gd name="connsiteX40" fmla="*/ 204162 w 403415"/>
                <a:gd name="connsiteY40" fmla="*/ 490485 h 576907"/>
                <a:gd name="connsiteX41" fmla="*/ 204162 w 403415"/>
                <a:gd name="connsiteY41" fmla="*/ 490485 h 576907"/>
                <a:gd name="connsiteX42" fmla="*/ 213481 w 403415"/>
                <a:gd name="connsiteY42" fmla="*/ 489637 h 576907"/>
                <a:gd name="connsiteX43" fmla="*/ 213481 w 403415"/>
                <a:gd name="connsiteY43" fmla="*/ 485401 h 576907"/>
                <a:gd name="connsiteX44" fmla="*/ 223647 w 403415"/>
                <a:gd name="connsiteY44" fmla="*/ 474389 h 576907"/>
                <a:gd name="connsiteX45" fmla="*/ 223647 w 403415"/>
                <a:gd name="connsiteY45" fmla="*/ 474389 h 576907"/>
                <a:gd name="connsiteX46" fmla="*/ 248214 w 403415"/>
                <a:gd name="connsiteY46" fmla="*/ 449821 h 576907"/>
                <a:gd name="connsiteX47" fmla="*/ 248214 w 403415"/>
                <a:gd name="connsiteY47" fmla="*/ 454057 h 576907"/>
                <a:gd name="connsiteX48" fmla="*/ 248214 w 403415"/>
                <a:gd name="connsiteY48" fmla="*/ 454057 h 576907"/>
                <a:gd name="connsiteX49" fmla="*/ 243131 w 403415"/>
                <a:gd name="connsiteY49" fmla="*/ 454057 h 576907"/>
                <a:gd name="connsiteX50" fmla="*/ 243131 w 403415"/>
                <a:gd name="connsiteY50" fmla="*/ 454057 h 576907"/>
                <a:gd name="connsiteX51" fmla="*/ 243131 w 403415"/>
                <a:gd name="connsiteY51" fmla="*/ 454057 h 576907"/>
                <a:gd name="connsiteX52" fmla="*/ 243131 w 403415"/>
                <a:gd name="connsiteY52" fmla="*/ 448127 h 576907"/>
                <a:gd name="connsiteX53" fmla="*/ 248214 w 403415"/>
                <a:gd name="connsiteY53" fmla="*/ 448127 h 576907"/>
                <a:gd name="connsiteX54" fmla="*/ 260922 w 403415"/>
                <a:gd name="connsiteY54" fmla="*/ 431184 h 576907"/>
                <a:gd name="connsiteX55" fmla="*/ 260922 w 403415"/>
                <a:gd name="connsiteY55" fmla="*/ 437114 h 576907"/>
                <a:gd name="connsiteX56" fmla="*/ 255838 w 403415"/>
                <a:gd name="connsiteY56" fmla="*/ 437114 h 576907"/>
                <a:gd name="connsiteX57" fmla="*/ 255838 w 403415"/>
                <a:gd name="connsiteY57" fmla="*/ 431184 h 576907"/>
                <a:gd name="connsiteX58" fmla="*/ 255838 w 403415"/>
                <a:gd name="connsiteY58" fmla="*/ 425254 h 576907"/>
                <a:gd name="connsiteX59" fmla="*/ 260922 w 403415"/>
                <a:gd name="connsiteY59" fmla="*/ 425254 h 576907"/>
                <a:gd name="connsiteX60" fmla="*/ 275323 w 403415"/>
                <a:gd name="connsiteY60" fmla="*/ 410853 h 576907"/>
                <a:gd name="connsiteX61" fmla="*/ 275323 w 403415"/>
                <a:gd name="connsiteY61" fmla="*/ 410853 h 576907"/>
                <a:gd name="connsiteX62" fmla="*/ 271087 w 403415"/>
                <a:gd name="connsiteY62" fmla="*/ 416783 h 576907"/>
                <a:gd name="connsiteX63" fmla="*/ 266004 w 403415"/>
                <a:gd name="connsiteY63" fmla="*/ 416783 h 576907"/>
                <a:gd name="connsiteX64" fmla="*/ 266004 w 403415"/>
                <a:gd name="connsiteY64" fmla="*/ 410853 h 576907"/>
                <a:gd name="connsiteX65" fmla="*/ 266004 w 403415"/>
                <a:gd name="connsiteY65" fmla="*/ 410853 h 576907"/>
                <a:gd name="connsiteX66" fmla="*/ 266004 w 403415"/>
                <a:gd name="connsiteY66" fmla="*/ 410853 h 576907"/>
                <a:gd name="connsiteX67" fmla="*/ 271934 w 403415"/>
                <a:gd name="connsiteY67" fmla="*/ 410853 h 576907"/>
                <a:gd name="connsiteX68" fmla="*/ 280406 w 403415"/>
                <a:gd name="connsiteY68" fmla="*/ 402381 h 576907"/>
                <a:gd name="connsiteX69" fmla="*/ 275323 w 403415"/>
                <a:gd name="connsiteY69" fmla="*/ 402381 h 576907"/>
                <a:gd name="connsiteX70" fmla="*/ 282100 w 403415"/>
                <a:gd name="connsiteY70" fmla="*/ 389674 h 576907"/>
                <a:gd name="connsiteX71" fmla="*/ 288030 w 403415"/>
                <a:gd name="connsiteY71" fmla="*/ 389674 h 576907"/>
                <a:gd name="connsiteX72" fmla="*/ 291418 w 403415"/>
                <a:gd name="connsiteY72" fmla="*/ 382897 h 576907"/>
                <a:gd name="connsiteX73" fmla="*/ 286336 w 403415"/>
                <a:gd name="connsiteY73" fmla="*/ 382897 h 576907"/>
                <a:gd name="connsiteX74" fmla="*/ 293113 w 403415"/>
                <a:gd name="connsiteY74" fmla="*/ 369342 h 576907"/>
                <a:gd name="connsiteX75" fmla="*/ 299043 w 403415"/>
                <a:gd name="connsiteY75" fmla="*/ 369342 h 576907"/>
                <a:gd name="connsiteX76" fmla="*/ 301584 w 403415"/>
                <a:gd name="connsiteY76" fmla="*/ 362565 h 576907"/>
                <a:gd name="connsiteX77" fmla="*/ 296502 w 403415"/>
                <a:gd name="connsiteY77" fmla="*/ 362565 h 576907"/>
                <a:gd name="connsiteX78" fmla="*/ 303279 w 403415"/>
                <a:gd name="connsiteY78" fmla="*/ 349010 h 576907"/>
                <a:gd name="connsiteX79" fmla="*/ 309209 w 403415"/>
                <a:gd name="connsiteY79" fmla="*/ 349010 h 576907"/>
                <a:gd name="connsiteX80" fmla="*/ 311750 w 403415"/>
                <a:gd name="connsiteY80" fmla="*/ 342234 h 576907"/>
                <a:gd name="connsiteX81" fmla="*/ 305820 w 403415"/>
                <a:gd name="connsiteY81" fmla="*/ 342234 h 576907"/>
                <a:gd name="connsiteX82" fmla="*/ 311750 w 403415"/>
                <a:gd name="connsiteY82" fmla="*/ 328679 h 576907"/>
                <a:gd name="connsiteX83" fmla="*/ 317680 w 403415"/>
                <a:gd name="connsiteY83" fmla="*/ 328679 h 576907"/>
                <a:gd name="connsiteX84" fmla="*/ 323610 w 403415"/>
                <a:gd name="connsiteY84" fmla="*/ 315125 h 576907"/>
                <a:gd name="connsiteX85" fmla="*/ 323610 w 403415"/>
                <a:gd name="connsiteY85" fmla="*/ 321902 h 576907"/>
                <a:gd name="connsiteX86" fmla="*/ 317680 w 403415"/>
                <a:gd name="connsiteY86" fmla="*/ 321902 h 576907"/>
                <a:gd name="connsiteX87" fmla="*/ 317680 w 403415"/>
                <a:gd name="connsiteY87" fmla="*/ 315125 h 576907"/>
                <a:gd name="connsiteX88" fmla="*/ 317680 w 403415"/>
                <a:gd name="connsiteY88" fmla="*/ 308348 h 576907"/>
                <a:gd name="connsiteX89" fmla="*/ 323610 w 403415"/>
                <a:gd name="connsiteY89" fmla="*/ 308348 h 576907"/>
                <a:gd name="connsiteX90" fmla="*/ 329540 w 403415"/>
                <a:gd name="connsiteY90" fmla="*/ 300723 h 576907"/>
                <a:gd name="connsiteX91" fmla="*/ 323610 w 403415"/>
                <a:gd name="connsiteY91" fmla="*/ 300723 h 576907"/>
                <a:gd name="connsiteX92" fmla="*/ 328693 w 403415"/>
                <a:gd name="connsiteY92" fmla="*/ 286322 h 576907"/>
                <a:gd name="connsiteX93" fmla="*/ 334623 w 403415"/>
                <a:gd name="connsiteY93" fmla="*/ 286322 h 576907"/>
                <a:gd name="connsiteX94" fmla="*/ 337164 w 403415"/>
                <a:gd name="connsiteY94" fmla="*/ 279544 h 576907"/>
                <a:gd name="connsiteX95" fmla="*/ 331234 w 403415"/>
                <a:gd name="connsiteY95" fmla="*/ 279544 h 576907"/>
                <a:gd name="connsiteX96" fmla="*/ 331234 w 403415"/>
                <a:gd name="connsiteY96" fmla="*/ 265143 h 576907"/>
                <a:gd name="connsiteX97" fmla="*/ 337164 w 403415"/>
                <a:gd name="connsiteY97" fmla="*/ 265143 h 576907"/>
                <a:gd name="connsiteX98" fmla="*/ 347330 w 403415"/>
                <a:gd name="connsiteY98" fmla="*/ 246506 h 576907"/>
                <a:gd name="connsiteX99" fmla="*/ 347330 w 403415"/>
                <a:gd name="connsiteY99" fmla="*/ 251589 h 576907"/>
                <a:gd name="connsiteX100" fmla="*/ 347330 w 403415"/>
                <a:gd name="connsiteY100" fmla="*/ 258366 h 576907"/>
                <a:gd name="connsiteX101" fmla="*/ 341400 w 403415"/>
                <a:gd name="connsiteY101" fmla="*/ 258366 h 576907"/>
                <a:gd name="connsiteX102" fmla="*/ 341400 w 403415"/>
                <a:gd name="connsiteY102" fmla="*/ 250742 h 576907"/>
                <a:gd name="connsiteX103" fmla="*/ 341400 w 403415"/>
                <a:gd name="connsiteY103" fmla="*/ 250742 h 576907"/>
                <a:gd name="connsiteX104" fmla="*/ 341400 w 403415"/>
                <a:gd name="connsiteY104" fmla="*/ 250742 h 576907"/>
                <a:gd name="connsiteX105" fmla="*/ 347330 w 403415"/>
                <a:gd name="connsiteY105" fmla="*/ 250742 h 576907"/>
                <a:gd name="connsiteX106" fmla="*/ 347330 w 403415"/>
                <a:gd name="connsiteY106" fmla="*/ 236340 h 576907"/>
                <a:gd name="connsiteX107" fmla="*/ 341400 w 403415"/>
                <a:gd name="connsiteY107" fmla="*/ 236340 h 576907"/>
                <a:gd name="connsiteX108" fmla="*/ 341400 w 403415"/>
                <a:gd name="connsiteY108" fmla="*/ 221092 h 576907"/>
                <a:gd name="connsiteX109" fmla="*/ 348178 w 403415"/>
                <a:gd name="connsiteY109" fmla="*/ 221092 h 576907"/>
                <a:gd name="connsiteX110" fmla="*/ 353260 w 403415"/>
                <a:gd name="connsiteY110" fmla="*/ 215162 h 576907"/>
                <a:gd name="connsiteX111" fmla="*/ 346483 w 403415"/>
                <a:gd name="connsiteY111" fmla="*/ 215162 h 576907"/>
                <a:gd name="connsiteX112" fmla="*/ 346483 w 403415"/>
                <a:gd name="connsiteY112" fmla="*/ 200760 h 576907"/>
                <a:gd name="connsiteX113" fmla="*/ 353260 w 403415"/>
                <a:gd name="connsiteY113" fmla="*/ 200760 h 576907"/>
                <a:gd name="connsiteX114" fmla="*/ 359190 w 403415"/>
                <a:gd name="connsiteY114" fmla="*/ 185511 h 576907"/>
                <a:gd name="connsiteX115" fmla="*/ 359190 w 403415"/>
                <a:gd name="connsiteY115" fmla="*/ 193136 h 576907"/>
                <a:gd name="connsiteX116" fmla="*/ 353260 w 403415"/>
                <a:gd name="connsiteY116" fmla="*/ 193136 h 576907"/>
                <a:gd name="connsiteX117" fmla="*/ 353260 w 403415"/>
                <a:gd name="connsiteY117" fmla="*/ 182123 h 576907"/>
                <a:gd name="connsiteX118" fmla="*/ 353260 w 403415"/>
                <a:gd name="connsiteY118" fmla="*/ 174498 h 576907"/>
                <a:gd name="connsiteX119" fmla="*/ 359190 w 403415"/>
                <a:gd name="connsiteY119" fmla="*/ 174498 h 576907"/>
                <a:gd name="connsiteX120" fmla="*/ 359190 w 403415"/>
                <a:gd name="connsiteY120" fmla="*/ 78771 h 576907"/>
                <a:gd name="connsiteX121" fmla="*/ 359190 w 403415"/>
                <a:gd name="connsiteY121" fmla="*/ 63522 h 576907"/>
                <a:gd name="connsiteX122" fmla="*/ 365968 w 403415"/>
                <a:gd name="connsiteY122" fmla="*/ 63522 h 576907"/>
                <a:gd name="connsiteX123" fmla="*/ 365968 w 403415"/>
                <a:gd name="connsiteY123" fmla="*/ 78771 h 576907"/>
                <a:gd name="connsiteX124" fmla="*/ 360038 w 403415"/>
                <a:gd name="connsiteY124" fmla="*/ 78771 h 576907"/>
                <a:gd name="connsiteX125" fmla="*/ 359190 w 403415"/>
                <a:gd name="connsiteY125" fmla="*/ 95714 h 576907"/>
                <a:gd name="connsiteX126" fmla="*/ 359190 w 403415"/>
                <a:gd name="connsiteY126" fmla="*/ 88090 h 576907"/>
                <a:gd name="connsiteX127" fmla="*/ 365120 w 403415"/>
                <a:gd name="connsiteY127" fmla="*/ 88090 h 576907"/>
                <a:gd name="connsiteX128" fmla="*/ 365120 w 403415"/>
                <a:gd name="connsiteY128" fmla="*/ 103338 h 576907"/>
                <a:gd name="connsiteX129" fmla="*/ 358343 w 403415"/>
                <a:gd name="connsiteY129" fmla="*/ 103338 h 576907"/>
                <a:gd name="connsiteX130" fmla="*/ 359190 w 403415"/>
                <a:gd name="connsiteY130" fmla="*/ 117740 h 576907"/>
                <a:gd name="connsiteX131" fmla="*/ 359190 w 403415"/>
                <a:gd name="connsiteY131" fmla="*/ 110115 h 576907"/>
                <a:gd name="connsiteX132" fmla="*/ 365120 w 403415"/>
                <a:gd name="connsiteY132" fmla="*/ 110115 h 576907"/>
                <a:gd name="connsiteX133" fmla="*/ 365120 w 403415"/>
                <a:gd name="connsiteY133" fmla="*/ 125364 h 576907"/>
                <a:gd name="connsiteX134" fmla="*/ 359190 w 403415"/>
                <a:gd name="connsiteY134" fmla="*/ 125364 h 576907"/>
                <a:gd name="connsiteX135" fmla="*/ 359190 w 403415"/>
                <a:gd name="connsiteY135" fmla="*/ 140612 h 576907"/>
                <a:gd name="connsiteX136" fmla="*/ 359190 w 403415"/>
                <a:gd name="connsiteY136" fmla="*/ 132988 h 576907"/>
                <a:gd name="connsiteX137" fmla="*/ 365120 w 403415"/>
                <a:gd name="connsiteY137" fmla="*/ 132988 h 576907"/>
                <a:gd name="connsiteX138" fmla="*/ 365120 w 403415"/>
                <a:gd name="connsiteY138" fmla="*/ 140612 h 576907"/>
                <a:gd name="connsiteX139" fmla="*/ 365120 w 403415"/>
                <a:gd name="connsiteY139" fmla="*/ 148237 h 576907"/>
                <a:gd name="connsiteX140" fmla="*/ 359190 w 403415"/>
                <a:gd name="connsiteY140" fmla="*/ 148237 h 576907"/>
                <a:gd name="connsiteX141" fmla="*/ 359190 w 403415"/>
                <a:gd name="connsiteY141" fmla="*/ 155861 h 576907"/>
                <a:gd name="connsiteX142" fmla="*/ 359190 w 403415"/>
                <a:gd name="connsiteY142" fmla="*/ 171110 h 576907"/>
                <a:gd name="connsiteX143" fmla="*/ 352413 w 403415"/>
                <a:gd name="connsiteY143" fmla="*/ 171110 h 576907"/>
                <a:gd name="connsiteX144" fmla="*/ 352413 w 403415"/>
                <a:gd name="connsiteY144" fmla="*/ 164332 h 576907"/>
                <a:gd name="connsiteX145" fmla="*/ 352413 w 403415"/>
                <a:gd name="connsiteY145" fmla="*/ 156708 h 576907"/>
                <a:gd name="connsiteX146" fmla="*/ 309209 w 403415"/>
                <a:gd name="connsiteY146" fmla="*/ 45732 h 576907"/>
                <a:gd name="connsiteX147" fmla="*/ 309209 w 403415"/>
                <a:gd name="connsiteY147" fmla="*/ 38108 h 576907"/>
                <a:gd name="connsiteX148" fmla="*/ 326152 w 403415"/>
                <a:gd name="connsiteY148" fmla="*/ 38108 h 576907"/>
                <a:gd name="connsiteX149" fmla="*/ 326152 w 403415"/>
                <a:gd name="connsiteY149" fmla="*/ 53356 h 576907"/>
                <a:gd name="connsiteX150" fmla="*/ 320222 w 403415"/>
                <a:gd name="connsiteY150" fmla="*/ 53356 h 576907"/>
                <a:gd name="connsiteX151" fmla="*/ 309209 w 403415"/>
                <a:gd name="connsiteY151" fmla="*/ 68605 h 576907"/>
                <a:gd name="connsiteX152" fmla="*/ 309209 w 403415"/>
                <a:gd name="connsiteY152" fmla="*/ 60981 h 576907"/>
                <a:gd name="connsiteX153" fmla="*/ 326152 w 403415"/>
                <a:gd name="connsiteY153" fmla="*/ 60981 h 576907"/>
                <a:gd name="connsiteX154" fmla="*/ 326152 w 403415"/>
                <a:gd name="connsiteY154" fmla="*/ 71994 h 576907"/>
                <a:gd name="connsiteX155" fmla="*/ 319374 w 403415"/>
                <a:gd name="connsiteY155" fmla="*/ 71994 h 576907"/>
                <a:gd name="connsiteX156" fmla="*/ 309209 w 403415"/>
                <a:gd name="connsiteY156" fmla="*/ 91478 h 576907"/>
                <a:gd name="connsiteX157" fmla="*/ 309209 w 403415"/>
                <a:gd name="connsiteY157" fmla="*/ 83854 h 576907"/>
                <a:gd name="connsiteX158" fmla="*/ 326152 w 403415"/>
                <a:gd name="connsiteY158" fmla="*/ 83854 h 576907"/>
                <a:gd name="connsiteX159" fmla="*/ 326152 w 403415"/>
                <a:gd name="connsiteY159" fmla="*/ 91478 h 576907"/>
                <a:gd name="connsiteX160" fmla="*/ 326152 w 403415"/>
                <a:gd name="connsiteY160" fmla="*/ 99102 h 576907"/>
                <a:gd name="connsiteX161" fmla="*/ 320222 w 403415"/>
                <a:gd name="connsiteY161" fmla="*/ 99102 h 576907"/>
                <a:gd name="connsiteX162" fmla="*/ 309209 w 403415"/>
                <a:gd name="connsiteY162" fmla="*/ 114351 h 576907"/>
                <a:gd name="connsiteX163" fmla="*/ 309209 w 403415"/>
                <a:gd name="connsiteY163" fmla="*/ 106727 h 576907"/>
                <a:gd name="connsiteX164" fmla="*/ 315986 w 403415"/>
                <a:gd name="connsiteY164" fmla="*/ 106727 h 576907"/>
                <a:gd name="connsiteX165" fmla="*/ 315986 w 403415"/>
                <a:gd name="connsiteY165" fmla="*/ 114351 h 576907"/>
                <a:gd name="connsiteX166" fmla="*/ 315986 w 403415"/>
                <a:gd name="connsiteY166" fmla="*/ 121975 h 576907"/>
                <a:gd name="connsiteX167" fmla="*/ 309209 w 403415"/>
                <a:gd name="connsiteY167" fmla="*/ 121975 h 576907"/>
                <a:gd name="connsiteX168" fmla="*/ 309209 w 403415"/>
                <a:gd name="connsiteY168" fmla="*/ 136377 h 576907"/>
                <a:gd name="connsiteX169" fmla="*/ 309209 w 403415"/>
                <a:gd name="connsiteY169" fmla="*/ 131294 h 576907"/>
                <a:gd name="connsiteX170" fmla="*/ 309209 w 403415"/>
                <a:gd name="connsiteY170" fmla="*/ 131294 h 576907"/>
                <a:gd name="connsiteX171" fmla="*/ 315139 w 403415"/>
                <a:gd name="connsiteY171" fmla="*/ 131294 h 576907"/>
                <a:gd name="connsiteX172" fmla="*/ 315139 w 403415"/>
                <a:gd name="connsiteY172" fmla="*/ 131294 h 576907"/>
                <a:gd name="connsiteX173" fmla="*/ 315139 w 403415"/>
                <a:gd name="connsiteY173" fmla="*/ 136377 h 576907"/>
                <a:gd name="connsiteX174" fmla="*/ 315139 w 403415"/>
                <a:gd name="connsiteY174" fmla="*/ 144001 h 576907"/>
                <a:gd name="connsiteX175" fmla="*/ 308362 w 403415"/>
                <a:gd name="connsiteY175" fmla="*/ 144001 h 576907"/>
                <a:gd name="connsiteX176" fmla="*/ 304126 w 403415"/>
                <a:gd name="connsiteY176" fmla="*/ 164332 h 576907"/>
                <a:gd name="connsiteX177" fmla="*/ 304126 w 403415"/>
                <a:gd name="connsiteY177" fmla="*/ 159250 h 576907"/>
                <a:gd name="connsiteX178" fmla="*/ 304126 w 403415"/>
                <a:gd name="connsiteY178" fmla="*/ 151626 h 576907"/>
                <a:gd name="connsiteX179" fmla="*/ 310056 w 403415"/>
                <a:gd name="connsiteY179" fmla="*/ 151626 h 576907"/>
                <a:gd name="connsiteX180" fmla="*/ 310056 w 403415"/>
                <a:gd name="connsiteY180" fmla="*/ 156708 h 576907"/>
                <a:gd name="connsiteX181" fmla="*/ 310056 w 403415"/>
                <a:gd name="connsiteY181" fmla="*/ 161791 h 576907"/>
                <a:gd name="connsiteX182" fmla="*/ 310056 w 403415"/>
                <a:gd name="connsiteY182" fmla="*/ 161791 h 576907"/>
                <a:gd name="connsiteX183" fmla="*/ 304126 w 403415"/>
                <a:gd name="connsiteY183" fmla="*/ 161791 h 576907"/>
                <a:gd name="connsiteX184" fmla="*/ 304126 w 403415"/>
                <a:gd name="connsiteY184" fmla="*/ 173651 h 576907"/>
                <a:gd name="connsiteX185" fmla="*/ 310056 w 403415"/>
                <a:gd name="connsiteY185" fmla="*/ 173651 h 576907"/>
                <a:gd name="connsiteX186" fmla="*/ 310056 w 403415"/>
                <a:gd name="connsiteY186" fmla="*/ 188053 h 576907"/>
                <a:gd name="connsiteX187" fmla="*/ 304126 w 403415"/>
                <a:gd name="connsiteY187" fmla="*/ 188053 h 576907"/>
                <a:gd name="connsiteX188" fmla="*/ 299043 w 403415"/>
                <a:gd name="connsiteY188" fmla="*/ 195677 h 576907"/>
                <a:gd name="connsiteX189" fmla="*/ 304973 w 403415"/>
                <a:gd name="connsiteY189" fmla="*/ 195677 h 576907"/>
                <a:gd name="connsiteX190" fmla="*/ 304973 w 403415"/>
                <a:gd name="connsiteY190" fmla="*/ 210078 h 576907"/>
                <a:gd name="connsiteX191" fmla="*/ 298196 w 403415"/>
                <a:gd name="connsiteY191" fmla="*/ 210078 h 576907"/>
                <a:gd name="connsiteX192" fmla="*/ 290572 w 403415"/>
                <a:gd name="connsiteY192" fmla="*/ 225327 h 576907"/>
                <a:gd name="connsiteX193" fmla="*/ 290572 w 403415"/>
                <a:gd name="connsiteY193" fmla="*/ 220244 h 576907"/>
                <a:gd name="connsiteX194" fmla="*/ 290572 w 403415"/>
                <a:gd name="connsiteY194" fmla="*/ 220244 h 576907"/>
                <a:gd name="connsiteX195" fmla="*/ 296502 w 403415"/>
                <a:gd name="connsiteY195" fmla="*/ 220244 h 576907"/>
                <a:gd name="connsiteX196" fmla="*/ 296502 w 403415"/>
                <a:gd name="connsiteY196" fmla="*/ 227868 h 576907"/>
                <a:gd name="connsiteX197" fmla="*/ 296502 w 403415"/>
                <a:gd name="connsiteY197" fmla="*/ 234646 h 576907"/>
                <a:gd name="connsiteX198" fmla="*/ 290572 w 403415"/>
                <a:gd name="connsiteY198" fmla="*/ 234646 h 576907"/>
                <a:gd name="connsiteX199" fmla="*/ 282100 w 403415"/>
                <a:gd name="connsiteY199" fmla="*/ 251589 h 576907"/>
                <a:gd name="connsiteX200" fmla="*/ 282100 w 403415"/>
                <a:gd name="connsiteY200" fmla="*/ 246506 h 576907"/>
                <a:gd name="connsiteX201" fmla="*/ 282100 w 403415"/>
                <a:gd name="connsiteY201" fmla="*/ 239729 h 576907"/>
                <a:gd name="connsiteX202" fmla="*/ 288030 w 403415"/>
                <a:gd name="connsiteY202" fmla="*/ 239729 h 576907"/>
                <a:gd name="connsiteX203" fmla="*/ 288030 w 403415"/>
                <a:gd name="connsiteY203" fmla="*/ 247353 h 576907"/>
                <a:gd name="connsiteX204" fmla="*/ 288030 w 403415"/>
                <a:gd name="connsiteY204" fmla="*/ 247353 h 576907"/>
                <a:gd name="connsiteX205" fmla="*/ 282100 w 403415"/>
                <a:gd name="connsiteY205" fmla="*/ 247353 h 576907"/>
                <a:gd name="connsiteX206" fmla="*/ 282100 w 403415"/>
                <a:gd name="connsiteY206" fmla="*/ 260908 h 576907"/>
                <a:gd name="connsiteX207" fmla="*/ 288030 w 403415"/>
                <a:gd name="connsiteY207" fmla="*/ 260908 h 576907"/>
                <a:gd name="connsiteX208" fmla="*/ 282947 w 403415"/>
                <a:gd name="connsiteY208" fmla="*/ 275309 h 576907"/>
                <a:gd name="connsiteX209" fmla="*/ 277017 w 403415"/>
                <a:gd name="connsiteY209" fmla="*/ 275309 h 576907"/>
                <a:gd name="connsiteX210" fmla="*/ 274476 w 403415"/>
                <a:gd name="connsiteY210" fmla="*/ 282086 h 576907"/>
                <a:gd name="connsiteX211" fmla="*/ 280406 w 403415"/>
                <a:gd name="connsiteY211" fmla="*/ 282086 h 576907"/>
                <a:gd name="connsiteX212" fmla="*/ 273628 w 403415"/>
                <a:gd name="connsiteY212" fmla="*/ 295640 h 576907"/>
                <a:gd name="connsiteX213" fmla="*/ 268546 w 403415"/>
                <a:gd name="connsiteY213" fmla="*/ 295640 h 576907"/>
                <a:gd name="connsiteX214" fmla="*/ 260074 w 403415"/>
                <a:gd name="connsiteY214" fmla="*/ 314278 h 576907"/>
                <a:gd name="connsiteX215" fmla="*/ 260074 w 403415"/>
                <a:gd name="connsiteY215" fmla="*/ 314278 h 576907"/>
                <a:gd name="connsiteX216" fmla="*/ 260074 w 403415"/>
                <a:gd name="connsiteY216" fmla="*/ 306653 h 576907"/>
                <a:gd name="connsiteX217" fmla="*/ 266004 w 403415"/>
                <a:gd name="connsiteY217" fmla="*/ 306653 h 576907"/>
                <a:gd name="connsiteX218" fmla="*/ 266004 w 403415"/>
                <a:gd name="connsiteY218" fmla="*/ 313430 h 576907"/>
                <a:gd name="connsiteX219" fmla="*/ 266004 w 403415"/>
                <a:gd name="connsiteY219" fmla="*/ 318514 h 576907"/>
                <a:gd name="connsiteX220" fmla="*/ 266004 w 403415"/>
                <a:gd name="connsiteY220" fmla="*/ 318514 h 576907"/>
                <a:gd name="connsiteX221" fmla="*/ 260074 w 403415"/>
                <a:gd name="connsiteY221" fmla="*/ 318514 h 576907"/>
                <a:gd name="connsiteX222" fmla="*/ 255838 w 403415"/>
                <a:gd name="connsiteY222" fmla="*/ 311736 h 576907"/>
                <a:gd name="connsiteX223" fmla="*/ 260074 w 403415"/>
                <a:gd name="connsiteY223" fmla="*/ 323596 h 576907"/>
                <a:gd name="connsiteX224" fmla="*/ 266004 w 403415"/>
                <a:gd name="connsiteY224" fmla="*/ 323596 h 576907"/>
                <a:gd name="connsiteX225" fmla="*/ 258380 w 403415"/>
                <a:gd name="connsiteY225" fmla="*/ 337150 h 576907"/>
                <a:gd name="connsiteX226" fmla="*/ 253297 w 403415"/>
                <a:gd name="connsiteY226" fmla="*/ 337150 h 576907"/>
                <a:gd name="connsiteX227" fmla="*/ 245673 w 403415"/>
                <a:gd name="connsiteY227" fmla="*/ 350705 h 576907"/>
                <a:gd name="connsiteX228" fmla="*/ 245673 w 403415"/>
                <a:gd name="connsiteY228" fmla="*/ 343928 h 576907"/>
                <a:gd name="connsiteX229" fmla="*/ 250756 w 403415"/>
                <a:gd name="connsiteY229" fmla="*/ 343928 h 576907"/>
                <a:gd name="connsiteX230" fmla="*/ 250756 w 403415"/>
                <a:gd name="connsiteY230" fmla="*/ 350705 h 576907"/>
                <a:gd name="connsiteX231" fmla="*/ 250756 w 403415"/>
                <a:gd name="connsiteY231" fmla="*/ 357482 h 576907"/>
                <a:gd name="connsiteX232" fmla="*/ 244826 w 403415"/>
                <a:gd name="connsiteY232" fmla="*/ 357482 h 576907"/>
                <a:gd name="connsiteX233" fmla="*/ 238896 w 403415"/>
                <a:gd name="connsiteY233" fmla="*/ 363412 h 576907"/>
                <a:gd name="connsiteX234" fmla="*/ 243978 w 403415"/>
                <a:gd name="connsiteY234" fmla="*/ 363412 h 576907"/>
                <a:gd name="connsiteX235" fmla="*/ 236354 w 403415"/>
                <a:gd name="connsiteY235" fmla="*/ 376967 h 576907"/>
                <a:gd name="connsiteX236" fmla="*/ 230424 w 403415"/>
                <a:gd name="connsiteY236" fmla="*/ 376967 h 576907"/>
                <a:gd name="connsiteX237" fmla="*/ 227036 w 403415"/>
                <a:gd name="connsiteY237" fmla="*/ 382897 h 576907"/>
                <a:gd name="connsiteX238" fmla="*/ 232118 w 403415"/>
                <a:gd name="connsiteY238" fmla="*/ 382897 h 576907"/>
                <a:gd name="connsiteX239" fmla="*/ 223647 w 403415"/>
                <a:gd name="connsiteY239" fmla="*/ 395604 h 576907"/>
                <a:gd name="connsiteX240" fmla="*/ 218564 w 403415"/>
                <a:gd name="connsiteY240" fmla="*/ 395604 h 576907"/>
                <a:gd name="connsiteX241" fmla="*/ 241437 w 403415"/>
                <a:gd name="connsiteY241" fmla="*/ 459987 h 576907"/>
                <a:gd name="connsiteX242" fmla="*/ 246520 w 403415"/>
                <a:gd name="connsiteY242" fmla="*/ 459987 h 576907"/>
                <a:gd name="connsiteX243" fmla="*/ 236354 w 403415"/>
                <a:gd name="connsiteY243" fmla="*/ 471000 h 576907"/>
                <a:gd name="connsiteX244" fmla="*/ 236354 w 403415"/>
                <a:gd name="connsiteY244" fmla="*/ 471000 h 576907"/>
                <a:gd name="connsiteX245" fmla="*/ 214328 w 403415"/>
                <a:gd name="connsiteY245" fmla="*/ 401534 h 576907"/>
                <a:gd name="connsiteX246" fmla="*/ 219411 w 403415"/>
                <a:gd name="connsiteY246" fmla="*/ 401534 h 576907"/>
                <a:gd name="connsiteX247" fmla="*/ 210092 w 403415"/>
                <a:gd name="connsiteY247" fmla="*/ 414241 h 576907"/>
                <a:gd name="connsiteX248" fmla="*/ 205010 w 403415"/>
                <a:gd name="connsiteY248" fmla="*/ 414241 h 576907"/>
                <a:gd name="connsiteX249" fmla="*/ 195691 w 403415"/>
                <a:gd name="connsiteY249" fmla="*/ 426101 h 576907"/>
                <a:gd name="connsiteX250" fmla="*/ 200774 w 403415"/>
                <a:gd name="connsiteY250" fmla="*/ 420171 h 576907"/>
                <a:gd name="connsiteX251" fmla="*/ 205857 w 403415"/>
                <a:gd name="connsiteY251" fmla="*/ 420171 h 576907"/>
                <a:gd name="connsiteX252" fmla="*/ 200774 w 403415"/>
                <a:gd name="connsiteY252" fmla="*/ 426101 h 576907"/>
                <a:gd name="connsiteX253" fmla="*/ 195691 w 403415"/>
                <a:gd name="connsiteY253" fmla="*/ 432031 h 576907"/>
                <a:gd name="connsiteX254" fmla="*/ 190608 w 403415"/>
                <a:gd name="connsiteY254" fmla="*/ 427795 h 576907"/>
                <a:gd name="connsiteX255" fmla="*/ 181289 w 403415"/>
                <a:gd name="connsiteY255" fmla="*/ 443044 h 576907"/>
                <a:gd name="connsiteX256" fmla="*/ 186372 w 403415"/>
                <a:gd name="connsiteY256" fmla="*/ 437114 h 576907"/>
                <a:gd name="connsiteX257" fmla="*/ 191455 w 403415"/>
                <a:gd name="connsiteY257" fmla="*/ 437114 h 576907"/>
                <a:gd name="connsiteX258" fmla="*/ 186372 w 403415"/>
                <a:gd name="connsiteY258" fmla="*/ 443044 h 576907"/>
                <a:gd name="connsiteX259" fmla="*/ 181289 w 403415"/>
                <a:gd name="connsiteY259" fmla="*/ 448974 h 576907"/>
                <a:gd name="connsiteX260" fmla="*/ 176207 w 403415"/>
                <a:gd name="connsiteY260" fmla="*/ 448974 h 576907"/>
                <a:gd name="connsiteX261" fmla="*/ 166041 w 403415"/>
                <a:gd name="connsiteY261" fmla="*/ 459987 h 576907"/>
                <a:gd name="connsiteX262" fmla="*/ 171123 w 403415"/>
                <a:gd name="connsiteY262" fmla="*/ 454057 h 576907"/>
                <a:gd name="connsiteX263" fmla="*/ 175359 w 403415"/>
                <a:gd name="connsiteY263" fmla="*/ 454057 h 576907"/>
                <a:gd name="connsiteX264" fmla="*/ 170277 w 403415"/>
                <a:gd name="connsiteY264" fmla="*/ 459987 h 576907"/>
                <a:gd name="connsiteX265" fmla="*/ 165193 w 403415"/>
                <a:gd name="connsiteY265" fmla="*/ 465070 h 576907"/>
                <a:gd name="connsiteX266" fmla="*/ 160111 w 403415"/>
                <a:gd name="connsiteY266" fmla="*/ 465070 h 576907"/>
                <a:gd name="connsiteX267" fmla="*/ 182984 w 403415"/>
                <a:gd name="connsiteY267" fmla="*/ 527759 h 576907"/>
                <a:gd name="connsiteX268" fmla="*/ 177053 w 403415"/>
                <a:gd name="connsiteY268" fmla="*/ 532842 h 576907"/>
                <a:gd name="connsiteX269" fmla="*/ 171123 w 403415"/>
                <a:gd name="connsiteY269" fmla="*/ 532842 h 576907"/>
                <a:gd name="connsiteX270" fmla="*/ 171123 w 403415"/>
                <a:gd name="connsiteY270" fmla="*/ 527759 h 576907"/>
                <a:gd name="connsiteX271" fmla="*/ 177053 w 403415"/>
                <a:gd name="connsiteY271" fmla="*/ 523523 h 576907"/>
                <a:gd name="connsiteX272" fmla="*/ 182984 w 403415"/>
                <a:gd name="connsiteY272" fmla="*/ 518440 h 576907"/>
                <a:gd name="connsiteX273" fmla="*/ 149945 w 403415"/>
                <a:gd name="connsiteY273" fmla="*/ 475236 h 576907"/>
                <a:gd name="connsiteX274" fmla="*/ 155028 w 403415"/>
                <a:gd name="connsiteY274" fmla="*/ 470153 h 576907"/>
                <a:gd name="connsiteX275" fmla="*/ 159263 w 403415"/>
                <a:gd name="connsiteY275" fmla="*/ 475236 h 576907"/>
                <a:gd name="connsiteX276" fmla="*/ 154181 w 403415"/>
                <a:gd name="connsiteY276" fmla="*/ 480319 h 576907"/>
                <a:gd name="connsiteX277" fmla="*/ 148251 w 403415"/>
                <a:gd name="connsiteY277" fmla="*/ 485401 h 576907"/>
                <a:gd name="connsiteX278" fmla="*/ 148251 w 403415"/>
                <a:gd name="connsiteY278" fmla="*/ 480319 h 576907"/>
                <a:gd name="connsiteX279" fmla="*/ 160958 w 403415"/>
                <a:gd name="connsiteY279" fmla="*/ 536231 h 576907"/>
                <a:gd name="connsiteX280" fmla="*/ 160958 w 403415"/>
                <a:gd name="connsiteY280" fmla="*/ 541313 h 576907"/>
                <a:gd name="connsiteX281" fmla="*/ 160958 w 403415"/>
                <a:gd name="connsiteY281" fmla="*/ 541313 h 576907"/>
                <a:gd name="connsiteX282" fmla="*/ 160958 w 403415"/>
                <a:gd name="connsiteY282" fmla="*/ 541313 h 576907"/>
                <a:gd name="connsiteX283" fmla="*/ 155028 w 403415"/>
                <a:gd name="connsiteY283" fmla="*/ 545549 h 576907"/>
                <a:gd name="connsiteX284" fmla="*/ 155028 w 403415"/>
                <a:gd name="connsiteY284" fmla="*/ 539619 h 576907"/>
                <a:gd name="connsiteX285" fmla="*/ 160958 w 403415"/>
                <a:gd name="connsiteY285" fmla="*/ 539619 h 576907"/>
                <a:gd name="connsiteX286" fmla="*/ 165193 w 403415"/>
                <a:gd name="connsiteY286" fmla="*/ 539619 h 576907"/>
                <a:gd name="connsiteX287" fmla="*/ 133002 w 403415"/>
                <a:gd name="connsiteY287" fmla="*/ 490485 h 576907"/>
                <a:gd name="connsiteX288" fmla="*/ 138085 w 403415"/>
                <a:gd name="connsiteY288" fmla="*/ 485401 h 576907"/>
                <a:gd name="connsiteX289" fmla="*/ 138085 w 403415"/>
                <a:gd name="connsiteY289" fmla="*/ 490485 h 576907"/>
                <a:gd name="connsiteX290" fmla="*/ 133002 w 403415"/>
                <a:gd name="connsiteY290" fmla="*/ 495567 h 576907"/>
                <a:gd name="connsiteX291" fmla="*/ 126225 w 403415"/>
                <a:gd name="connsiteY291" fmla="*/ 500650 h 576907"/>
                <a:gd name="connsiteX292" fmla="*/ 126225 w 403415"/>
                <a:gd name="connsiteY292" fmla="*/ 495567 h 576907"/>
                <a:gd name="connsiteX293" fmla="*/ 146556 w 403415"/>
                <a:gd name="connsiteY293" fmla="*/ 554021 h 576907"/>
                <a:gd name="connsiteX294" fmla="*/ 139779 w 403415"/>
                <a:gd name="connsiteY294" fmla="*/ 554021 h 576907"/>
                <a:gd name="connsiteX295" fmla="*/ 133002 w 403415"/>
                <a:gd name="connsiteY295" fmla="*/ 554021 h 576907"/>
                <a:gd name="connsiteX296" fmla="*/ 133002 w 403415"/>
                <a:gd name="connsiteY296" fmla="*/ 548937 h 576907"/>
                <a:gd name="connsiteX297" fmla="*/ 139779 w 403415"/>
                <a:gd name="connsiteY297" fmla="*/ 548937 h 576907"/>
                <a:gd name="connsiteX298" fmla="*/ 146556 w 403415"/>
                <a:gd name="connsiteY298" fmla="*/ 548937 h 576907"/>
                <a:gd name="connsiteX299" fmla="*/ 115212 w 403415"/>
                <a:gd name="connsiteY299" fmla="*/ 504886 h 576907"/>
                <a:gd name="connsiteX300" fmla="*/ 121142 w 403415"/>
                <a:gd name="connsiteY300" fmla="*/ 499803 h 576907"/>
                <a:gd name="connsiteX301" fmla="*/ 121142 w 403415"/>
                <a:gd name="connsiteY301" fmla="*/ 504886 h 576907"/>
                <a:gd name="connsiteX302" fmla="*/ 115212 w 403415"/>
                <a:gd name="connsiteY302" fmla="*/ 509969 h 576907"/>
                <a:gd name="connsiteX303" fmla="*/ 109282 w 403415"/>
                <a:gd name="connsiteY303" fmla="*/ 509969 h 576907"/>
                <a:gd name="connsiteX304" fmla="*/ 109282 w 403415"/>
                <a:gd name="connsiteY304" fmla="*/ 504886 h 576907"/>
                <a:gd name="connsiteX305" fmla="*/ 85562 w 403415"/>
                <a:gd name="connsiteY305" fmla="*/ 532842 h 576907"/>
                <a:gd name="connsiteX306" fmla="*/ 80479 w 403415"/>
                <a:gd name="connsiteY306" fmla="*/ 532842 h 576907"/>
                <a:gd name="connsiteX307" fmla="*/ 73701 w 403415"/>
                <a:gd name="connsiteY307" fmla="*/ 532842 h 576907"/>
                <a:gd name="connsiteX308" fmla="*/ 73701 w 403415"/>
                <a:gd name="connsiteY308" fmla="*/ 527759 h 576907"/>
                <a:gd name="connsiteX309" fmla="*/ 79631 w 403415"/>
                <a:gd name="connsiteY309" fmla="*/ 527759 h 576907"/>
                <a:gd name="connsiteX310" fmla="*/ 84715 w 403415"/>
                <a:gd name="connsiteY310" fmla="*/ 527759 h 576907"/>
                <a:gd name="connsiteX311" fmla="*/ 84715 w 403415"/>
                <a:gd name="connsiteY311" fmla="*/ 527759 h 576907"/>
                <a:gd name="connsiteX312" fmla="*/ 84715 w 403415"/>
                <a:gd name="connsiteY312" fmla="*/ 532842 h 576907"/>
                <a:gd name="connsiteX313" fmla="*/ 94033 w 403415"/>
                <a:gd name="connsiteY313" fmla="*/ 526912 h 576907"/>
                <a:gd name="connsiteX314" fmla="*/ 94033 w 403415"/>
                <a:gd name="connsiteY314" fmla="*/ 521829 h 576907"/>
                <a:gd name="connsiteX315" fmla="*/ 94033 w 403415"/>
                <a:gd name="connsiteY315" fmla="*/ 521829 h 576907"/>
                <a:gd name="connsiteX316" fmla="*/ 94033 w 403415"/>
                <a:gd name="connsiteY316" fmla="*/ 521829 h 576907"/>
                <a:gd name="connsiteX317" fmla="*/ 99963 w 403415"/>
                <a:gd name="connsiteY317" fmla="*/ 521829 h 576907"/>
                <a:gd name="connsiteX318" fmla="*/ 99963 w 403415"/>
                <a:gd name="connsiteY318" fmla="*/ 526912 h 576907"/>
                <a:gd name="connsiteX319" fmla="*/ 93186 w 403415"/>
                <a:gd name="connsiteY319" fmla="*/ 531147 h 576907"/>
                <a:gd name="connsiteX320" fmla="*/ 93186 w 403415"/>
                <a:gd name="connsiteY320" fmla="*/ 531147 h 576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Lst>
              <a:rect l="l" t="t" r="r" b="b"/>
              <a:pathLst>
                <a:path w="403415" h="576907">
                  <a:moveTo>
                    <a:pt x="101657" y="563339"/>
                  </a:moveTo>
                  <a:lnTo>
                    <a:pt x="101657" y="563339"/>
                  </a:lnTo>
                  <a:lnTo>
                    <a:pt x="105893" y="563339"/>
                  </a:lnTo>
                  <a:lnTo>
                    <a:pt x="112671" y="563339"/>
                  </a:lnTo>
                  <a:lnTo>
                    <a:pt x="112671" y="569269"/>
                  </a:lnTo>
                  <a:lnTo>
                    <a:pt x="105893" y="569269"/>
                  </a:lnTo>
                  <a:cubicBezTo>
                    <a:pt x="122040" y="573115"/>
                    <a:pt x="138475" y="575656"/>
                    <a:pt x="155028" y="576893"/>
                  </a:cubicBezTo>
                  <a:cubicBezTo>
                    <a:pt x="237997" y="534316"/>
                    <a:pt x="304888" y="465934"/>
                    <a:pt x="345636" y="382050"/>
                  </a:cubicBezTo>
                  <a:cubicBezTo>
                    <a:pt x="397540" y="290321"/>
                    <a:pt x="415246" y="183165"/>
                    <a:pt x="395618" y="79618"/>
                  </a:cubicBezTo>
                  <a:cubicBezTo>
                    <a:pt x="386045" y="69935"/>
                    <a:pt x="375862" y="60879"/>
                    <a:pt x="365120" y="52509"/>
                  </a:cubicBezTo>
                  <a:lnTo>
                    <a:pt x="365120" y="58439"/>
                  </a:lnTo>
                  <a:lnTo>
                    <a:pt x="359190" y="58439"/>
                  </a:lnTo>
                  <a:lnTo>
                    <a:pt x="359190" y="47426"/>
                  </a:lnTo>
                  <a:cubicBezTo>
                    <a:pt x="345763" y="37845"/>
                    <a:pt x="331599" y="29348"/>
                    <a:pt x="316833" y="22012"/>
                  </a:cubicBezTo>
                  <a:lnTo>
                    <a:pt x="316833" y="22012"/>
                  </a:lnTo>
                  <a:lnTo>
                    <a:pt x="316833" y="29636"/>
                  </a:lnTo>
                  <a:lnTo>
                    <a:pt x="310056" y="29636"/>
                  </a:lnTo>
                  <a:lnTo>
                    <a:pt x="310056" y="16929"/>
                  </a:lnTo>
                  <a:cubicBezTo>
                    <a:pt x="295358" y="9898"/>
                    <a:pt x="280042" y="4230"/>
                    <a:pt x="264310" y="-14"/>
                  </a:cubicBezTo>
                  <a:cubicBezTo>
                    <a:pt x="268266" y="114080"/>
                    <a:pt x="238819" y="226844"/>
                    <a:pt x="179595" y="324444"/>
                  </a:cubicBezTo>
                  <a:cubicBezTo>
                    <a:pt x="139856" y="404753"/>
                    <a:pt x="77404" y="471618"/>
                    <a:pt x="0" y="516746"/>
                  </a:cubicBezTo>
                  <a:lnTo>
                    <a:pt x="0" y="516746"/>
                  </a:lnTo>
                  <a:cubicBezTo>
                    <a:pt x="11208" y="525345"/>
                    <a:pt x="23101" y="532995"/>
                    <a:pt x="35580" y="539619"/>
                  </a:cubicBezTo>
                  <a:lnTo>
                    <a:pt x="35580" y="539619"/>
                  </a:lnTo>
                  <a:lnTo>
                    <a:pt x="40663" y="539619"/>
                  </a:lnTo>
                  <a:lnTo>
                    <a:pt x="47440" y="539619"/>
                  </a:lnTo>
                  <a:lnTo>
                    <a:pt x="47440" y="545549"/>
                  </a:lnTo>
                  <a:lnTo>
                    <a:pt x="40663" y="545549"/>
                  </a:lnTo>
                  <a:lnTo>
                    <a:pt x="40663" y="545549"/>
                  </a:lnTo>
                  <a:cubicBezTo>
                    <a:pt x="56920" y="553919"/>
                    <a:pt x="73948" y="560730"/>
                    <a:pt x="91492" y="565881"/>
                  </a:cubicBezTo>
                  <a:close/>
                  <a:moveTo>
                    <a:pt x="186372" y="515899"/>
                  </a:moveTo>
                  <a:lnTo>
                    <a:pt x="186372" y="515899"/>
                  </a:lnTo>
                  <a:lnTo>
                    <a:pt x="186372" y="515899"/>
                  </a:lnTo>
                  <a:lnTo>
                    <a:pt x="186372" y="510816"/>
                  </a:lnTo>
                  <a:lnTo>
                    <a:pt x="186372" y="510816"/>
                  </a:lnTo>
                  <a:lnTo>
                    <a:pt x="186372" y="510816"/>
                  </a:lnTo>
                  <a:lnTo>
                    <a:pt x="192302" y="505733"/>
                  </a:lnTo>
                  <a:lnTo>
                    <a:pt x="192302" y="510816"/>
                  </a:lnTo>
                  <a:close/>
                  <a:moveTo>
                    <a:pt x="198232" y="505733"/>
                  </a:moveTo>
                  <a:lnTo>
                    <a:pt x="193150" y="500650"/>
                  </a:lnTo>
                  <a:lnTo>
                    <a:pt x="204162" y="490485"/>
                  </a:lnTo>
                  <a:lnTo>
                    <a:pt x="204162" y="490485"/>
                  </a:lnTo>
                  <a:close/>
                  <a:moveTo>
                    <a:pt x="213481" y="489637"/>
                  </a:moveTo>
                  <a:lnTo>
                    <a:pt x="213481" y="485401"/>
                  </a:lnTo>
                  <a:lnTo>
                    <a:pt x="223647" y="474389"/>
                  </a:lnTo>
                  <a:lnTo>
                    <a:pt x="223647" y="474389"/>
                  </a:lnTo>
                  <a:close/>
                  <a:moveTo>
                    <a:pt x="248214" y="449821"/>
                  </a:moveTo>
                  <a:cubicBezTo>
                    <a:pt x="247858" y="451211"/>
                    <a:pt x="247858" y="452668"/>
                    <a:pt x="248214" y="454057"/>
                  </a:cubicBezTo>
                  <a:lnTo>
                    <a:pt x="248214" y="454057"/>
                  </a:lnTo>
                  <a:lnTo>
                    <a:pt x="243131" y="454057"/>
                  </a:lnTo>
                  <a:lnTo>
                    <a:pt x="243131" y="454057"/>
                  </a:lnTo>
                  <a:lnTo>
                    <a:pt x="243131" y="454057"/>
                  </a:lnTo>
                  <a:lnTo>
                    <a:pt x="243131" y="448127"/>
                  </a:lnTo>
                  <a:lnTo>
                    <a:pt x="248214" y="448127"/>
                  </a:lnTo>
                  <a:close/>
                  <a:moveTo>
                    <a:pt x="260922" y="431184"/>
                  </a:moveTo>
                  <a:lnTo>
                    <a:pt x="260922" y="437114"/>
                  </a:lnTo>
                  <a:lnTo>
                    <a:pt x="255838" y="437114"/>
                  </a:lnTo>
                  <a:lnTo>
                    <a:pt x="255838" y="431184"/>
                  </a:lnTo>
                  <a:lnTo>
                    <a:pt x="255838" y="425254"/>
                  </a:lnTo>
                  <a:lnTo>
                    <a:pt x="260922" y="425254"/>
                  </a:lnTo>
                  <a:close/>
                  <a:moveTo>
                    <a:pt x="275323" y="410853"/>
                  </a:moveTo>
                  <a:lnTo>
                    <a:pt x="275323" y="410853"/>
                  </a:lnTo>
                  <a:lnTo>
                    <a:pt x="271087" y="416783"/>
                  </a:lnTo>
                  <a:lnTo>
                    <a:pt x="266004" y="416783"/>
                  </a:lnTo>
                  <a:lnTo>
                    <a:pt x="266004" y="410853"/>
                  </a:lnTo>
                  <a:lnTo>
                    <a:pt x="266004" y="410853"/>
                  </a:lnTo>
                  <a:lnTo>
                    <a:pt x="266004" y="410853"/>
                  </a:lnTo>
                  <a:lnTo>
                    <a:pt x="271934" y="410853"/>
                  </a:lnTo>
                  <a:close/>
                  <a:moveTo>
                    <a:pt x="280406" y="402381"/>
                  </a:moveTo>
                  <a:lnTo>
                    <a:pt x="275323" y="402381"/>
                  </a:lnTo>
                  <a:lnTo>
                    <a:pt x="282100" y="389674"/>
                  </a:lnTo>
                  <a:lnTo>
                    <a:pt x="288030" y="389674"/>
                  </a:lnTo>
                  <a:close/>
                  <a:moveTo>
                    <a:pt x="291418" y="382897"/>
                  </a:moveTo>
                  <a:lnTo>
                    <a:pt x="286336" y="382897"/>
                  </a:lnTo>
                  <a:lnTo>
                    <a:pt x="293113" y="369342"/>
                  </a:lnTo>
                  <a:lnTo>
                    <a:pt x="299043" y="369342"/>
                  </a:lnTo>
                  <a:close/>
                  <a:moveTo>
                    <a:pt x="301584" y="362565"/>
                  </a:moveTo>
                  <a:lnTo>
                    <a:pt x="296502" y="362565"/>
                  </a:lnTo>
                  <a:lnTo>
                    <a:pt x="303279" y="349010"/>
                  </a:lnTo>
                  <a:lnTo>
                    <a:pt x="309209" y="349010"/>
                  </a:lnTo>
                  <a:close/>
                  <a:moveTo>
                    <a:pt x="311750" y="342234"/>
                  </a:moveTo>
                  <a:lnTo>
                    <a:pt x="305820" y="342234"/>
                  </a:lnTo>
                  <a:lnTo>
                    <a:pt x="311750" y="328679"/>
                  </a:lnTo>
                  <a:lnTo>
                    <a:pt x="317680" y="328679"/>
                  </a:lnTo>
                  <a:close/>
                  <a:moveTo>
                    <a:pt x="323610" y="315125"/>
                  </a:moveTo>
                  <a:lnTo>
                    <a:pt x="323610" y="321902"/>
                  </a:lnTo>
                  <a:lnTo>
                    <a:pt x="317680" y="321902"/>
                  </a:lnTo>
                  <a:lnTo>
                    <a:pt x="317680" y="315125"/>
                  </a:lnTo>
                  <a:lnTo>
                    <a:pt x="317680" y="308348"/>
                  </a:lnTo>
                  <a:lnTo>
                    <a:pt x="323610" y="308348"/>
                  </a:lnTo>
                  <a:close/>
                  <a:moveTo>
                    <a:pt x="329540" y="300723"/>
                  </a:moveTo>
                  <a:lnTo>
                    <a:pt x="323610" y="300723"/>
                  </a:lnTo>
                  <a:lnTo>
                    <a:pt x="328693" y="286322"/>
                  </a:lnTo>
                  <a:lnTo>
                    <a:pt x="334623" y="286322"/>
                  </a:lnTo>
                  <a:close/>
                  <a:moveTo>
                    <a:pt x="337164" y="279544"/>
                  </a:moveTo>
                  <a:lnTo>
                    <a:pt x="331234" y="279544"/>
                  </a:lnTo>
                  <a:lnTo>
                    <a:pt x="331234" y="265143"/>
                  </a:lnTo>
                  <a:lnTo>
                    <a:pt x="337164" y="265143"/>
                  </a:lnTo>
                  <a:close/>
                  <a:moveTo>
                    <a:pt x="347330" y="246506"/>
                  </a:moveTo>
                  <a:cubicBezTo>
                    <a:pt x="347186" y="248200"/>
                    <a:pt x="347186" y="249894"/>
                    <a:pt x="347330" y="251589"/>
                  </a:cubicBezTo>
                  <a:lnTo>
                    <a:pt x="347330" y="258366"/>
                  </a:lnTo>
                  <a:lnTo>
                    <a:pt x="341400" y="258366"/>
                  </a:lnTo>
                  <a:lnTo>
                    <a:pt x="341400" y="250742"/>
                  </a:lnTo>
                  <a:lnTo>
                    <a:pt x="341400" y="250742"/>
                  </a:lnTo>
                  <a:lnTo>
                    <a:pt x="341400" y="250742"/>
                  </a:lnTo>
                  <a:lnTo>
                    <a:pt x="347330" y="250742"/>
                  </a:lnTo>
                  <a:close/>
                  <a:moveTo>
                    <a:pt x="347330" y="236340"/>
                  </a:moveTo>
                  <a:lnTo>
                    <a:pt x="341400" y="236340"/>
                  </a:lnTo>
                  <a:lnTo>
                    <a:pt x="341400" y="221092"/>
                  </a:lnTo>
                  <a:lnTo>
                    <a:pt x="348178" y="221092"/>
                  </a:lnTo>
                  <a:close/>
                  <a:moveTo>
                    <a:pt x="353260" y="215162"/>
                  </a:moveTo>
                  <a:lnTo>
                    <a:pt x="346483" y="215162"/>
                  </a:lnTo>
                  <a:lnTo>
                    <a:pt x="346483" y="200760"/>
                  </a:lnTo>
                  <a:lnTo>
                    <a:pt x="353260" y="200760"/>
                  </a:lnTo>
                  <a:close/>
                  <a:moveTo>
                    <a:pt x="359190" y="185511"/>
                  </a:moveTo>
                  <a:lnTo>
                    <a:pt x="359190" y="193136"/>
                  </a:lnTo>
                  <a:lnTo>
                    <a:pt x="353260" y="193136"/>
                  </a:lnTo>
                  <a:lnTo>
                    <a:pt x="353260" y="182123"/>
                  </a:lnTo>
                  <a:lnTo>
                    <a:pt x="353260" y="174498"/>
                  </a:lnTo>
                  <a:lnTo>
                    <a:pt x="359190" y="174498"/>
                  </a:lnTo>
                  <a:close/>
                  <a:moveTo>
                    <a:pt x="359190" y="78771"/>
                  </a:moveTo>
                  <a:lnTo>
                    <a:pt x="359190" y="63522"/>
                  </a:lnTo>
                  <a:lnTo>
                    <a:pt x="365968" y="63522"/>
                  </a:lnTo>
                  <a:lnTo>
                    <a:pt x="365968" y="78771"/>
                  </a:lnTo>
                  <a:lnTo>
                    <a:pt x="360038" y="78771"/>
                  </a:lnTo>
                  <a:close/>
                  <a:moveTo>
                    <a:pt x="359190" y="95714"/>
                  </a:moveTo>
                  <a:lnTo>
                    <a:pt x="359190" y="88090"/>
                  </a:lnTo>
                  <a:lnTo>
                    <a:pt x="365120" y="88090"/>
                  </a:lnTo>
                  <a:lnTo>
                    <a:pt x="365120" y="103338"/>
                  </a:lnTo>
                  <a:lnTo>
                    <a:pt x="358343" y="103338"/>
                  </a:lnTo>
                  <a:close/>
                  <a:moveTo>
                    <a:pt x="359190" y="117740"/>
                  </a:moveTo>
                  <a:cubicBezTo>
                    <a:pt x="359453" y="115207"/>
                    <a:pt x="359453" y="112648"/>
                    <a:pt x="359190" y="110115"/>
                  </a:cubicBezTo>
                  <a:lnTo>
                    <a:pt x="365120" y="110115"/>
                  </a:lnTo>
                  <a:lnTo>
                    <a:pt x="365120" y="125364"/>
                  </a:lnTo>
                  <a:lnTo>
                    <a:pt x="359190" y="125364"/>
                  </a:lnTo>
                  <a:close/>
                  <a:moveTo>
                    <a:pt x="359190" y="140612"/>
                  </a:moveTo>
                  <a:cubicBezTo>
                    <a:pt x="359419" y="138079"/>
                    <a:pt x="359419" y="135521"/>
                    <a:pt x="359190" y="132988"/>
                  </a:cubicBezTo>
                  <a:lnTo>
                    <a:pt x="365120" y="132988"/>
                  </a:lnTo>
                  <a:lnTo>
                    <a:pt x="365120" y="140612"/>
                  </a:lnTo>
                  <a:lnTo>
                    <a:pt x="365120" y="148237"/>
                  </a:lnTo>
                  <a:lnTo>
                    <a:pt x="359190" y="148237"/>
                  </a:lnTo>
                  <a:close/>
                  <a:moveTo>
                    <a:pt x="359190" y="155861"/>
                  </a:moveTo>
                  <a:lnTo>
                    <a:pt x="359190" y="171110"/>
                  </a:lnTo>
                  <a:lnTo>
                    <a:pt x="352413" y="171110"/>
                  </a:lnTo>
                  <a:lnTo>
                    <a:pt x="352413" y="164332"/>
                  </a:lnTo>
                  <a:lnTo>
                    <a:pt x="352413" y="156708"/>
                  </a:lnTo>
                  <a:close/>
                  <a:moveTo>
                    <a:pt x="309209" y="45732"/>
                  </a:moveTo>
                  <a:lnTo>
                    <a:pt x="309209" y="38108"/>
                  </a:lnTo>
                  <a:lnTo>
                    <a:pt x="326152" y="38108"/>
                  </a:lnTo>
                  <a:lnTo>
                    <a:pt x="326152" y="53356"/>
                  </a:lnTo>
                  <a:lnTo>
                    <a:pt x="320222" y="53356"/>
                  </a:lnTo>
                  <a:close/>
                  <a:moveTo>
                    <a:pt x="309209" y="68605"/>
                  </a:moveTo>
                  <a:lnTo>
                    <a:pt x="309209" y="60981"/>
                  </a:lnTo>
                  <a:lnTo>
                    <a:pt x="326152" y="60981"/>
                  </a:lnTo>
                  <a:lnTo>
                    <a:pt x="326152" y="71994"/>
                  </a:lnTo>
                  <a:lnTo>
                    <a:pt x="319374" y="71994"/>
                  </a:lnTo>
                  <a:close/>
                  <a:moveTo>
                    <a:pt x="309209" y="91478"/>
                  </a:moveTo>
                  <a:cubicBezTo>
                    <a:pt x="309437" y="88945"/>
                    <a:pt x="309437" y="86387"/>
                    <a:pt x="309209" y="83854"/>
                  </a:cubicBezTo>
                  <a:lnTo>
                    <a:pt x="326152" y="83854"/>
                  </a:lnTo>
                  <a:cubicBezTo>
                    <a:pt x="325940" y="86395"/>
                    <a:pt x="325940" y="88945"/>
                    <a:pt x="326152" y="91478"/>
                  </a:cubicBezTo>
                  <a:lnTo>
                    <a:pt x="326152" y="99102"/>
                  </a:lnTo>
                  <a:lnTo>
                    <a:pt x="320222" y="99102"/>
                  </a:lnTo>
                  <a:close/>
                  <a:moveTo>
                    <a:pt x="309209" y="114351"/>
                  </a:moveTo>
                  <a:cubicBezTo>
                    <a:pt x="309437" y="111818"/>
                    <a:pt x="309437" y="109260"/>
                    <a:pt x="309209" y="106727"/>
                  </a:cubicBezTo>
                  <a:lnTo>
                    <a:pt x="315986" y="106727"/>
                  </a:lnTo>
                  <a:cubicBezTo>
                    <a:pt x="315774" y="109268"/>
                    <a:pt x="315774" y="111818"/>
                    <a:pt x="315986" y="114351"/>
                  </a:cubicBezTo>
                  <a:lnTo>
                    <a:pt x="315986" y="121975"/>
                  </a:lnTo>
                  <a:lnTo>
                    <a:pt x="309209" y="121975"/>
                  </a:lnTo>
                  <a:close/>
                  <a:moveTo>
                    <a:pt x="309209" y="136377"/>
                  </a:moveTo>
                  <a:cubicBezTo>
                    <a:pt x="308811" y="134708"/>
                    <a:pt x="308811" y="132963"/>
                    <a:pt x="309209" y="131294"/>
                  </a:cubicBezTo>
                  <a:lnTo>
                    <a:pt x="309209" y="131294"/>
                  </a:lnTo>
                  <a:lnTo>
                    <a:pt x="315139" y="131294"/>
                  </a:lnTo>
                  <a:lnTo>
                    <a:pt x="315139" y="131294"/>
                  </a:lnTo>
                  <a:cubicBezTo>
                    <a:pt x="315537" y="132963"/>
                    <a:pt x="315537" y="134708"/>
                    <a:pt x="315139" y="136377"/>
                  </a:cubicBezTo>
                  <a:lnTo>
                    <a:pt x="315139" y="144001"/>
                  </a:lnTo>
                  <a:lnTo>
                    <a:pt x="308362" y="144001"/>
                  </a:lnTo>
                  <a:close/>
                  <a:moveTo>
                    <a:pt x="304126" y="164332"/>
                  </a:moveTo>
                  <a:cubicBezTo>
                    <a:pt x="304524" y="162664"/>
                    <a:pt x="304524" y="160918"/>
                    <a:pt x="304126" y="159250"/>
                  </a:cubicBezTo>
                  <a:lnTo>
                    <a:pt x="304126" y="151626"/>
                  </a:lnTo>
                  <a:lnTo>
                    <a:pt x="310056" y="151626"/>
                  </a:lnTo>
                  <a:lnTo>
                    <a:pt x="310056" y="156708"/>
                  </a:lnTo>
                  <a:cubicBezTo>
                    <a:pt x="310056" y="156708"/>
                    <a:pt x="310056" y="156708"/>
                    <a:pt x="310056" y="161791"/>
                  </a:cubicBezTo>
                  <a:lnTo>
                    <a:pt x="310056" y="161791"/>
                  </a:lnTo>
                  <a:lnTo>
                    <a:pt x="304126" y="161791"/>
                  </a:lnTo>
                  <a:close/>
                  <a:moveTo>
                    <a:pt x="304126" y="173651"/>
                  </a:moveTo>
                  <a:lnTo>
                    <a:pt x="310056" y="173651"/>
                  </a:lnTo>
                  <a:lnTo>
                    <a:pt x="310056" y="188053"/>
                  </a:lnTo>
                  <a:lnTo>
                    <a:pt x="304126" y="188053"/>
                  </a:lnTo>
                  <a:close/>
                  <a:moveTo>
                    <a:pt x="299043" y="195677"/>
                  </a:moveTo>
                  <a:lnTo>
                    <a:pt x="304973" y="195677"/>
                  </a:lnTo>
                  <a:lnTo>
                    <a:pt x="304973" y="210078"/>
                  </a:lnTo>
                  <a:lnTo>
                    <a:pt x="298196" y="210078"/>
                  </a:lnTo>
                  <a:close/>
                  <a:moveTo>
                    <a:pt x="290572" y="225327"/>
                  </a:moveTo>
                  <a:lnTo>
                    <a:pt x="290572" y="220244"/>
                  </a:lnTo>
                  <a:lnTo>
                    <a:pt x="290572" y="220244"/>
                  </a:lnTo>
                  <a:lnTo>
                    <a:pt x="296502" y="220244"/>
                  </a:lnTo>
                  <a:lnTo>
                    <a:pt x="296502" y="227868"/>
                  </a:lnTo>
                  <a:lnTo>
                    <a:pt x="296502" y="234646"/>
                  </a:lnTo>
                  <a:lnTo>
                    <a:pt x="290572" y="234646"/>
                  </a:lnTo>
                  <a:close/>
                  <a:moveTo>
                    <a:pt x="282100" y="251589"/>
                  </a:moveTo>
                  <a:cubicBezTo>
                    <a:pt x="282464" y="249911"/>
                    <a:pt x="282464" y="248184"/>
                    <a:pt x="282100" y="246506"/>
                  </a:cubicBezTo>
                  <a:lnTo>
                    <a:pt x="282100" y="239729"/>
                  </a:lnTo>
                  <a:lnTo>
                    <a:pt x="288030" y="239729"/>
                  </a:lnTo>
                  <a:lnTo>
                    <a:pt x="288030" y="247353"/>
                  </a:lnTo>
                  <a:lnTo>
                    <a:pt x="288030" y="247353"/>
                  </a:lnTo>
                  <a:lnTo>
                    <a:pt x="282100" y="247353"/>
                  </a:lnTo>
                  <a:close/>
                  <a:moveTo>
                    <a:pt x="282100" y="260908"/>
                  </a:moveTo>
                  <a:lnTo>
                    <a:pt x="288030" y="260908"/>
                  </a:lnTo>
                  <a:lnTo>
                    <a:pt x="282947" y="275309"/>
                  </a:lnTo>
                  <a:lnTo>
                    <a:pt x="277017" y="275309"/>
                  </a:lnTo>
                  <a:close/>
                  <a:moveTo>
                    <a:pt x="274476" y="282086"/>
                  </a:moveTo>
                  <a:lnTo>
                    <a:pt x="280406" y="282086"/>
                  </a:lnTo>
                  <a:lnTo>
                    <a:pt x="273628" y="295640"/>
                  </a:lnTo>
                  <a:lnTo>
                    <a:pt x="268546" y="295640"/>
                  </a:lnTo>
                  <a:close/>
                  <a:moveTo>
                    <a:pt x="260074" y="314278"/>
                  </a:moveTo>
                  <a:lnTo>
                    <a:pt x="260074" y="314278"/>
                  </a:lnTo>
                  <a:lnTo>
                    <a:pt x="260074" y="306653"/>
                  </a:lnTo>
                  <a:lnTo>
                    <a:pt x="266004" y="306653"/>
                  </a:lnTo>
                  <a:lnTo>
                    <a:pt x="266004" y="313430"/>
                  </a:lnTo>
                  <a:lnTo>
                    <a:pt x="266004" y="318514"/>
                  </a:lnTo>
                  <a:lnTo>
                    <a:pt x="266004" y="318514"/>
                  </a:lnTo>
                  <a:lnTo>
                    <a:pt x="260074" y="318514"/>
                  </a:lnTo>
                  <a:cubicBezTo>
                    <a:pt x="257338" y="317412"/>
                    <a:pt x="255627" y="314676"/>
                    <a:pt x="255838" y="311736"/>
                  </a:cubicBezTo>
                  <a:close/>
                  <a:moveTo>
                    <a:pt x="260074" y="323596"/>
                  </a:moveTo>
                  <a:lnTo>
                    <a:pt x="266004" y="323596"/>
                  </a:lnTo>
                  <a:lnTo>
                    <a:pt x="258380" y="337150"/>
                  </a:lnTo>
                  <a:lnTo>
                    <a:pt x="253297" y="337150"/>
                  </a:lnTo>
                  <a:close/>
                  <a:moveTo>
                    <a:pt x="245673" y="350705"/>
                  </a:moveTo>
                  <a:lnTo>
                    <a:pt x="245673" y="343928"/>
                  </a:lnTo>
                  <a:lnTo>
                    <a:pt x="250756" y="343928"/>
                  </a:lnTo>
                  <a:lnTo>
                    <a:pt x="250756" y="350705"/>
                  </a:lnTo>
                  <a:lnTo>
                    <a:pt x="250756" y="357482"/>
                  </a:lnTo>
                  <a:lnTo>
                    <a:pt x="244826" y="357482"/>
                  </a:lnTo>
                  <a:close/>
                  <a:moveTo>
                    <a:pt x="238896" y="363412"/>
                  </a:moveTo>
                  <a:lnTo>
                    <a:pt x="243978" y="363412"/>
                  </a:lnTo>
                  <a:lnTo>
                    <a:pt x="236354" y="376967"/>
                  </a:lnTo>
                  <a:lnTo>
                    <a:pt x="230424" y="376967"/>
                  </a:lnTo>
                  <a:close/>
                  <a:moveTo>
                    <a:pt x="227036" y="382897"/>
                  </a:moveTo>
                  <a:lnTo>
                    <a:pt x="232118" y="382897"/>
                  </a:lnTo>
                  <a:lnTo>
                    <a:pt x="223647" y="395604"/>
                  </a:lnTo>
                  <a:lnTo>
                    <a:pt x="218564" y="395604"/>
                  </a:lnTo>
                  <a:close/>
                  <a:moveTo>
                    <a:pt x="241437" y="459987"/>
                  </a:moveTo>
                  <a:lnTo>
                    <a:pt x="246520" y="459987"/>
                  </a:lnTo>
                  <a:lnTo>
                    <a:pt x="236354" y="471000"/>
                  </a:lnTo>
                  <a:lnTo>
                    <a:pt x="236354" y="471000"/>
                  </a:lnTo>
                  <a:close/>
                  <a:moveTo>
                    <a:pt x="214328" y="401534"/>
                  </a:moveTo>
                  <a:lnTo>
                    <a:pt x="219411" y="401534"/>
                  </a:lnTo>
                  <a:lnTo>
                    <a:pt x="210092" y="414241"/>
                  </a:lnTo>
                  <a:lnTo>
                    <a:pt x="205010" y="414241"/>
                  </a:lnTo>
                  <a:close/>
                  <a:moveTo>
                    <a:pt x="195691" y="426101"/>
                  </a:moveTo>
                  <a:lnTo>
                    <a:pt x="200774" y="420171"/>
                  </a:lnTo>
                  <a:lnTo>
                    <a:pt x="205857" y="420171"/>
                  </a:lnTo>
                  <a:lnTo>
                    <a:pt x="200774" y="426101"/>
                  </a:lnTo>
                  <a:lnTo>
                    <a:pt x="195691" y="432031"/>
                  </a:lnTo>
                  <a:lnTo>
                    <a:pt x="190608" y="427795"/>
                  </a:lnTo>
                  <a:close/>
                  <a:moveTo>
                    <a:pt x="181289" y="443044"/>
                  </a:moveTo>
                  <a:lnTo>
                    <a:pt x="186372" y="437114"/>
                  </a:lnTo>
                  <a:lnTo>
                    <a:pt x="191455" y="437114"/>
                  </a:lnTo>
                  <a:lnTo>
                    <a:pt x="186372" y="443044"/>
                  </a:lnTo>
                  <a:lnTo>
                    <a:pt x="181289" y="448974"/>
                  </a:lnTo>
                  <a:lnTo>
                    <a:pt x="176207" y="448974"/>
                  </a:lnTo>
                  <a:close/>
                  <a:moveTo>
                    <a:pt x="166041" y="459987"/>
                  </a:moveTo>
                  <a:lnTo>
                    <a:pt x="171123" y="454057"/>
                  </a:lnTo>
                  <a:lnTo>
                    <a:pt x="175359" y="454057"/>
                  </a:lnTo>
                  <a:lnTo>
                    <a:pt x="170277" y="459987"/>
                  </a:lnTo>
                  <a:lnTo>
                    <a:pt x="165193" y="465070"/>
                  </a:lnTo>
                  <a:lnTo>
                    <a:pt x="160111" y="465070"/>
                  </a:lnTo>
                  <a:close/>
                  <a:moveTo>
                    <a:pt x="182984" y="527759"/>
                  </a:moveTo>
                  <a:lnTo>
                    <a:pt x="177053" y="532842"/>
                  </a:lnTo>
                  <a:lnTo>
                    <a:pt x="171123" y="532842"/>
                  </a:lnTo>
                  <a:lnTo>
                    <a:pt x="171123" y="527759"/>
                  </a:lnTo>
                  <a:lnTo>
                    <a:pt x="177053" y="523523"/>
                  </a:lnTo>
                  <a:lnTo>
                    <a:pt x="182984" y="518440"/>
                  </a:lnTo>
                  <a:close/>
                  <a:moveTo>
                    <a:pt x="149945" y="475236"/>
                  </a:moveTo>
                  <a:lnTo>
                    <a:pt x="155028" y="470153"/>
                  </a:lnTo>
                  <a:lnTo>
                    <a:pt x="159263" y="475236"/>
                  </a:lnTo>
                  <a:lnTo>
                    <a:pt x="154181" y="480319"/>
                  </a:lnTo>
                  <a:lnTo>
                    <a:pt x="148251" y="485401"/>
                  </a:lnTo>
                  <a:lnTo>
                    <a:pt x="148251" y="480319"/>
                  </a:lnTo>
                  <a:close/>
                  <a:moveTo>
                    <a:pt x="160958" y="536231"/>
                  </a:moveTo>
                  <a:lnTo>
                    <a:pt x="160958" y="541313"/>
                  </a:lnTo>
                  <a:lnTo>
                    <a:pt x="160958" y="541313"/>
                  </a:lnTo>
                  <a:lnTo>
                    <a:pt x="160958" y="541313"/>
                  </a:lnTo>
                  <a:lnTo>
                    <a:pt x="155028" y="545549"/>
                  </a:lnTo>
                  <a:lnTo>
                    <a:pt x="155028" y="539619"/>
                  </a:lnTo>
                  <a:lnTo>
                    <a:pt x="160958" y="539619"/>
                  </a:lnTo>
                  <a:lnTo>
                    <a:pt x="165193" y="539619"/>
                  </a:lnTo>
                  <a:close/>
                  <a:moveTo>
                    <a:pt x="133002" y="490485"/>
                  </a:moveTo>
                  <a:lnTo>
                    <a:pt x="138085" y="485401"/>
                  </a:lnTo>
                  <a:lnTo>
                    <a:pt x="138085" y="490485"/>
                  </a:lnTo>
                  <a:lnTo>
                    <a:pt x="133002" y="495567"/>
                  </a:lnTo>
                  <a:lnTo>
                    <a:pt x="126225" y="500650"/>
                  </a:lnTo>
                  <a:lnTo>
                    <a:pt x="126225" y="495567"/>
                  </a:lnTo>
                  <a:close/>
                  <a:moveTo>
                    <a:pt x="146556" y="554021"/>
                  </a:moveTo>
                  <a:lnTo>
                    <a:pt x="139779" y="554021"/>
                  </a:lnTo>
                  <a:lnTo>
                    <a:pt x="133002" y="554021"/>
                  </a:lnTo>
                  <a:lnTo>
                    <a:pt x="133002" y="548937"/>
                  </a:lnTo>
                  <a:lnTo>
                    <a:pt x="139779" y="548937"/>
                  </a:lnTo>
                  <a:lnTo>
                    <a:pt x="146556" y="548937"/>
                  </a:lnTo>
                  <a:close/>
                  <a:moveTo>
                    <a:pt x="115212" y="504886"/>
                  </a:moveTo>
                  <a:lnTo>
                    <a:pt x="121142" y="499803"/>
                  </a:lnTo>
                  <a:lnTo>
                    <a:pt x="121142" y="504886"/>
                  </a:lnTo>
                  <a:lnTo>
                    <a:pt x="115212" y="509969"/>
                  </a:lnTo>
                  <a:lnTo>
                    <a:pt x="109282" y="509969"/>
                  </a:lnTo>
                  <a:lnTo>
                    <a:pt x="109282" y="504886"/>
                  </a:lnTo>
                  <a:close/>
                  <a:moveTo>
                    <a:pt x="85562" y="532842"/>
                  </a:moveTo>
                  <a:lnTo>
                    <a:pt x="80479" y="532842"/>
                  </a:lnTo>
                  <a:lnTo>
                    <a:pt x="73701" y="532842"/>
                  </a:lnTo>
                  <a:lnTo>
                    <a:pt x="73701" y="527759"/>
                  </a:lnTo>
                  <a:lnTo>
                    <a:pt x="79631" y="527759"/>
                  </a:lnTo>
                  <a:lnTo>
                    <a:pt x="84715" y="527759"/>
                  </a:lnTo>
                  <a:lnTo>
                    <a:pt x="84715" y="527759"/>
                  </a:lnTo>
                  <a:lnTo>
                    <a:pt x="84715" y="532842"/>
                  </a:lnTo>
                  <a:close/>
                  <a:moveTo>
                    <a:pt x="94033" y="526912"/>
                  </a:moveTo>
                  <a:lnTo>
                    <a:pt x="94033" y="521829"/>
                  </a:lnTo>
                  <a:lnTo>
                    <a:pt x="94033" y="521829"/>
                  </a:lnTo>
                  <a:lnTo>
                    <a:pt x="94033" y="521829"/>
                  </a:lnTo>
                  <a:lnTo>
                    <a:pt x="99963" y="521829"/>
                  </a:lnTo>
                  <a:lnTo>
                    <a:pt x="99963" y="526912"/>
                  </a:lnTo>
                  <a:lnTo>
                    <a:pt x="93186" y="531147"/>
                  </a:lnTo>
                  <a:lnTo>
                    <a:pt x="93186" y="531147"/>
                  </a:lnTo>
                  <a:close/>
                </a:path>
              </a:pathLst>
            </a:custGeom>
            <a:solidFill>
              <a:srgbClr val="001C32"/>
            </a:solidFill>
            <a:ln w="84667" cap="flat">
              <a:noFill/>
              <a:prstDash val="solid"/>
              <a:miter/>
            </a:ln>
          </p:spPr>
          <p:txBody>
            <a:bodyPr rtlCol="0" anchor="ctr"/>
            <a:lstStyle/>
            <a:p>
              <a:endParaRPr lang="en-IN"/>
            </a:p>
          </p:txBody>
        </p:sp>
        <p:sp>
          <p:nvSpPr>
            <p:cNvPr id="1028" name="Freeform: Shape 1027"/>
            <p:cNvSpPr/>
            <p:nvPr/>
          </p:nvSpPr>
          <p:spPr>
            <a:xfrm>
              <a:off x="6762932" y="3251315"/>
              <a:ext cx="265385" cy="370084"/>
            </a:xfrm>
            <a:custGeom>
              <a:avLst/>
              <a:gdLst>
                <a:gd name="connsiteX0" fmla="*/ 290717 w 375672"/>
                <a:gd name="connsiteY0" fmla="*/ 333261 h 523882"/>
                <a:gd name="connsiteX1" fmla="*/ 375432 w 375672"/>
                <a:gd name="connsiteY1" fmla="*/ 10497 h 523882"/>
                <a:gd name="connsiteX2" fmla="*/ 375432 w 375672"/>
                <a:gd name="connsiteY2" fmla="*/ 10497 h 523882"/>
                <a:gd name="connsiteX3" fmla="*/ 10430 w 375672"/>
                <a:gd name="connsiteY3" fmla="*/ 219328 h 523882"/>
                <a:gd name="connsiteX4" fmla="*/ 13700 w 375672"/>
                <a:gd name="connsiteY4" fmla="*/ 386631 h 523882"/>
                <a:gd name="connsiteX5" fmla="*/ 109427 w 375672"/>
                <a:gd name="connsiteY5" fmla="*/ 523869 h 523882"/>
                <a:gd name="connsiteX6" fmla="*/ 290717 w 375672"/>
                <a:gd name="connsiteY6" fmla="*/ 333261 h 523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5672" h="523882">
                  <a:moveTo>
                    <a:pt x="290717" y="333261"/>
                  </a:moveTo>
                  <a:cubicBezTo>
                    <a:pt x="349272" y="236000"/>
                    <a:pt x="378668" y="123973"/>
                    <a:pt x="375432" y="10497"/>
                  </a:cubicBezTo>
                  <a:lnTo>
                    <a:pt x="375432" y="10497"/>
                  </a:lnTo>
                  <a:cubicBezTo>
                    <a:pt x="216973" y="-32631"/>
                    <a:pt x="53558" y="60869"/>
                    <a:pt x="10430" y="219328"/>
                  </a:cubicBezTo>
                  <a:cubicBezTo>
                    <a:pt x="-4513" y="274257"/>
                    <a:pt x="-3378" y="332329"/>
                    <a:pt x="13700" y="386631"/>
                  </a:cubicBezTo>
                  <a:cubicBezTo>
                    <a:pt x="31507" y="440755"/>
                    <a:pt x="64792" y="488467"/>
                    <a:pt x="109427" y="523869"/>
                  </a:cubicBezTo>
                  <a:cubicBezTo>
                    <a:pt x="187661" y="480020"/>
                    <a:pt x="250842" y="413596"/>
                    <a:pt x="290717" y="333261"/>
                  </a:cubicBezTo>
                  <a:close/>
                </a:path>
              </a:pathLst>
            </a:custGeom>
            <a:solidFill>
              <a:srgbClr val="001C32"/>
            </a:solidFill>
            <a:ln w="84667" cap="flat">
              <a:noFill/>
              <a:prstDash val="solid"/>
              <a:miter/>
            </a:ln>
          </p:spPr>
          <p:txBody>
            <a:bodyPr rtlCol="0" anchor="ctr"/>
            <a:lstStyle/>
            <a:p>
              <a:endParaRPr lang="en-IN"/>
            </a:p>
          </p:txBody>
        </p:sp>
        <p:sp>
          <p:nvSpPr>
            <p:cNvPr id="1029" name="Freeform: Shape 1028"/>
            <p:cNvSpPr/>
            <p:nvPr/>
          </p:nvSpPr>
          <p:spPr>
            <a:xfrm>
              <a:off x="6964710" y="3322774"/>
              <a:ext cx="217522" cy="344204"/>
            </a:xfrm>
            <a:custGeom>
              <a:avLst/>
              <a:gdLst>
                <a:gd name="connsiteX0" fmla="*/ 236354 w 307919"/>
                <a:gd name="connsiteY0" fmla="*/ -14 h 487247"/>
                <a:gd name="connsiteX1" fmla="*/ 182984 w 307919"/>
                <a:gd name="connsiteY1" fmla="*/ 294793 h 487247"/>
                <a:gd name="connsiteX2" fmla="*/ 0 w 307919"/>
                <a:gd name="connsiteY2" fmla="*/ 487096 h 487247"/>
                <a:gd name="connsiteX3" fmla="*/ 102505 w 307919"/>
                <a:gd name="connsiteY3" fmla="*/ 472694 h 487247"/>
                <a:gd name="connsiteX4" fmla="*/ 293960 w 307919"/>
                <a:gd name="connsiteY4" fmla="*/ 101644 h 487247"/>
                <a:gd name="connsiteX5" fmla="*/ 236354 w 307919"/>
                <a:gd name="connsiteY5" fmla="*/ -14 h 48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919" h="487247">
                  <a:moveTo>
                    <a:pt x="236354" y="-14"/>
                  </a:moveTo>
                  <a:cubicBezTo>
                    <a:pt x="250756" y="101441"/>
                    <a:pt x="232034" y="204826"/>
                    <a:pt x="182984" y="294793"/>
                  </a:cubicBezTo>
                  <a:cubicBezTo>
                    <a:pt x="142939" y="375993"/>
                    <a:pt x="79115" y="443070"/>
                    <a:pt x="0" y="487096"/>
                  </a:cubicBezTo>
                  <a:cubicBezTo>
                    <a:pt x="34733" y="488138"/>
                    <a:pt x="69398" y="483266"/>
                    <a:pt x="102505" y="472694"/>
                  </a:cubicBezTo>
                  <a:cubicBezTo>
                    <a:pt x="257677" y="422916"/>
                    <a:pt x="343306" y="256951"/>
                    <a:pt x="293960" y="101644"/>
                  </a:cubicBezTo>
                  <a:cubicBezTo>
                    <a:pt x="281609" y="64310"/>
                    <a:pt x="262040" y="29763"/>
                    <a:pt x="236354" y="-14"/>
                  </a:cubicBezTo>
                  <a:close/>
                </a:path>
              </a:pathLst>
            </a:custGeom>
            <a:solidFill>
              <a:srgbClr val="001C32"/>
            </a:solidFill>
            <a:ln w="84667" cap="flat">
              <a:noFill/>
              <a:prstDash val="solid"/>
              <a:miter/>
            </a:ln>
          </p:spPr>
          <p:txBody>
            <a:bodyPr rtlCol="0" anchor="ctr"/>
            <a:lstStyle/>
            <a:p>
              <a:endParaRPr lang="en-IN"/>
            </a:p>
          </p:txBody>
        </p:sp>
        <p:grpSp>
          <p:nvGrpSpPr>
            <p:cNvPr id="1030" name="Graphic 2"/>
            <p:cNvGrpSpPr/>
            <p:nvPr/>
          </p:nvGrpSpPr>
          <p:grpSpPr>
            <a:xfrm>
              <a:off x="6763605" y="3252779"/>
              <a:ext cx="415916" cy="416583"/>
              <a:chOff x="5656216" y="698239"/>
              <a:chExt cx="588760" cy="589704"/>
            </a:xfrm>
            <a:solidFill>
              <a:srgbClr val="001C32"/>
            </a:solidFill>
          </p:grpSpPr>
          <p:sp>
            <p:nvSpPr>
              <p:cNvPr id="1031" name="Freeform: Shape 1030"/>
              <p:cNvSpPr/>
              <p:nvPr/>
            </p:nvSpPr>
            <p:spPr>
              <a:xfrm>
                <a:off x="5656216" y="698239"/>
                <a:ext cx="588760" cy="589704"/>
              </a:xfrm>
              <a:custGeom>
                <a:avLst/>
                <a:gdLst>
                  <a:gd name="connsiteX0" fmla="*/ 143209 w 588760"/>
                  <a:gd name="connsiteY0" fmla="*/ 41461 h 589704"/>
                  <a:gd name="connsiteX1" fmla="*/ 547289 w 588760"/>
                  <a:gd name="connsiteY1" fmla="*/ 144144 h 589704"/>
                  <a:gd name="connsiteX2" fmla="*/ 444607 w 588760"/>
                  <a:gd name="connsiteY2" fmla="*/ 548216 h 589704"/>
                  <a:gd name="connsiteX3" fmla="*/ 41551 w 588760"/>
                  <a:gd name="connsiteY3" fmla="*/ 447245 h 589704"/>
                  <a:gd name="connsiteX4" fmla="*/ 143209 w 588760"/>
                  <a:gd name="connsiteY4" fmla="*/ 41461 h 5897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8760" h="589704">
                    <a:moveTo>
                      <a:pt x="143209" y="41461"/>
                    </a:moveTo>
                    <a:cubicBezTo>
                      <a:pt x="283149" y="-41771"/>
                      <a:pt x="464057" y="4204"/>
                      <a:pt x="547289" y="144144"/>
                    </a:cubicBezTo>
                    <a:cubicBezTo>
                      <a:pt x="630513" y="284076"/>
                      <a:pt x="584547" y="464992"/>
                      <a:pt x="444607" y="548216"/>
                    </a:cubicBezTo>
                    <a:cubicBezTo>
                      <a:pt x="305336" y="631051"/>
                      <a:pt x="125317" y="585957"/>
                      <a:pt x="41551" y="447245"/>
                    </a:cubicBezTo>
                    <a:cubicBezTo>
                      <a:pt x="-41520" y="306983"/>
                      <a:pt x="3819" y="125989"/>
                      <a:pt x="143209" y="41461"/>
                    </a:cubicBezTo>
                    <a:close/>
                  </a:path>
                </a:pathLst>
              </a:custGeom>
              <a:solidFill>
                <a:srgbClr val="001C32"/>
              </a:solidFill>
              <a:ln w="84667" cap="flat">
                <a:noFill/>
                <a:prstDash val="solid"/>
                <a:miter/>
              </a:ln>
            </p:spPr>
            <p:txBody>
              <a:bodyPr rtlCol="0" anchor="ctr"/>
              <a:lstStyle/>
              <a:p>
                <a:endParaRPr lang="en-IN"/>
              </a:p>
            </p:txBody>
          </p:sp>
          <p:sp>
            <p:nvSpPr>
              <p:cNvPr id="1032" name="Freeform: Shape 1031"/>
              <p:cNvSpPr/>
              <p:nvPr/>
            </p:nvSpPr>
            <p:spPr>
              <a:xfrm>
                <a:off x="5656216" y="698239"/>
                <a:ext cx="588760" cy="589704"/>
              </a:xfrm>
              <a:custGeom>
                <a:avLst/>
                <a:gdLst>
                  <a:gd name="connsiteX0" fmla="*/ 143209 w 588760"/>
                  <a:gd name="connsiteY0" fmla="*/ 41461 h 589704"/>
                  <a:gd name="connsiteX1" fmla="*/ 547289 w 588760"/>
                  <a:gd name="connsiteY1" fmla="*/ 144144 h 589704"/>
                  <a:gd name="connsiteX2" fmla="*/ 444607 w 588760"/>
                  <a:gd name="connsiteY2" fmla="*/ 548216 h 589704"/>
                  <a:gd name="connsiteX3" fmla="*/ 41551 w 588760"/>
                  <a:gd name="connsiteY3" fmla="*/ 447245 h 589704"/>
                  <a:gd name="connsiteX4" fmla="*/ 143209 w 588760"/>
                  <a:gd name="connsiteY4" fmla="*/ 41461 h 5897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8760" h="589704">
                    <a:moveTo>
                      <a:pt x="143209" y="41461"/>
                    </a:moveTo>
                    <a:cubicBezTo>
                      <a:pt x="283149" y="-41771"/>
                      <a:pt x="464057" y="4204"/>
                      <a:pt x="547289" y="144144"/>
                    </a:cubicBezTo>
                    <a:cubicBezTo>
                      <a:pt x="630513" y="284076"/>
                      <a:pt x="584547" y="464992"/>
                      <a:pt x="444607" y="548216"/>
                    </a:cubicBezTo>
                    <a:cubicBezTo>
                      <a:pt x="305336" y="631051"/>
                      <a:pt x="125317" y="585957"/>
                      <a:pt x="41551" y="447245"/>
                    </a:cubicBezTo>
                    <a:cubicBezTo>
                      <a:pt x="-41520" y="306983"/>
                      <a:pt x="3819" y="125989"/>
                      <a:pt x="143209" y="41461"/>
                    </a:cubicBezTo>
                    <a:close/>
                  </a:path>
                </a:pathLst>
              </a:custGeom>
              <a:solidFill>
                <a:srgbClr val="9A0A18"/>
              </a:solidFill>
              <a:ln w="84667" cap="flat">
                <a:noFill/>
                <a:prstDash val="solid"/>
                <a:miter/>
              </a:ln>
            </p:spPr>
            <p:txBody>
              <a:bodyPr rtlCol="0" anchor="ctr"/>
              <a:lstStyle/>
              <a:p>
                <a:endParaRPr lang="en-IN"/>
              </a:p>
            </p:txBody>
          </p:sp>
        </p:grpSp>
      </p:grpSp>
      <p:sp>
        <p:nvSpPr>
          <p:cNvPr id="2" name="Text Box 1"/>
          <p:cNvSpPr txBox="1"/>
          <p:nvPr/>
        </p:nvSpPr>
        <p:spPr>
          <a:xfrm>
            <a:off x="132080" y="6049645"/>
            <a:ext cx="3339465" cy="645160"/>
          </a:xfrm>
          <a:prstGeom prst="rect">
            <a:avLst/>
          </a:prstGeom>
          <a:noFill/>
        </p:spPr>
        <p:txBody>
          <a:bodyPr wrap="square" rtlCol="0">
            <a:spAutoFit/>
          </a:bodyPr>
          <a:p>
            <a:r>
              <a:rPr lang="en-IN" altLang="en-US">
                <a:solidFill>
                  <a:schemeClr val="bg1"/>
                </a:solidFill>
              </a:rPr>
              <a:t>Amal K B</a:t>
            </a:r>
            <a:endParaRPr lang="en-IN" altLang="en-US">
              <a:solidFill>
                <a:schemeClr val="bg1"/>
              </a:solidFill>
            </a:endParaRPr>
          </a:p>
          <a:p>
            <a:r>
              <a:rPr lang="en-IN" altLang="en-US">
                <a:solidFill>
                  <a:schemeClr val="bg1"/>
                </a:solidFill>
              </a:rPr>
              <a:t>July 1 Batch</a:t>
            </a:r>
            <a:endParaRPr lang="en-IN" altLang="en-US">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1"/>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p:cNvGrpSpPr/>
          <p:nvPr/>
        </p:nvGrpSpPr>
        <p:grpSpPr>
          <a:xfrm>
            <a:off x="6477000" y="1836577"/>
            <a:ext cx="5048250" cy="4892576"/>
            <a:chOff x="1047750" y="1989662"/>
            <a:chExt cx="5048250" cy="4892576"/>
          </a:xfrm>
        </p:grpSpPr>
        <p:sp>
          <p:nvSpPr>
            <p:cNvPr id="4" name="TextBox 3"/>
            <p:cNvSpPr txBox="1"/>
            <p:nvPr/>
          </p:nvSpPr>
          <p:spPr>
            <a:xfrm>
              <a:off x="1047750" y="2635993"/>
              <a:ext cx="5048250" cy="4246245"/>
            </a:xfrm>
            <a:prstGeom prst="rect">
              <a:avLst/>
            </a:prstGeom>
            <a:noFill/>
          </p:spPr>
          <p:txBody>
            <a:bodyPr wrap="square">
              <a:spAutoFit/>
            </a:bodyPr>
            <a:lstStyle/>
            <a:p>
              <a:pPr algn="just">
                <a:lnSpc>
                  <a:spcPct val="150000"/>
                </a:lnSpc>
              </a:pPr>
              <a:r>
                <a:rPr lang="en-US" b="0" i="0" dirty="0">
                  <a:solidFill>
                    <a:schemeClr val="bg1"/>
                  </a:solidFill>
                  <a:effectLst/>
                  <a:latin typeface="Montserrat" panose="00000500000000000000" pitchFamily="2" charset="0"/>
                </a:rPr>
                <a:t>The IPL season runs from March to May. Ten teams battle it out in Twenty20 matches across India.</a:t>
              </a:r>
              <a:r>
                <a:rPr lang="en-US" dirty="0">
                  <a:solidFill>
                    <a:schemeClr val="bg1"/>
                  </a:solidFill>
                  <a:latin typeface="Montserrat" panose="00000500000000000000" pitchFamily="2" charset="0"/>
                  <a:cs typeface="Poppins" panose="00000500000000000000" pitchFamily="2" charset="0"/>
                  <a:sym typeface="+mn-ea"/>
                </a:rPr>
                <a:t>Since its inception in 2008, the IPL has grown into a global sporting spectacle, attracting top players from around the world. Organized by the Board of Control for Cricket in India (BCCI), the league features franchise teams representing different cities, each competing for the coveted IPL trophy.</a:t>
              </a:r>
              <a:endParaRPr lang="en-US" altLang="en-US" dirty="0">
                <a:solidFill>
                  <a:schemeClr val="bg1"/>
                </a:solidFill>
                <a:latin typeface="Montserrat" panose="00000500000000000000" pitchFamily="2" charset="0"/>
              </a:endParaRPr>
            </a:p>
            <a:p>
              <a:pPr algn="just">
                <a:lnSpc>
                  <a:spcPct val="150000"/>
                </a:lnSpc>
              </a:pPr>
              <a:endParaRPr lang="en-US" altLang="en-US" dirty="0">
                <a:solidFill>
                  <a:schemeClr val="bg1"/>
                </a:solidFill>
                <a:latin typeface="Montserrat" panose="00000500000000000000" pitchFamily="2" charset="0"/>
              </a:endParaRPr>
            </a:p>
          </p:txBody>
        </p:sp>
        <p:sp>
          <p:nvSpPr>
            <p:cNvPr id="11" name="TextBox 10"/>
            <p:cNvSpPr txBox="1"/>
            <p:nvPr/>
          </p:nvSpPr>
          <p:spPr>
            <a:xfrm>
              <a:off x="1047750" y="1989662"/>
              <a:ext cx="5048250" cy="646331"/>
            </a:xfrm>
            <a:prstGeom prst="rect">
              <a:avLst/>
            </a:prstGeom>
            <a:noFill/>
          </p:spPr>
          <p:txBody>
            <a:bodyPr wrap="square">
              <a:spAutoFit/>
            </a:bodyPr>
            <a:lstStyle/>
            <a:p>
              <a:r>
                <a:rPr lang="en-US" sz="3600" b="1" i="0" dirty="0">
                  <a:solidFill>
                    <a:schemeClr val="accent2"/>
                  </a:solidFill>
                  <a:effectLst/>
                  <a:latin typeface="Montserrat" panose="00000500000000000000" pitchFamily="2" charset="0"/>
                </a:rPr>
                <a:t>Introduction</a:t>
              </a:r>
              <a:endParaRPr lang="en-IN" sz="3600" b="1" dirty="0">
                <a:solidFill>
                  <a:schemeClr val="accent2"/>
                </a:solidFill>
                <a:latin typeface="Montserrat" panose="00000500000000000000" pitchFamily="2" charset="0"/>
              </a:endParaRPr>
            </a:p>
          </p:txBody>
        </p:sp>
      </p:grpSp>
      <p:pic>
        <p:nvPicPr>
          <p:cNvPr id="3627" name="Picture 3626" descr="A colorful lines on a black background&#10;&#10;Description automatically generated"/>
          <p:cNvPicPr>
            <a:picLocks noChangeAspect="1"/>
          </p:cNvPicPr>
          <p:nvPr/>
        </p:nvPicPr>
        <p:blipFill>
          <a:blip r:embed="rId2" cstate="screen">
            <a:alphaModFix amt="90000"/>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p:cNvPicPr>
            <a:picLocks noChangeAspect="1"/>
          </p:cNvPicPr>
          <p:nvPr/>
        </p:nvPicPr>
        <p:blipFill>
          <a:blip r:embed="rId2" cstate="screen">
            <a:alphaModFix amt="43000"/>
          </a:blip>
          <a:stretch>
            <a:fillRect/>
          </a:stretch>
        </p:blipFill>
        <p:spPr>
          <a:xfrm rot="10800000">
            <a:off x="0" y="5294506"/>
            <a:ext cx="2748938" cy="1563494"/>
          </a:xfrm>
          <a:prstGeom prst="rect">
            <a:avLst/>
          </a:prstGeom>
        </p:spPr>
      </p:pic>
      <p:pic>
        <p:nvPicPr>
          <p:cNvPr id="3630" name="Picture 3629" descr="A gold trophy with blue ribbons&#10;&#10;Description automatically generated"/>
          <p:cNvPicPr>
            <a:picLocks noChangeAspect="1"/>
          </p:cNvPicPr>
          <p:nvPr/>
        </p:nvPicPr>
        <p:blipFill rotWithShape="1">
          <a:blip r:embed="rId3" cstate="screen"/>
          <a:srcRect l="25250" r="25417"/>
          <a:stretch>
            <a:fillRect/>
          </a:stretch>
        </p:blipFill>
        <p:spPr>
          <a:xfrm>
            <a:off x="414509" y="724718"/>
            <a:ext cx="5379118" cy="613328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1"/>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0" y="538094"/>
            <a:ext cx="12192000" cy="645160"/>
          </a:xfrm>
          <a:prstGeom prst="rect">
            <a:avLst/>
          </a:prstGeom>
          <a:noFill/>
        </p:spPr>
        <p:txBody>
          <a:bodyPr wrap="square">
            <a:spAutoFit/>
          </a:bodyPr>
          <a:lstStyle/>
          <a:p>
            <a:pPr algn="ctr"/>
            <a:r>
              <a:rPr lang="en-US" sz="3600" b="1" i="0" dirty="0">
                <a:solidFill>
                  <a:schemeClr val="accent2"/>
                </a:solidFill>
                <a:effectLst/>
                <a:latin typeface="Montserrat" panose="00000500000000000000" pitchFamily="2" charset="0"/>
              </a:rPr>
              <a:t>IPL Overview</a:t>
            </a:r>
            <a:endParaRPr lang="en-IN" sz="3600" b="1" dirty="0">
              <a:solidFill>
                <a:schemeClr val="accent2"/>
              </a:solidFill>
              <a:latin typeface="Montserrat" panose="00000500000000000000" pitchFamily="2" charset="0"/>
            </a:endParaRPr>
          </a:p>
        </p:txBody>
      </p:sp>
      <p:pic>
        <p:nvPicPr>
          <p:cNvPr id="3627" name="Picture 3626" descr="A colorful lines on a black background&#10;&#10;Description automatically generated"/>
          <p:cNvPicPr>
            <a:picLocks noChangeAspect="1"/>
          </p:cNvPicPr>
          <p:nvPr/>
        </p:nvPicPr>
        <p:blipFill>
          <a:blip r:embed="rId2" cstate="screen">
            <a:alphaModFix amt="90000"/>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p:cNvPicPr>
            <a:picLocks noChangeAspect="1"/>
          </p:cNvPicPr>
          <p:nvPr/>
        </p:nvPicPr>
        <p:blipFill>
          <a:blip r:embed="rId2" cstate="screen">
            <a:alphaModFix amt="43000"/>
          </a:blip>
          <a:stretch>
            <a:fillRect/>
          </a:stretch>
        </p:blipFill>
        <p:spPr>
          <a:xfrm rot="10800000">
            <a:off x="0" y="5294506"/>
            <a:ext cx="2748938" cy="1563494"/>
          </a:xfrm>
          <a:prstGeom prst="rect">
            <a:avLst/>
          </a:prstGeom>
        </p:spPr>
      </p:pic>
      <p:grpSp>
        <p:nvGrpSpPr>
          <p:cNvPr id="35" name="Group 34"/>
          <p:cNvGrpSpPr/>
          <p:nvPr>
            <p:custDataLst>
              <p:tags r:id="rId3"/>
            </p:custDataLst>
          </p:nvPr>
        </p:nvGrpSpPr>
        <p:grpSpPr>
          <a:xfrm>
            <a:off x="636038" y="2732639"/>
            <a:ext cx="10919924" cy="1931872"/>
            <a:chOff x="636038" y="1781175"/>
            <a:chExt cx="10919924" cy="1931872"/>
          </a:xfrm>
        </p:grpSpPr>
        <p:grpSp>
          <p:nvGrpSpPr>
            <p:cNvPr id="32" name="Group 31"/>
            <p:cNvGrpSpPr/>
            <p:nvPr/>
          </p:nvGrpSpPr>
          <p:grpSpPr>
            <a:xfrm rot="0">
              <a:off x="636038" y="1781175"/>
              <a:ext cx="10919924" cy="1931872"/>
              <a:chOff x="984413" y="1781175"/>
              <a:chExt cx="10919924" cy="1931872"/>
            </a:xfrm>
          </p:grpSpPr>
          <p:grpSp>
            <p:nvGrpSpPr>
              <p:cNvPr id="31" name="Group 30"/>
              <p:cNvGrpSpPr/>
              <p:nvPr/>
            </p:nvGrpSpPr>
            <p:grpSpPr>
              <a:xfrm>
                <a:off x="984413" y="1781175"/>
                <a:ext cx="2307898" cy="1931872"/>
                <a:chOff x="984413" y="1781175"/>
                <a:chExt cx="2307898" cy="1931872"/>
              </a:xfrm>
            </p:grpSpPr>
            <p:sp>
              <p:nvSpPr>
                <p:cNvPr id="3" name="Oval 2"/>
                <p:cNvSpPr/>
                <p:nvPr>
                  <p:custDataLst>
                    <p:tags r:id="rId4"/>
                  </p:custDataLst>
                </p:nvPr>
              </p:nvSpPr>
              <p:spPr>
                <a:xfrm>
                  <a:off x="1681163" y="1781175"/>
                  <a:ext cx="914400" cy="914400"/>
                </a:xfrm>
                <a:prstGeom prst="ellipse">
                  <a:avLst/>
                </a:prstGeom>
                <a:solidFill>
                  <a:schemeClr val="bg1"/>
                </a:solidFill>
                <a:ln>
                  <a:gradFill>
                    <a:gsLst>
                      <a:gs pos="0">
                        <a:schemeClr val="accent6"/>
                      </a:gs>
                      <a:gs pos="36000">
                        <a:schemeClr val="accent5"/>
                      </a:gs>
                      <a:gs pos="68000">
                        <a:schemeClr val="accent4"/>
                      </a:gs>
                      <a:gs pos="100000">
                        <a:schemeClr val="bg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p:cNvSpPr txBox="1"/>
                <p:nvPr>
                  <p:custDataLst>
                    <p:tags r:id="rId5"/>
                  </p:custDataLst>
                </p:nvPr>
              </p:nvSpPr>
              <p:spPr>
                <a:xfrm>
                  <a:off x="984413" y="2821507"/>
                  <a:ext cx="2307898" cy="891540"/>
                </a:xfrm>
                <a:prstGeom prst="rect">
                  <a:avLst/>
                </a:prstGeom>
                <a:noFill/>
              </p:spPr>
              <p:txBody>
                <a:bodyPr wrap="square">
                  <a:spAutoFit/>
                </a:bodyPr>
                <a:lstStyle/>
                <a:p>
                  <a:pPr algn="ctr">
                    <a:spcAft>
                      <a:spcPts val="600"/>
                    </a:spcAft>
                  </a:pPr>
                  <a:r>
                    <a:rPr lang="en-IN" sz="1400" b="1" dirty="0">
                      <a:solidFill>
                        <a:schemeClr val="bg1"/>
                      </a:solidFill>
                      <a:latin typeface="Montserrat" panose="00000500000000000000" pitchFamily="2" charset="0"/>
                    </a:rPr>
                    <a:t>Business</a:t>
                  </a:r>
                  <a:endParaRPr lang="en-IN" sz="1400" b="1" dirty="0">
                    <a:solidFill>
                      <a:schemeClr val="bg1"/>
                    </a:solidFill>
                    <a:latin typeface="Montserrat" panose="00000500000000000000" pitchFamily="2" charset="0"/>
                  </a:endParaRPr>
                </a:p>
                <a:p>
                  <a:pPr algn="ctr">
                    <a:spcAft>
                      <a:spcPts val="600"/>
                    </a:spcAft>
                  </a:pPr>
                  <a:r>
                    <a:rPr lang="en-IN" sz="1400" b="1" dirty="0">
                      <a:solidFill>
                        <a:schemeClr val="bg1"/>
                      </a:solidFill>
                      <a:latin typeface="Montserrat" panose="00000500000000000000" pitchFamily="2" charset="0"/>
                    </a:rPr>
                    <a:t>Objective</a:t>
                  </a:r>
                  <a:endParaRPr lang="en-IN" sz="1400" b="1" dirty="0">
                    <a:solidFill>
                      <a:schemeClr val="bg1"/>
                    </a:solidFill>
                    <a:latin typeface="Montserrat" panose="00000500000000000000" pitchFamily="2" charset="0"/>
                  </a:endParaRPr>
                </a:p>
                <a:p>
                  <a:pPr algn="ctr">
                    <a:spcAft>
                      <a:spcPts val="600"/>
                    </a:spcAft>
                  </a:pPr>
                  <a:endParaRPr lang="en-IN" sz="1400" b="1" dirty="0">
                    <a:solidFill>
                      <a:schemeClr val="bg1"/>
                    </a:solidFill>
                    <a:latin typeface="Montserrat" panose="00000500000000000000" pitchFamily="2" charset="0"/>
                  </a:endParaRPr>
                </a:p>
              </p:txBody>
            </p:sp>
          </p:grpSp>
          <p:grpSp>
            <p:nvGrpSpPr>
              <p:cNvPr id="30" name="Group 29"/>
              <p:cNvGrpSpPr/>
              <p:nvPr/>
            </p:nvGrpSpPr>
            <p:grpSpPr>
              <a:xfrm>
                <a:off x="3855088" y="1781175"/>
                <a:ext cx="2307898" cy="1662517"/>
                <a:chOff x="4942050" y="1781175"/>
                <a:chExt cx="2307898" cy="1662517"/>
              </a:xfrm>
            </p:grpSpPr>
            <p:sp>
              <p:nvSpPr>
                <p:cNvPr id="5" name="Oval 4"/>
                <p:cNvSpPr/>
                <p:nvPr>
                  <p:custDataLst>
                    <p:tags r:id="rId6"/>
                  </p:custDataLst>
                </p:nvPr>
              </p:nvSpPr>
              <p:spPr>
                <a:xfrm>
                  <a:off x="5638801" y="1781175"/>
                  <a:ext cx="914400" cy="914400"/>
                </a:xfrm>
                <a:prstGeom prst="ellipse">
                  <a:avLst/>
                </a:prstGeom>
                <a:solidFill>
                  <a:schemeClr val="bg1"/>
                </a:solidFill>
                <a:ln>
                  <a:gradFill>
                    <a:gsLst>
                      <a:gs pos="0">
                        <a:schemeClr val="accent6"/>
                      </a:gs>
                      <a:gs pos="36000">
                        <a:schemeClr val="accent5"/>
                      </a:gs>
                      <a:gs pos="68000">
                        <a:schemeClr val="accent4"/>
                      </a:gs>
                      <a:gs pos="100000">
                        <a:schemeClr val="bg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p:cNvSpPr txBox="1"/>
                <p:nvPr>
                  <p:custDataLst>
                    <p:tags r:id="rId7"/>
                  </p:custDataLst>
                </p:nvPr>
              </p:nvSpPr>
              <p:spPr>
                <a:xfrm>
                  <a:off x="4942050" y="2821507"/>
                  <a:ext cx="2307898" cy="622185"/>
                </a:xfrm>
                <a:prstGeom prst="rect">
                  <a:avLst/>
                </a:prstGeom>
                <a:noFill/>
              </p:spPr>
              <p:txBody>
                <a:bodyPr wrap="square">
                  <a:spAutoFit/>
                </a:bodyPr>
                <a:lstStyle/>
                <a:p>
                  <a:pPr algn="ctr">
                    <a:spcAft>
                      <a:spcPts val="600"/>
                    </a:spcAft>
                  </a:pPr>
                  <a:r>
                    <a:rPr lang="en-IN" sz="1400" b="1" dirty="0">
                      <a:solidFill>
                        <a:schemeClr val="bg1"/>
                      </a:solidFill>
                      <a:latin typeface="Montserrat" panose="00000500000000000000" pitchFamily="2" charset="0"/>
                    </a:rPr>
                    <a:t>Key </a:t>
                  </a:r>
                  <a:endParaRPr lang="en-IN" sz="1400" b="1" dirty="0">
                    <a:solidFill>
                      <a:schemeClr val="bg1"/>
                    </a:solidFill>
                    <a:latin typeface="Montserrat" panose="00000500000000000000" pitchFamily="2" charset="0"/>
                  </a:endParaRPr>
                </a:p>
                <a:p>
                  <a:pPr algn="ctr">
                    <a:spcAft>
                      <a:spcPts val="600"/>
                    </a:spcAft>
                  </a:pPr>
                  <a:r>
                    <a:rPr lang="en-IN" sz="1400" b="1" dirty="0">
                      <a:solidFill>
                        <a:schemeClr val="bg1"/>
                      </a:solidFill>
                      <a:latin typeface="Montserrat" panose="00000500000000000000" pitchFamily="2" charset="0"/>
                    </a:rPr>
                    <a:t>Insights</a:t>
                  </a:r>
                  <a:endParaRPr lang="en-IN" sz="1400" b="1" dirty="0">
                    <a:solidFill>
                      <a:schemeClr val="bg1"/>
                    </a:solidFill>
                    <a:latin typeface="Montserrat" panose="00000500000000000000" pitchFamily="2" charset="0"/>
                  </a:endParaRPr>
                </a:p>
              </p:txBody>
            </p:sp>
          </p:grpSp>
          <p:grpSp>
            <p:nvGrpSpPr>
              <p:cNvPr id="29" name="Group 28"/>
              <p:cNvGrpSpPr/>
              <p:nvPr/>
            </p:nvGrpSpPr>
            <p:grpSpPr>
              <a:xfrm>
                <a:off x="6725763" y="1781175"/>
                <a:ext cx="2307898" cy="1347037"/>
                <a:chOff x="7775738" y="1781175"/>
                <a:chExt cx="2307898" cy="1347037"/>
              </a:xfrm>
            </p:grpSpPr>
            <p:sp>
              <p:nvSpPr>
                <p:cNvPr id="7" name="Oval 6"/>
                <p:cNvSpPr/>
                <p:nvPr>
                  <p:custDataLst>
                    <p:tags r:id="rId8"/>
                  </p:custDataLst>
                </p:nvPr>
              </p:nvSpPr>
              <p:spPr>
                <a:xfrm>
                  <a:off x="8472488" y="1781175"/>
                  <a:ext cx="914400" cy="914400"/>
                </a:xfrm>
                <a:prstGeom prst="ellipse">
                  <a:avLst/>
                </a:prstGeom>
                <a:solidFill>
                  <a:schemeClr val="bg1"/>
                </a:solidFill>
                <a:ln>
                  <a:gradFill>
                    <a:gsLst>
                      <a:gs pos="0">
                        <a:schemeClr val="accent6"/>
                      </a:gs>
                      <a:gs pos="36000">
                        <a:schemeClr val="accent5"/>
                      </a:gs>
                      <a:gs pos="68000">
                        <a:schemeClr val="accent4"/>
                      </a:gs>
                      <a:gs pos="100000">
                        <a:schemeClr val="bg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p:cNvSpPr txBox="1"/>
                <p:nvPr>
                  <p:custDataLst>
                    <p:tags r:id="rId9"/>
                  </p:custDataLst>
                </p:nvPr>
              </p:nvSpPr>
              <p:spPr>
                <a:xfrm>
                  <a:off x="7775738" y="2821507"/>
                  <a:ext cx="2307898" cy="306705"/>
                </a:xfrm>
                <a:prstGeom prst="rect">
                  <a:avLst/>
                </a:prstGeom>
                <a:noFill/>
              </p:spPr>
              <p:txBody>
                <a:bodyPr wrap="square">
                  <a:spAutoFit/>
                </a:bodyPr>
                <a:lstStyle/>
                <a:p>
                  <a:pPr algn="ctr">
                    <a:spcAft>
                      <a:spcPts val="600"/>
                    </a:spcAft>
                  </a:pPr>
                  <a:r>
                    <a:rPr lang="en-IN" sz="1400" b="1" dirty="0">
                      <a:solidFill>
                        <a:schemeClr val="bg1"/>
                      </a:solidFill>
                      <a:latin typeface="Montserrat" panose="00000500000000000000" pitchFamily="2" charset="0"/>
                    </a:rPr>
                    <a:t>Reccommendations</a:t>
                  </a:r>
                  <a:endParaRPr lang="en-IN" sz="1400" b="1" dirty="0">
                    <a:solidFill>
                      <a:schemeClr val="bg1"/>
                    </a:solidFill>
                    <a:latin typeface="Montserrat" panose="00000500000000000000" pitchFamily="2" charset="0"/>
                  </a:endParaRPr>
                </a:p>
              </p:txBody>
            </p:sp>
          </p:grpSp>
          <p:grpSp>
            <p:nvGrpSpPr>
              <p:cNvPr id="28" name="Group 27"/>
              <p:cNvGrpSpPr/>
              <p:nvPr/>
            </p:nvGrpSpPr>
            <p:grpSpPr>
              <a:xfrm>
                <a:off x="9596439" y="1781175"/>
                <a:ext cx="2307898" cy="1347037"/>
                <a:chOff x="9596439" y="1781175"/>
                <a:chExt cx="2307898" cy="1347037"/>
              </a:xfrm>
            </p:grpSpPr>
            <p:sp>
              <p:nvSpPr>
                <p:cNvPr id="26" name="Oval 25"/>
                <p:cNvSpPr/>
                <p:nvPr>
                  <p:custDataLst>
                    <p:tags r:id="rId10"/>
                  </p:custDataLst>
                </p:nvPr>
              </p:nvSpPr>
              <p:spPr>
                <a:xfrm>
                  <a:off x="10293189" y="1781175"/>
                  <a:ext cx="914400" cy="914400"/>
                </a:xfrm>
                <a:prstGeom prst="ellipse">
                  <a:avLst/>
                </a:prstGeom>
                <a:solidFill>
                  <a:schemeClr val="bg1"/>
                </a:solidFill>
                <a:ln>
                  <a:gradFill>
                    <a:gsLst>
                      <a:gs pos="0">
                        <a:schemeClr val="accent6"/>
                      </a:gs>
                      <a:gs pos="36000">
                        <a:schemeClr val="accent5"/>
                      </a:gs>
                      <a:gs pos="68000">
                        <a:schemeClr val="accent4"/>
                      </a:gs>
                      <a:gs pos="100000">
                        <a:schemeClr val="bg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p:cNvSpPr txBox="1"/>
                <p:nvPr>
                  <p:custDataLst>
                    <p:tags r:id="rId11"/>
                  </p:custDataLst>
                </p:nvPr>
              </p:nvSpPr>
              <p:spPr>
                <a:xfrm>
                  <a:off x="9596439" y="2821507"/>
                  <a:ext cx="2307898" cy="306705"/>
                </a:xfrm>
                <a:prstGeom prst="rect">
                  <a:avLst/>
                </a:prstGeom>
                <a:noFill/>
              </p:spPr>
              <p:txBody>
                <a:bodyPr wrap="square">
                  <a:spAutoFit/>
                </a:bodyPr>
                <a:lstStyle/>
                <a:p>
                  <a:pPr algn="ctr">
                    <a:spcAft>
                      <a:spcPts val="600"/>
                    </a:spcAft>
                  </a:pPr>
                  <a:r>
                    <a:rPr lang="en-IN" altLang="en-US" sz="1400" dirty="0">
                      <a:solidFill>
                        <a:schemeClr val="bg1"/>
                      </a:solidFill>
                      <a:latin typeface="Montserrat" panose="00000500000000000000" pitchFamily="2" charset="0"/>
                    </a:rPr>
                    <a:t>Conclusion</a:t>
                  </a:r>
                  <a:r>
                    <a:rPr lang="en-US" sz="1400" dirty="0">
                      <a:solidFill>
                        <a:schemeClr val="bg1"/>
                      </a:solidFill>
                      <a:latin typeface="Montserrat" panose="00000500000000000000" pitchFamily="2" charset="0"/>
                    </a:rPr>
                    <a:t>.</a:t>
                  </a:r>
                  <a:endParaRPr lang="en-IN" sz="1400" dirty="0">
                    <a:solidFill>
                      <a:schemeClr val="bg1"/>
                    </a:solidFill>
                    <a:latin typeface="Montserrat" panose="00000500000000000000" pitchFamily="2" charset="0"/>
                  </a:endParaRPr>
                </a:p>
              </p:txBody>
            </p:sp>
          </p:grpSp>
        </p:grpSp>
        <p:pic>
          <p:nvPicPr>
            <p:cNvPr id="4106" name="Picture 10" descr="Schedule Generic Detailed Outline icon"/>
            <p:cNvPicPr>
              <a:picLocks noChangeAspect="1" noChangeArrowheads="1"/>
            </p:cNvPicPr>
            <p:nvPr>
              <p:custDataLst>
                <p:tags r:id="rId12"/>
              </p:custDataLst>
            </p:nvPr>
          </p:nvPicPr>
          <p:blipFill>
            <a:blip r:embed="rId13" cstate="screen"/>
            <a:srcRect/>
            <a:stretch>
              <a:fillRect/>
            </a:stretch>
          </p:blipFill>
          <p:spPr bwMode="auto">
            <a:xfrm>
              <a:off x="10120802" y="1957163"/>
              <a:ext cx="562425" cy="562425"/>
            </a:xfrm>
            <a:prstGeom prst="rect">
              <a:avLst/>
            </a:prstGeom>
            <a:noFill/>
            <a:extLst>
              <a:ext uri="{909E8E84-426E-40DD-AFC4-6F175D3DCCD1}">
                <a14:hiddenFill xmlns:a14="http://schemas.microsoft.com/office/drawing/2010/main">
                  <a:solidFill>
                    <a:srgbClr val="FFFFFF"/>
                  </a:solidFill>
                </a14:hiddenFill>
              </a:ext>
            </a:extLst>
          </p:spPr>
        </p:pic>
      </p:grpSp>
      <p:sp>
        <p:nvSpPr>
          <p:cNvPr id="4090" name="Google Shape;12455;p89"/>
          <p:cNvSpPr/>
          <p:nvPr/>
        </p:nvSpPr>
        <p:spPr>
          <a:xfrm>
            <a:off x="1484349" y="2883821"/>
            <a:ext cx="648218" cy="644314"/>
          </a:xfrm>
          <a:custGeom>
            <a:avLst/>
            <a:gdLst/>
            <a:ahLst/>
            <a:cxnLst/>
            <a:rect l="l" t="t" r="r" b="b"/>
            <a:pathLst>
              <a:path w="11784" h="11713" extrusionOk="0">
                <a:moveTo>
                  <a:pt x="5136" y="4128"/>
                </a:moveTo>
                <a:cubicBezTo>
                  <a:pt x="5671" y="4128"/>
                  <a:pt x="6112" y="4569"/>
                  <a:pt x="6144" y="5136"/>
                </a:cubicBezTo>
                <a:lnTo>
                  <a:pt x="5230" y="4853"/>
                </a:lnTo>
                <a:cubicBezTo>
                  <a:pt x="5198" y="4839"/>
                  <a:pt x="5165" y="4832"/>
                  <a:pt x="5131" y="4832"/>
                </a:cubicBezTo>
                <a:cubicBezTo>
                  <a:pt x="4934" y="4832"/>
                  <a:pt x="4735" y="5052"/>
                  <a:pt x="4789" y="5294"/>
                </a:cubicBezTo>
                <a:lnTo>
                  <a:pt x="5073" y="6239"/>
                </a:lnTo>
                <a:cubicBezTo>
                  <a:pt x="4537" y="6176"/>
                  <a:pt x="4096" y="5703"/>
                  <a:pt x="4096" y="5168"/>
                </a:cubicBezTo>
                <a:cubicBezTo>
                  <a:pt x="4096" y="4601"/>
                  <a:pt x="4569" y="4128"/>
                  <a:pt x="5136" y="4128"/>
                </a:cubicBezTo>
                <a:close/>
                <a:moveTo>
                  <a:pt x="5199" y="2364"/>
                </a:moveTo>
                <a:cubicBezTo>
                  <a:pt x="6680" y="2364"/>
                  <a:pt x="7940" y="3592"/>
                  <a:pt x="7940" y="5136"/>
                </a:cubicBezTo>
                <a:cubicBezTo>
                  <a:pt x="7940" y="5294"/>
                  <a:pt x="7940" y="5388"/>
                  <a:pt x="7908" y="5546"/>
                </a:cubicBezTo>
                <a:lnTo>
                  <a:pt x="6932" y="5294"/>
                </a:lnTo>
                <a:lnTo>
                  <a:pt x="6932" y="5136"/>
                </a:lnTo>
                <a:cubicBezTo>
                  <a:pt x="6806" y="4223"/>
                  <a:pt x="6049" y="3466"/>
                  <a:pt x="5104" y="3466"/>
                </a:cubicBezTo>
                <a:cubicBezTo>
                  <a:pt x="4159" y="3466"/>
                  <a:pt x="3435" y="4223"/>
                  <a:pt x="3435" y="5168"/>
                </a:cubicBezTo>
                <a:cubicBezTo>
                  <a:pt x="3435" y="5609"/>
                  <a:pt x="3624" y="6081"/>
                  <a:pt x="3939" y="6396"/>
                </a:cubicBezTo>
                <a:cubicBezTo>
                  <a:pt x="4254" y="6743"/>
                  <a:pt x="4695" y="6900"/>
                  <a:pt x="5167" y="6900"/>
                </a:cubicBezTo>
                <a:lnTo>
                  <a:pt x="5325" y="6900"/>
                </a:lnTo>
                <a:lnTo>
                  <a:pt x="5577" y="7877"/>
                </a:lnTo>
                <a:cubicBezTo>
                  <a:pt x="5482" y="7909"/>
                  <a:pt x="5325" y="7909"/>
                  <a:pt x="5199" y="7909"/>
                </a:cubicBezTo>
                <a:cubicBezTo>
                  <a:pt x="3687" y="7909"/>
                  <a:pt x="2426" y="6648"/>
                  <a:pt x="2426" y="5136"/>
                </a:cubicBezTo>
                <a:cubicBezTo>
                  <a:pt x="2426" y="3624"/>
                  <a:pt x="3655" y="2364"/>
                  <a:pt x="5199" y="2364"/>
                </a:cubicBezTo>
                <a:close/>
                <a:moveTo>
                  <a:pt x="5167" y="726"/>
                </a:moveTo>
                <a:cubicBezTo>
                  <a:pt x="7940" y="726"/>
                  <a:pt x="10051" y="3277"/>
                  <a:pt x="9515" y="6018"/>
                </a:cubicBezTo>
                <a:lnTo>
                  <a:pt x="8507" y="5766"/>
                </a:lnTo>
                <a:cubicBezTo>
                  <a:pt x="8538" y="5546"/>
                  <a:pt x="8538" y="5357"/>
                  <a:pt x="8538" y="5136"/>
                </a:cubicBezTo>
                <a:cubicBezTo>
                  <a:pt x="8538" y="3246"/>
                  <a:pt x="7026" y="1702"/>
                  <a:pt x="5104" y="1702"/>
                </a:cubicBezTo>
                <a:cubicBezTo>
                  <a:pt x="3214" y="1702"/>
                  <a:pt x="1702" y="3246"/>
                  <a:pt x="1702" y="5136"/>
                </a:cubicBezTo>
                <a:cubicBezTo>
                  <a:pt x="1702" y="7027"/>
                  <a:pt x="3214" y="8602"/>
                  <a:pt x="5104" y="8602"/>
                </a:cubicBezTo>
                <a:cubicBezTo>
                  <a:pt x="5325" y="8602"/>
                  <a:pt x="5514" y="8602"/>
                  <a:pt x="5703" y="8539"/>
                </a:cubicBezTo>
                <a:lnTo>
                  <a:pt x="5986" y="9578"/>
                </a:lnTo>
                <a:cubicBezTo>
                  <a:pt x="5695" y="9636"/>
                  <a:pt x="5405" y="9664"/>
                  <a:pt x="5119" y="9664"/>
                </a:cubicBezTo>
                <a:cubicBezTo>
                  <a:pt x="2751" y="9664"/>
                  <a:pt x="694" y="7758"/>
                  <a:pt x="694" y="5199"/>
                </a:cubicBezTo>
                <a:cubicBezTo>
                  <a:pt x="694" y="2679"/>
                  <a:pt x="2773" y="726"/>
                  <a:pt x="5167" y="726"/>
                </a:cubicBezTo>
                <a:close/>
                <a:moveTo>
                  <a:pt x="5671" y="5672"/>
                </a:moveTo>
                <a:lnTo>
                  <a:pt x="5671" y="5672"/>
                </a:lnTo>
                <a:cubicBezTo>
                  <a:pt x="10240" y="6964"/>
                  <a:pt x="9578" y="6774"/>
                  <a:pt x="9704" y="6806"/>
                </a:cubicBezTo>
                <a:lnTo>
                  <a:pt x="8853" y="7373"/>
                </a:lnTo>
                <a:cubicBezTo>
                  <a:pt x="8664" y="7499"/>
                  <a:pt x="8664" y="7751"/>
                  <a:pt x="8822" y="7877"/>
                </a:cubicBezTo>
                <a:lnTo>
                  <a:pt x="10964" y="9956"/>
                </a:lnTo>
                <a:cubicBezTo>
                  <a:pt x="11027" y="10114"/>
                  <a:pt x="11027" y="10335"/>
                  <a:pt x="10901" y="10492"/>
                </a:cubicBezTo>
                <a:lnTo>
                  <a:pt x="10429" y="10965"/>
                </a:lnTo>
                <a:cubicBezTo>
                  <a:pt x="10366" y="11012"/>
                  <a:pt x="10279" y="11035"/>
                  <a:pt x="10192" y="11035"/>
                </a:cubicBezTo>
                <a:cubicBezTo>
                  <a:pt x="10106" y="11035"/>
                  <a:pt x="10019" y="11012"/>
                  <a:pt x="9956" y="10965"/>
                </a:cubicBezTo>
                <a:lnTo>
                  <a:pt x="7845" y="8854"/>
                </a:lnTo>
                <a:cubicBezTo>
                  <a:pt x="7777" y="8786"/>
                  <a:pt x="7691" y="8753"/>
                  <a:pt x="7606" y="8753"/>
                </a:cubicBezTo>
                <a:cubicBezTo>
                  <a:pt x="7493" y="8753"/>
                  <a:pt x="7381" y="8809"/>
                  <a:pt x="7310" y="8917"/>
                </a:cubicBezTo>
                <a:cubicBezTo>
                  <a:pt x="7247" y="8980"/>
                  <a:pt x="6806" y="9641"/>
                  <a:pt x="6774" y="9736"/>
                </a:cubicBezTo>
                <a:cubicBezTo>
                  <a:pt x="6680" y="9484"/>
                  <a:pt x="5703" y="5861"/>
                  <a:pt x="5671" y="5672"/>
                </a:cubicBezTo>
                <a:close/>
                <a:moveTo>
                  <a:pt x="5104" y="1"/>
                </a:moveTo>
                <a:cubicBezTo>
                  <a:pt x="2363" y="1"/>
                  <a:pt x="0" y="2238"/>
                  <a:pt x="0" y="5168"/>
                </a:cubicBezTo>
                <a:cubicBezTo>
                  <a:pt x="0" y="8066"/>
                  <a:pt x="2332" y="10303"/>
                  <a:pt x="5104" y="10303"/>
                </a:cubicBezTo>
                <a:cubicBezTo>
                  <a:pt x="5482" y="10303"/>
                  <a:pt x="5797" y="10272"/>
                  <a:pt x="6144" y="10208"/>
                </a:cubicBezTo>
                <a:lnTo>
                  <a:pt x="6270" y="10587"/>
                </a:lnTo>
                <a:cubicBezTo>
                  <a:pt x="6307" y="10755"/>
                  <a:pt x="6444" y="10845"/>
                  <a:pt x="6596" y="10845"/>
                </a:cubicBezTo>
                <a:cubicBezTo>
                  <a:pt x="6700" y="10845"/>
                  <a:pt x="6810" y="10802"/>
                  <a:pt x="6900" y="10713"/>
                </a:cubicBezTo>
                <a:lnTo>
                  <a:pt x="7625" y="9610"/>
                </a:lnTo>
                <a:lnTo>
                  <a:pt x="9483" y="11406"/>
                </a:lnTo>
                <a:cubicBezTo>
                  <a:pt x="9688" y="11610"/>
                  <a:pt x="9956" y="11713"/>
                  <a:pt x="10220" y="11713"/>
                </a:cubicBezTo>
                <a:cubicBezTo>
                  <a:pt x="10484" y="11713"/>
                  <a:pt x="10744" y="11610"/>
                  <a:pt x="10933" y="11406"/>
                </a:cubicBezTo>
                <a:lnTo>
                  <a:pt x="11405" y="10933"/>
                </a:lnTo>
                <a:cubicBezTo>
                  <a:pt x="11783" y="10555"/>
                  <a:pt x="11783" y="9893"/>
                  <a:pt x="11374" y="9484"/>
                </a:cubicBezTo>
                <a:lnTo>
                  <a:pt x="9515" y="7720"/>
                </a:lnTo>
                <a:lnTo>
                  <a:pt x="10618" y="6964"/>
                </a:lnTo>
                <a:cubicBezTo>
                  <a:pt x="10870" y="6806"/>
                  <a:pt x="10838" y="6428"/>
                  <a:pt x="10555" y="6333"/>
                </a:cubicBezTo>
                <a:lnTo>
                  <a:pt x="10145" y="6239"/>
                </a:lnTo>
                <a:cubicBezTo>
                  <a:pt x="10303" y="5483"/>
                  <a:pt x="10271" y="4695"/>
                  <a:pt x="10082" y="3908"/>
                </a:cubicBezTo>
                <a:cubicBezTo>
                  <a:pt x="9483" y="1576"/>
                  <a:pt x="7436" y="1"/>
                  <a:pt x="5104" y="1"/>
                </a:cubicBezTo>
                <a:close/>
              </a:path>
            </a:pathLst>
          </a:custGeom>
          <a:solidFill>
            <a:schemeClr val="accent3"/>
          </a:solidFill>
          <a:ln>
            <a:noFill/>
          </a:ln>
        </p:spPr>
        <p:txBody>
          <a:bodyPr spcFirstLastPara="1" wrap="square" lIns="121900" tIns="121900" rIns="121900" bIns="121900" anchor="ctr" anchorCtr="0">
            <a:noAutofit/>
          </a:bodyPr>
          <a:p>
            <a:pPr marL="0" marR="0" lvl="0" indent="0" algn="l" defTabSz="914400" rtl="0" eaLnBrk="1" fontAlgn="auto" latinLnBrk="0" hangingPunct="1">
              <a:lnSpc>
                <a:spcPct val="100000"/>
              </a:lnSpc>
              <a:spcBef>
                <a:spcPct val="0"/>
              </a:spcBef>
              <a:spcAft>
                <a:spcPct val="0"/>
              </a:spcAft>
              <a:buClrTx/>
              <a:buSzTx/>
              <a:buFontTx/>
              <a:buNone/>
              <a:defRPr/>
            </a:pPr>
            <a:endParaRPr kumimoji="0" sz="2400" b="0" i="0" u="none" strike="noStrike" kern="1200" cap="none" spc="0" normalizeH="0" baseline="0" noProof="0">
              <a:ln>
                <a:noFill/>
              </a:ln>
              <a:solidFill>
                <a:srgbClr val="000000">
                  <a:lumMod val="75000"/>
                  <a:lumOff val="25000"/>
                </a:srgbClr>
              </a:solidFill>
              <a:effectLst/>
              <a:uLnTx/>
              <a:uFillTx/>
              <a:latin typeface="Century Gothic" panose="020B0502020202020204" pitchFamily="34" charset="0"/>
              <a:cs typeface="Arial" panose="020B0604020202020204"/>
            </a:endParaRPr>
          </a:p>
        </p:txBody>
      </p:sp>
      <p:sp>
        <p:nvSpPr>
          <p:cNvPr id="3843" name="Google Shape;9171;p73"/>
          <p:cNvSpPr/>
          <p:nvPr/>
        </p:nvSpPr>
        <p:spPr>
          <a:xfrm>
            <a:off x="4424552" y="2936544"/>
            <a:ext cx="537375" cy="534576"/>
          </a:xfrm>
          <a:custGeom>
            <a:avLst/>
            <a:gdLst/>
            <a:ahLst/>
            <a:cxnLst/>
            <a:rect l="l" t="t" r="r" b="b"/>
            <a:pathLst>
              <a:path w="11909" h="11847" extrusionOk="0">
                <a:moveTo>
                  <a:pt x="3560" y="2647"/>
                </a:moveTo>
                <a:lnTo>
                  <a:pt x="3560" y="3561"/>
                </a:lnTo>
                <a:lnTo>
                  <a:pt x="2615" y="3561"/>
                </a:lnTo>
                <a:lnTo>
                  <a:pt x="3560" y="2647"/>
                </a:lnTo>
                <a:close/>
                <a:moveTo>
                  <a:pt x="6616" y="4222"/>
                </a:moveTo>
                <a:cubicBezTo>
                  <a:pt x="7971" y="4285"/>
                  <a:pt x="9074" y="5325"/>
                  <a:pt x="9074" y="6680"/>
                </a:cubicBezTo>
                <a:cubicBezTo>
                  <a:pt x="9074" y="8003"/>
                  <a:pt x="7971" y="9106"/>
                  <a:pt x="6616" y="9106"/>
                </a:cubicBezTo>
                <a:cubicBezTo>
                  <a:pt x="5293" y="9106"/>
                  <a:pt x="4190" y="8003"/>
                  <a:pt x="4190" y="6680"/>
                </a:cubicBezTo>
                <a:cubicBezTo>
                  <a:pt x="4190" y="5325"/>
                  <a:pt x="5293" y="4222"/>
                  <a:pt x="6616" y="4222"/>
                </a:cubicBezTo>
                <a:close/>
                <a:moveTo>
                  <a:pt x="7687" y="757"/>
                </a:moveTo>
                <a:lnTo>
                  <a:pt x="7687" y="1513"/>
                </a:lnTo>
                <a:lnTo>
                  <a:pt x="3875" y="1513"/>
                </a:lnTo>
                <a:cubicBezTo>
                  <a:pt x="3781" y="1513"/>
                  <a:pt x="3655" y="1544"/>
                  <a:pt x="3623" y="1639"/>
                </a:cubicBezTo>
                <a:lnTo>
                  <a:pt x="1512" y="3718"/>
                </a:lnTo>
                <a:cubicBezTo>
                  <a:pt x="1418" y="3813"/>
                  <a:pt x="1386" y="3876"/>
                  <a:pt x="1386" y="3939"/>
                </a:cubicBezTo>
                <a:lnTo>
                  <a:pt x="1386" y="9862"/>
                </a:lnTo>
                <a:lnTo>
                  <a:pt x="662" y="9862"/>
                </a:lnTo>
                <a:lnTo>
                  <a:pt x="662" y="757"/>
                </a:lnTo>
                <a:close/>
                <a:moveTo>
                  <a:pt x="8380" y="2175"/>
                </a:moveTo>
                <a:lnTo>
                  <a:pt x="8380" y="4128"/>
                </a:lnTo>
                <a:cubicBezTo>
                  <a:pt x="7876" y="3813"/>
                  <a:pt x="7278" y="3592"/>
                  <a:pt x="6648" y="3592"/>
                </a:cubicBezTo>
                <a:cubicBezTo>
                  <a:pt x="4915" y="3592"/>
                  <a:pt x="3560" y="5010"/>
                  <a:pt x="3560" y="6711"/>
                </a:cubicBezTo>
                <a:cubicBezTo>
                  <a:pt x="3560" y="8444"/>
                  <a:pt x="4946" y="9830"/>
                  <a:pt x="6648" y="9830"/>
                </a:cubicBezTo>
                <a:cubicBezTo>
                  <a:pt x="7120" y="9830"/>
                  <a:pt x="7593" y="9704"/>
                  <a:pt x="8002" y="9515"/>
                </a:cubicBezTo>
                <a:lnTo>
                  <a:pt x="8380" y="9893"/>
                </a:lnTo>
                <a:lnTo>
                  <a:pt x="8380" y="10492"/>
                </a:lnTo>
                <a:lnTo>
                  <a:pt x="2079" y="10492"/>
                </a:lnTo>
                <a:lnTo>
                  <a:pt x="2079" y="4285"/>
                </a:lnTo>
                <a:lnTo>
                  <a:pt x="3875" y="4285"/>
                </a:lnTo>
                <a:cubicBezTo>
                  <a:pt x="4064" y="4285"/>
                  <a:pt x="4222" y="4128"/>
                  <a:pt x="4222" y="3907"/>
                </a:cubicBezTo>
                <a:lnTo>
                  <a:pt x="4222" y="2175"/>
                </a:lnTo>
                <a:close/>
                <a:moveTo>
                  <a:pt x="9074" y="8633"/>
                </a:moveTo>
                <a:lnTo>
                  <a:pt x="11027" y="10618"/>
                </a:lnTo>
                <a:cubicBezTo>
                  <a:pt x="11153" y="10744"/>
                  <a:pt x="11153" y="10964"/>
                  <a:pt x="11027" y="11090"/>
                </a:cubicBezTo>
                <a:cubicBezTo>
                  <a:pt x="10964" y="11153"/>
                  <a:pt x="10877" y="11185"/>
                  <a:pt x="10791" y="11185"/>
                </a:cubicBezTo>
                <a:cubicBezTo>
                  <a:pt x="10704" y="11185"/>
                  <a:pt x="10617" y="11153"/>
                  <a:pt x="10554" y="11090"/>
                </a:cubicBezTo>
                <a:lnTo>
                  <a:pt x="8601" y="9106"/>
                </a:lnTo>
                <a:cubicBezTo>
                  <a:pt x="8790" y="9011"/>
                  <a:pt x="8948" y="8791"/>
                  <a:pt x="9074" y="8633"/>
                </a:cubicBezTo>
                <a:close/>
                <a:moveTo>
                  <a:pt x="347" y="1"/>
                </a:moveTo>
                <a:cubicBezTo>
                  <a:pt x="158" y="1"/>
                  <a:pt x="0" y="190"/>
                  <a:pt x="0" y="379"/>
                </a:cubicBezTo>
                <a:lnTo>
                  <a:pt x="0" y="10145"/>
                </a:lnTo>
                <a:cubicBezTo>
                  <a:pt x="0" y="10334"/>
                  <a:pt x="158" y="10492"/>
                  <a:pt x="347" y="10492"/>
                </a:cubicBezTo>
                <a:lnTo>
                  <a:pt x="1386" y="10492"/>
                </a:lnTo>
                <a:lnTo>
                  <a:pt x="1386" y="10838"/>
                </a:lnTo>
                <a:cubicBezTo>
                  <a:pt x="1386" y="11059"/>
                  <a:pt x="1544" y="11216"/>
                  <a:pt x="1733" y="11216"/>
                </a:cubicBezTo>
                <a:lnTo>
                  <a:pt x="8695" y="11216"/>
                </a:lnTo>
                <a:cubicBezTo>
                  <a:pt x="8916" y="11216"/>
                  <a:pt x="9074" y="11059"/>
                  <a:pt x="9074" y="10838"/>
                </a:cubicBezTo>
                <a:lnTo>
                  <a:pt x="9074" y="10586"/>
                </a:lnTo>
                <a:lnTo>
                  <a:pt x="10050" y="11563"/>
                </a:lnTo>
                <a:cubicBezTo>
                  <a:pt x="10239" y="11752"/>
                  <a:pt x="10507" y="11847"/>
                  <a:pt x="10775" y="11847"/>
                </a:cubicBezTo>
                <a:cubicBezTo>
                  <a:pt x="11043" y="11847"/>
                  <a:pt x="11310" y="11752"/>
                  <a:pt x="11499" y="11563"/>
                </a:cubicBezTo>
                <a:cubicBezTo>
                  <a:pt x="11909" y="11153"/>
                  <a:pt x="11909" y="10492"/>
                  <a:pt x="11499" y="10114"/>
                </a:cubicBezTo>
                <a:lnTo>
                  <a:pt x="9420" y="8003"/>
                </a:lnTo>
                <a:cubicBezTo>
                  <a:pt x="9609" y="7625"/>
                  <a:pt x="9735" y="7152"/>
                  <a:pt x="9735" y="6680"/>
                </a:cubicBezTo>
                <a:cubicBezTo>
                  <a:pt x="9735" y="5924"/>
                  <a:pt x="9452" y="5262"/>
                  <a:pt x="9011" y="4695"/>
                </a:cubicBezTo>
                <a:lnTo>
                  <a:pt x="9011" y="1828"/>
                </a:lnTo>
                <a:cubicBezTo>
                  <a:pt x="9011" y="1639"/>
                  <a:pt x="8853" y="1481"/>
                  <a:pt x="8664" y="1481"/>
                </a:cubicBezTo>
                <a:lnTo>
                  <a:pt x="8317" y="1481"/>
                </a:lnTo>
                <a:lnTo>
                  <a:pt x="8317" y="379"/>
                </a:lnTo>
                <a:cubicBezTo>
                  <a:pt x="8317" y="190"/>
                  <a:pt x="8160" y="1"/>
                  <a:pt x="7971" y="1"/>
                </a:cubicBezTo>
                <a:close/>
              </a:path>
            </a:pathLst>
          </a:custGeom>
          <a:solidFill>
            <a:schemeClr val="accent3"/>
          </a:solidFill>
          <a:ln>
            <a:noFill/>
          </a:ln>
        </p:spPr>
        <p:txBody>
          <a:bodyPr spcFirstLastPara="1" wrap="square" lIns="91425" tIns="91425" rIns="91425" bIns="91425" anchor="ctr" anchorCtr="0">
            <a:noAutofit/>
          </a:bodyPr>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bg1"/>
              </a:solidFill>
              <a:effectLst/>
              <a:uLnTx/>
              <a:uFillTx/>
              <a:latin typeface="Century Gothic" panose="020B0502020202020204" pitchFamily="34" charset="0"/>
              <a:cs typeface="Arial" panose="020B0604020202020204"/>
            </a:endParaRPr>
          </a:p>
        </p:txBody>
      </p:sp>
      <p:sp>
        <p:nvSpPr>
          <p:cNvPr id="3983" name="Google Shape;9176;p73"/>
          <p:cNvSpPr/>
          <p:nvPr/>
        </p:nvSpPr>
        <p:spPr>
          <a:xfrm>
            <a:off x="7261659" y="2883507"/>
            <a:ext cx="538819" cy="533178"/>
          </a:xfrm>
          <a:custGeom>
            <a:avLst/>
            <a:gdLst/>
            <a:ahLst/>
            <a:cxnLst/>
            <a:rect l="l" t="t" r="r" b="b"/>
            <a:pathLst>
              <a:path w="11941" h="11816" extrusionOk="0">
                <a:moveTo>
                  <a:pt x="6963" y="1198"/>
                </a:moveTo>
                <a:lnTo>
                  <a:pt x="7876" y="2143"/>
                </a:lnTo>
                <a:lnTo>
                  <a:pt x="6963" y="2143"/>
                </a:lnTo>
                <a:lnTo>
                  <a:pt x="6963" y="1198"/>
                </a:lnTo>
                <a:close/>
                <a:moveTo>
                  <a:pt x="10286" y="3498"/>
                </a:moveTo>
                <a:cubicBezTo>
                  <a:pt x="10373" y="3498"/>
                  <a:pt x="10460" y="3530"/>
                  <a:pt x="10523" y="3593"/>
                </a:cubicBezTo>
                <a:lnTo>
                  <a:pt x="10995" y="4065"/>
                </a:lnTo>
                <a:cubicBezTo>
                  <a:pt x="11184" y="4223"/>
                  <a:pt x="11184" y="4475"/>
                  <a:pt x="11027" y="4569"/>
                </a:cubicBezTo>
                <a:lnTo>
                  <a:pt x="10806" y="4821"/>
                </a:lnTo>
                <a:lnTo>
                  <a:pt x="9798" y="3845"/>
                </a:lnTo>
                <a:lnTo>
                  <a:pt x="10050" y="3593"/>
                </a:lnTo>
                <a:cubicBezTo>
                  <a:pt x="10113" y="3530"/>
                  <a:pt x="10200" y="3498"/>
                  <a:pt x="10286" y="3498"/>
                </a:cubicBezTo>
                <a:close/>
                <a:moveTo>
                  <a:pt x="9294" y="4349"/>
                </a:moveTo>
                <a:lnTo>
                  <a:pt x="10271" y="5325"/>
                </a:lnTo>
                <a:lnTo>
                  <a:pt x="7845" y="7783"/>
                </a:lnTo>
                <a:lnTo>
                  <a:pt x="6868" y="6774"/>
                </a:lnTo>
                <a:lnTo>
                  <a:pt x="9294" y="4349"/>
                </a:lnTo>
                <a:close/>
                <a:moveTo>
                  <a:pt x="6585" y="7499"/>
                </a:moveTo>
                <a:lnTo>
                  <a:pt x="7183" y="8098"/>
                </a:lnTo>
                <a:lnTo>
                  <a:pt x="6427" y="8255"/>
                </a:lnTo>
                <a:lnTo>
                  <a:pt x="6585" y="7499"/>
                </a:lnTo>
                <a:close/>
                <a:moveTo>
                  <a:pt x="6994" y="10398"/>
                </a:moveTo>
                <a:lnTo>
                  <a:pt x="6994" y="10776"/>
                </a:lnTo>
                <a:cubicBezTo>
                  <a:pt x="6994" y="10870"/>
                  <a:pt x="7057" y="10996"/>
                  <a:pt x="7089" y="11122"/>
                </a:cubicBezTo>
                <a:lnTo>
                  <a:pt x="1071" y="11122"/>
                </a:lnTo>
                <a:cubicBezTo>
                  <a:pt x="882" y="11122"/>
                  <a:pt x="693" y="10965"/>
                  <a:pt x="693" y="10776"/>
                </a:cubicBezTo>
                <a:lnTo>
                  <a:pt x="693" y="10398"/>
                </a:lnTo>
                <a:close/>
                <a:moveTo>
                  <a:pt x="6270" y="663"/>
                </a:moveTo>
                <a:lnTo>
                  <a:pt x="6270" y="2458"/>
                </a:lnTo>
                <a:cubicBezTo>
                  <a:pt x="6270" y="2647"/>
                  <a:pt x="6427" y="2805"/>
                  <a:pt x="6616" y="2805"/>
                </a:cubicBezTo>
                <a:lnTo>
                  <a:pt x="8349" y="2805"/>
                </a:lnTo>
                <a:lnTo>
                  <a:pt x="8349" y="4286"/>
                </a:lnTo>
                <a:lnTo>
                  <a:pt x="6112" y="6554"/>
                </a:lnTo>
                <a:cubicBezTo>
                  <a:pt x="6081" y="6585"/>
                  <a:pt x="6018" y="6680"/>
                  <a:pt x="6018" y="6711"/>
                </a:cubicBezTo>
                <a:lnTo>
                  <a:pt x="5608" y="8633"/>
                </a:lnTo>
                <a:cubicBezTo>
                  <a:pt x="5545" y="8759"/>
                  <a:pt x="5608" y="8885"/>
                  <a:pt x="5671" y="8948"/>
                </a:cubicBezTo>
                <a:cubicBezTo>
                  <a:pt x="5742" y="9019"/>
                  <a:pt x="5813" y="9055"/>
                  <a:pt x="5897" y="9055"/>
                </a:cubicBezTo>
                <a:cubicBezTo>
                  <a:pt x="5925" y="9055"/>
                  <a:pt x="5955" y="9051"/>
                  <a:pt x="5986" y="9043"/>
                </a:cubicBezTo>
                <a:lnTo>
                  <a:pt x="7908" y="8602"/>
                </a:lnTo>
                <a:cubicBezTo>
                  <a:pt x="8002" y="8602"/>
                  <a:pt x="8034" y="8570"/>
                  <a:pt x="8065" y="8507"/>
                </a:cubicBezTo>
                <a:lnTo>
                  <a:pt x="8349" y="8255"/>
                </a:lnTo>
                <a:lnTo>
                  <a:pt x="8349" y="10807"/>
                </a:lnTo>
                <a:lnTo>
                  <a:pt x="8380" y="10807"/>
                </a:lnTo>
                <a:cubicBezTo>
                  <a:pt x="8380" y="10996"/>
                  <a:pt x="8223" y="11154"/>
                  <a:pt x="8034" y="11154"/>
                </a:cubicBezTo>
                <a:cubicBezTo>
                  <a:pt x="7845" y="11154"/>
                  <a:pt x="7687" y="10996"/>
                  <a:pt x="7687" y="10807"/>
                </a:cubicBezTo>
                <a:lnTo>
                  <a:pt x="7687" y="10083"/>
                </a:lnTo>
                <a:cubicBezTo>
                  <a:pt x="7687" y="9893"/>
                  <a:pt x="7530" y="9736"/>
                  <a:pt x="7309" y="9736"/>
                </a:cubicBezTo>
                <a:lnTo>
                  <a:pt x="1386" y="9736"/>
                </a:lnTo>
                <a:lnTo>
                  <a:pt x="1386" y="663"/>
                </a:lnTo>
                <a:close/>
                <a:moveTo>
                  <a:pt x="1071" y="1"/>
                </a:moveTo>
                <a:cubicBezTo>
                  <a:pt x="882" y="1"/>
                  <a:pt x="693" y="158"/>
                  <a:pt x="693" y="379"/>
                </a:cubicBezTo>
                <a:lnTo>
                  <a:pt x="693" y="9736"/>
                </a:lnTo>
                <a:lnTo>
                  <a:pt x="347" y="9736"/>
                </a:lnTo>
                <a:cubicBezTo>
                  <a:pt x="158" y="9736"/>
                  <a:pt x="0" y="9893"/>
                  <a:pt x="0" y="10083"/>
                </a:cubicBezTo>
                <a:lnTo>
                  <a:pt x="0" y="10807"/>
                </a:lnTo>
                <a:cubicBezTo>
                  <a:pt x="0" y="11406"/>
                  <a:pt x="473" y="11815"/>
                  <a:pt x="1008" y="11815"/>
                </a:cubicBezTo>
                <a:lnTo>
                  <a:pt x="8002" y="11815"/>
                </a:lnTo>
                <a:cubicBezTo>
                  <a:pt x="8569" y="11815"/>
                  <a:pt x="9011" y="11343"/>
                  <a:pt x="9011" y="10807"/>
                </a:cubicBezTo>
                <a:lnTo>
                  <a:pt x="9011" y="7562"/>
                </a:lnTo>
                <a:lnTo>
                  <a:pt x="11499" y="5105"/>
                </a:lnTo>
                <a:cubicBezTo>
                  <a:pt x="11940" y="4664"/>
                  <a:pt x="11940" y="4034"/>
                  <a:pt x="11531" y="3593"/>
                </a:cubicBezTo>
                <a:lnTo>
                  <a:pt x="11058" y="3120"/>
                </a:lnTo>
                <a:cubicBezTo>
                  <a:pt x="10869" y="2931"/>
                  <a:pt x="10609" y="2836"/>
                  <a:pt x="10346" y="2836"/>
                </a:cubicBezTo>
                <a:cubicBezTo>
                  <a:pt x="10082" y="2836"/>
                  <a:pt x="9814" y="2931"/>
                  <a:pt x="9609" y="3120"/>
                </a:cubicBezTo>
                <a:lnTo>
                  <a:pt x="9105" y="3624"/>
                </a:lnTo>
                <a:lnTo>
                  <a:pt x="9105" y="2490"/>
                </a:lnTo>
                <a:cubicBezTo>
                  <a:pt x="9105" y="2427"/>
                  <a:pt x="9074" y="2332"/>
                  <a:pt x="8979" y="2269"/>
                </a:cubicBezTo>
                <a:lnTo>
                  <a:pt x="6900" y="127"/>
                </a:lnTo>
                <a:cubicBezTo>
                  <a:pt x="6805" y="64"/>
                  <a:pt x="6742" y="1"/>
                  <a:pt x="6648" y="1"/>
                </a:cubicBezTo>
                <a:close/>
              </a:path>
            </a:pathLst>
          </a:custGeom>
          <a:solidFill>
            <a:schemeClr val="accent3"/>
          </a:solidFill>
          <a:ln>
            <a:noFill/>
          </a:ln>
        </p:spPr>
        <p:txBody>
          <a:bodyPr spcFirstLastPara="1" wrap="square" lIns="91425" tIns="91425" rIns="91425" bIns="91425" anchor="ctr" anchorCtr="0">
            <a:noAutofit/>
          </a:bodyPr>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bg1"/>
              </a:solidFill>
              <a:effectLst/>
              <a:uLnTx/>
              <a:uFillTx/>
              <a:latin typeface="Century Gothic" panose="020B0502020202020204" pitchFamily="34" charset="0"/>
              <a:cs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1"/>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0" y="538094"/>
            <a:ext cx="12192000" cy="645160"/>
          </a:xfrm>
          <a:prstGeom prst="rect">
            <a:avLst/>
          </a:prstGeom>
          <a:noFill/>
        </p:spPr>
        <p:txBody>
          <a:bodyPr wrap="square">
            <a:spAutoFit/>
          </a:bodyPr>
          <a:lstStyle/>
          <a:p>
            <a:pPr algn="ctr"/>
            <a:r>
              <a:rPr lang="en-US" sz="3600" b="1" i="0" dirty="0">
                <a:solidFill>
                  <a:schemeClr val="accent2"/>
                </a:solidFill>
                <a:effectLst/>
                <a:latin typeface="Montserrat" panose="00000500000000000000" pitchFamily="2" charset="0"/>
              </a:rPr>
              <a:t>IPL Overview</a:t>
            </a:r>
            <a:endParaRPr lang="en-IN" sz="3600" b="1" dirty="0">
              <a:solidFill>
                <a:schemeClr val="accent2"/>
              </a:solidFill>
              <a:latin typeface="Montserrat" panose="00000500000000000000" pitchFamily="2" charset="0"/>
            </a:endParaRPr>
          </a:p>
        </p:txBody>
      </p:sp>
      <p:pic>
        <p:nvPicPr>
          <p:cNvPr id="3627" name="Picture 3626" descr="A colorful lines on a black background&#10;&#10;Description automatically generated"/>
          <p:cNvPicPr>
            <a:picLocks noChangeAspect="1"/>
          </p:cNvPicPr>
          <p:nvPr/>
        </p:nvPicPr>
        <p:blipFill>
          <a:blip r:embed="rId2" cstate="screen">
            <a:alphaModFix amt="90000"/>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p:cNvPicPr>
            <a:picLocks noChangeAspect="1"/>
          </p:cNvPicPr>
          <p:nvPr/>
        </p:nvPicPr>
        <p:blipFill>
          <a:blip r:embed="rId2" cstate="screen">
            <a:alphaModFix amt="43000"/>
          </a:blip>
          <a:stretch>
            <a:fillRect/>
          </a:stretch>
        </p:blipFill>
        <p:spPr>
          <a:xfrm rot="10800000">
            <a:off x="0" y="5294506"/>
            <a:ext cx="2748938" cy="1563494"/>
          </a:xfrm>
          <a:prstGeom prst="rect">
            <a:avLst/>
          </a:prstGeom>
        </p:spPr>
      </p:pic>
      <p:grpSp>
        <p:nvGrpSpPr>
          <p:cNvPr id="35" name="Group 34"/>
          <p:cNvGrpSpPr/>
          <p:nvPr>
            <p:custDataLst>
              <p:tags r:id="rId3"/>
            </p:custDataLst>
          </p:nvPr>
        </p:nvGrpSpPr>
        <p:grpSpPr>
          <a:xfrm>
            <a:off x="636038" y="2732639"/>
            <a:ext cx="10919924" cy="2102161"/>
            <a:chOff x="636038" y="1781175"/>
            <a:chExt cx="10919924" cy="2102161"/>
          </a:xfrm>
        </p:grpSpPr>
        <p:grpSp>
          <p:nvGrpSpPr>
            <p:cNvPr id="34" name="Group 33"/>
            <p:cNvGrpSpPr/>
            <p:nvPr/>
          </p:nvGrpSpPr>
          <p:grpSpPr>
            <a:xfrm>
              <a:off x="636038" y="1781175"/>
              <a:ext cx="10919924" cy="2102161"/>
              <a:chOff x="636038" y="1781175"/>
              <a:chExt cx="10919924" cy="2102161"/>
            </a:xfrm>
          </p:grpSpPr>
          <p:grpSp>
            <p:nvGrpSpPr>
              <p:cNvPr id="33" name="Group 32"/>
              <p:cNvGrpSpPr/>
              <p:nvPr/>
            </p:nvGrpSpPr>
            <p:grpSpPr>
              <a:xfrm>
                <a:off x="636038" y="1781175"/>
                <a:ext cx="10919924" cy="2102161"/>
                <a:chOff x="636038" y="1781175"/>
                <a:chExt cx="10919924" cy="2102161"/>
              </a:xfrm>
            </p:grpSpPr>
            <p:grpSp>
              <p:nvGrpSpPr>
                <p:cNvPr id="32" name="Group 31"/>
                <p:cNvGrpSpPr/>
                <p:nvPr/>
              </p:nvGrpSpPr>
              <p:grpSpPr>
                <a:xfrm>
                  <a:off x="636038" y="1781175"/>
                  <a:ext cx="10919924" cy="2102161"/>
                  <a:chOff x="984413" y="1781175"/>
                  <a:chExt cx="10919924" cy="2102161"/>
                </a:xfrm>
              </p:grpSpPr>
              <p:grpSp>
                <p:nvGrpSpPr>
                  <p:cNvPr id="31" name="Group 30"/>
                  <p:cNvGrpSpPr/>
                  <p:nvPr/>
                </p:nvGrpSpPr>
                <p:grpSpPr>
                  <a:xfrm>
                    <a:off x="984413" y="1781175"/>
                    <a:ext cx="2307898" cy="2102161"/>
                    <a:chOff x="984413" y="1781175"/>
                    <a:chExt cx="2307898" cy="2102161"/>
                  </a:xfrm>
                </p:grpSpPr>
                <p:sp>
                  <p:nvSpPr>
                    <p:cNvPr id="3" name="Oval 2"/>
                    <p:cNvSpPr/>
                    <p:nvPr>
                      <p:custDataLst>
                        <p:tags r:id="rId4"/>
                      </p:custDataLst>
                    </p:nvPr>
                  </p:nvSpPr>
                  <p:spPr>
                    <a:xfrm>
                      <a:off x="1681163" y="1781175"/>
                      <a:ext cx="914400" cy="914400"/>
                    </a:xfrm>
                    <a:prstGeom prst="ellipse">
                      <a:avLst/>
                    </a:prstGeom>
                    <a:solidFill>
                      <a:schemeClr val="bg1"/>
                    </a:solidFill>
                    <a:ln>
                      <a:gradFill>
                        <a:gsLst>
                          <a:gs pos="0">
                            <a:schemeClr val="accent6"/>
                          </a:gs>
                          <a:gs pos="36000">
                            <a:schemeClr val="accent5"/>
                          </a:gs>
                          <a:gs pos="68000">
                            <a:schemeClr val="accent4"/>
                          </a:gs>
                          <a:gs pos="100000">
                            <a:schemeClr val="bg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p:cNvSpPr txBox="1"/>
                    <p:nvPr>
                      <p:custDataLst>
                        <p:tags r:id="rId5"/>
                      </p:custDataLst>
                    </p:nvPr>
                  </p:nvSpPr>
                  <p:spPr>
                    <a:xfrm>
                      <a:off x="984413" y="2821507"/>
                      <a:ext cx="2307898" cy="1061829"/>
                    </a:xfrm>
                    <a:prstGeom prst="rect">
                      <a:avLst/>
                    </a:prstGeom>
                    <a:noFill/>
                  </p:spPr>
                  <p:txBody>
                    <a:bodyPr wrap="square">
                      <a:spAutoFit/>
                    </a:bodyPr>
                    <a:lstStyle/>
                    <a:p>
                      <a:pPr algn="ctr">
                        <a:spcAft>
                          <a:spcPts val="600"/>
                        </a:spcAft>
                      </a:pPr>
                      <a:r>
                        <a:rPr lang="en-US" sz="1600" b="1" i="0" dirty="0">
                          <a:solidFill>
                            <a:schemeClr val="bg1"/>
                          </a:solidFill>
                          <a:effectLst/>
                          <a:latin typeface="Montserrat" panose="00000500000000000000" pitchFamily="2" charset="0"/>
                        </a:rPr>
                        <a:t>Location</a:t>
                      </a:r>
                      <a:endParaRPr lang="en-US" sz="1600" dirty="0">
                        <a:solidFill>
                          <a:schemeClr val="bg1"/>
                        </a:solidFill>
                        <a:latin typeface="Montserrat" panose="00000500000000000000" pitchFamily="2" charset="0"/>
                      </a:endParaRPr>
                    </a:p>
                    <a:p>
                      <a:pPr algn="ctr">
                        <a:spcAft>
                          <a:spcPts val="600"/>
                        </a:spcAft>
                      </a:pPr>
                      <a:r>
                        <a:rPr lang="en-US" sz="1400" b="0" i="0" dirty="0">
                          <a:solidFill>
                            <a:schemeClr val="bg1"/>
                          </a:solidFill>
                          <a:effectLst/>
                          <a:latin typeface="Montserrat" panose="00000500000000000000" pitchFamily="2" charset="0"/>
                        </a:rPr>
                        <a:t>Matches hosted across major cricket stadiums in India.</a:t>
                      </a:r>
                      <a:endParaRPr lang="en-IN" sz="1400" dirty="0">
                        <a:solidFill>
                          <a:schemeClr val="bg1"/>
                        </a:solidFill>
                        <a:latin typeface="Montserrat" panose="00000500000000000000" pitchFamily="2" charset="0"/>
                      </a:endParaRPr>
                    </a:p>
                  </p:txBody>
                </p:sp>
              </p:grpSp>
              <p:grpSp>
                <p:nvGrpSpPr>
                  <p:cNvPr id="30" name="Group 29"/>
                  <p:cNvGrpSpPr/>
                  <p:nvPr/>
                </p:nvGrpSpPr>
                <p:grpSpPr>
                  <a:xfrm>
                    <a:off x="3855088" y="1781175"/>
                    <a:ext cx="2307898" cy="1886718"/>
                    <a:chOff x="4942050" y="1781175"/>
                    <a:chExt cx="2307898" cy="1886718"/>
                  </a:xfrm>
                </p:grpSpPr>
                <p:sp>
                  <p:nvSpPr>
                    <p:cNvPr id="5" name="Oval 4"/>
                    <p:cNvSpPr/>
                    <p:nvPr>
                      <p:custDataLst>
                        <p:tags r:id="rId6"/>
                      </p:custDataLst>
                    </p:nvPr>
                  </p:nvSpPr>
                  <p:spPr>
                    <a:xfrm>
                      <a:off x="5638801" y="1781175"/>
                      <a:ext cx="914400" cy="914400"/>
                    </a:xfrm>
                    <a:prstGeom prst="ellipse">
                      <a:avLst/>
                    </a:prstGeom>
                    <a:solidFill>
                      <a:schemeClr val="bg1"/>
                    </a:solidFill>
                    <a:ln>
                      <a:gradFill>
                        <a:gsLst>
                          <a:gs pos="0">
                            <a:schemeClr val="accent6"/>
                          </a:gs>
                          <a:gs pos="36000">
                            <a:schemeClr val="accent5"/>
                          </a:gs>
                          <a:gs pos="68000">
                            <a:schemeClr val="accent4"/>
                          </a:gs>
                          <a:gs pos="100000">
                            <a:schemeClr val="bg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p:cNvSpPr txBox="1"/>
                    <p:nvPr>
                      <p:custDataLst>
                        <p:tags r:id="rId7"/>
                      </p:custDataLst>
                    </p:nvPr>
                  </p:nvSpPr>
                  <p:spPr>
                    <a:xfrm>
                      <a:off x="4942050" y="2821507"/>
                      <a:ext cx="2307898" cy="846386"/>
                    </a:xfrm>
                    <a:prstGeom prst="rect">
                      <a:avLst/>
                    </a:prstGeom>
                    <a:noFill/>
                  </p:spPr>
                  <p:txBody>
                    <a:bodyPr wrap="square">
                      <a:spAutoFit/>
                    </a:bodyPr>
                    <a:lstStyle/>
                    <a:p>
                      <a:pPr algn="ctr">
                        <a:spcAft>
                          <a:spcPts val="600"/>
                        </a:spcAft>
                      </a:pPr>
                      <a:r>
                        <a:rPr lang="en-US" sz="1600" b="1" i="0" dirty="0">
                          <a:solidFill>
                            <a:schemeClr val="bg1"/>
                          </a:solidFill>
                          <a:effectLst/>
                          <a:latin typeface="Montserrat" panose="00000500000000000000" pitchFamily="2" charset="0"/>
                        </a:rPr>
                        <a:t>Teams</a:t>
                      </a:r>
                      <a:endParaRPr lang="en-US" sz="1600" dirty="0">
                        <a:solidFill>
                          <a:schemeClr val="bg1"/>
                        </a:solidFill>
                        <a:latin typeface="Montserrat" panose="00000500000000000000" pitchFamily="2" charset="0"/>
                      </a:endParaRPr>
                    </a:p>
                    <a:p>
                      <a:pPr algn="ctr">
                        <a:spcAft>
                          <a:spcPts val="600"/>
                        </a:spcAft>
                      </a:pPr>
                      <a:r>
                        <a:rPr lang="en-US" sz="1400" b="0" i="0" dirty="0">
                          <a:solidFill>
                            <a:schemeClr val="bg1"/>
                          </a:solidFill>
                          <a:effectLst/>
                          <a:latin typeface="Montserrat" panose="00000500000000000000" pitchFamily="2" charset="0"/>
                        </a:rPr>
                        <a:t>Ten city-based teams compete fiercely.</a:t>
                      </a:r>
                      <a:endParaRPr lang="en-IN" sz="1200" dirty="0">
                        <a:solidFill>
                          <a:schemeClr val="bg1"/>
                        </a:solidFill>
                        <a:latin typeface="Montserrat" panose="00000500000000000000" pitchFamily="2" charset="0"/>
                      </a:endParaRPr>
                    </a:p>
                  </p:txBody>
                </p:sp>
              </p:grpSp>
              <p:grpSp>
                <p:nvGrpSpPr>
                  <p:cNvPr id="29" name="Group 28"/>
                  <p:cNvGrpSpPr/>
                  <p:nvPr/>
                </p:nvGrpSpPr>
                <p:grpSpPr>
                  <a:xfrm>
                    <a:off x="6725763" y="1781175"/>
                    <a:ext cx="2307898" cy="2102161"/>
                    <a:chOff x="7775738" y="1781175"/>
                    <a:chExt cx="2307898" cy="2102161"/>
                  </a:xfrm>
                </p:grpSpPr>
                <p:sp>
                  <p:nvSpPr>
                    <p:cNvPr id="7" name="Oval 6"/>
                    <p:cNvSpPr/>
                    <p:nvPr>
                      <p:custDataLst>
                        <p:tags r:id="rId8"/>
                      </p:custDataLst>
                    </p:nvPr>
                  </p:nvSpPr>
                  <p:spPr>
                    <a:xfrm>
                      <a:off x="8472488" y="1781175"/>
                      <a:ext cx="914400" cy="914400"/>
                    </a:xfrm>
                    <a:prstGeom prst="ellipse">
                      <a:avLst/>
                    </a:prstGeom>
                    <a:solidFill>
                      <a:schemeClr val="bg1"/>
                    </a:solidFill>
                    <a:ln>
                      <a:gradFill>
                        <a:gsLst>
                          <a:gs pos="0">
                            <a:schemeClr val="accent6"/>
                          </a:gs>
                          <a:gs pos="36000">
                            <a:schemeClr val="accent5"/>
                          </a:gs>
                          <a:gs pos="68000">
                            <a:schemeClr val="accent4"/>
                          </a:gs>
                          <a:gs pos="100000">
                            <a:schemeClr val="bg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p:cNvSpPr txBox="1"/>
                    <p:nvPr>
                      <p:custDataLst>
                        <p:tags r:id="rId9"/>
                      </p:custDataLst>
                    </p:nvPr>
                  </p:nvSpPr>
                  <p:spPr>
                    <a:xfrm>
                      <a:off x="7775738" y="2821507"/>
                      <a:ext cx="2307898" cy="1061829"/>
                    </a:xfrm>
                    <a:prstGeom prst="rect">
                      <a:avLst/>
                    </a:prstGeom>
                    <a:noFill/>
                  </p:spPr>
                  <p:txBody>
                    <a:bodyPr wrap="square">
                      <a:spAutoFit/>
                    </a:bodyPr>
                    <a:lstStyle/>
                    <a:p>
                      <a:pPr algn="ctr">
                        <a:spcAft>
                          <a:spcPts val="600"/>
                        </a:spcAft>
                      </a:pPr>
                      <a:r>
                        <a:rPr lang="en-US" sz="1600" b="1" dirty="0">
                          <a:solidFill>
                            <a:schemeClr val="bg1"/>
                          </a:solidFill>
                          <a:latin typeface="Montserrat" panose="00000500000000000000" pitchFamily="2" charset="0"/>
                        </a:rPr>
                        <a:t>Format</a:t>
                      </a:r>
                      <a:endParaRPr lang="en-US" sz="1600" b="1" dirty="0">
                        <a:solidFill>
                          <a:schemeClr val="bg1"/>
                        </a:solidFill>
                        <a:latin typeface="Montserrat" panose="00000500000000000000" pitchFamily="2" charset="0"/>
                      </a:endParaRPr>
                    </a:p>
                    <a:p>
                      <a:pPr algn="ctr">
                        <a:spcAft>
                          <a:spcPts val="600"/>
                        </a:spcAft>
                      </a:pPr>
                      <a:r>
                        <a:rPr lang="en-US" sz="1400" dirty="0">
                          <a:solidFill>
                            <a:schemeClr val="bg1"/>
                          </a:solidFill>
                          <a:latin typeface="Montserrat" panose="00000500000000000000" pitchFamily="2" charset="0"/>
                        </a:rPr>
                        <a:t>Twenty20 cricket, offering fast-paced, exciting matches.</a:t>
                      </a:r>
                      <a:endParaRPr lang="en-IN" sz="1400" dirty="0">
                        <a:solidFill>
                          <a:schemeClr val="bg1"/>
                        </a:solidFill>
                        <a:latin typeface="Montserrat" panose="00000500000000000000" pitchFamily="2" charset="0"/>
                      </a:endParaRPr>
                    </a:p>
                  </p:txBody>
                </p:sp>
              </p:grpSp>
              <p:grpSp>
                <p:nvGrpSpPr>
                  <p:cNvPr id="28" name="Group 27"/>
                  <p:cNvGrpSpPr/>
                  <p:nvPr/>
                </p:nvGrpSpPr>
                <p:grpSpPr>
                  <a:xfrm>
                    <a:off x="9596439" y="1781175"/>
                    <a:ext cx="2307898" cy="2102161"/>
                    <a:chOff x="9596439" y="1781175"/>
                    <a:chExt cx="2307898" cy="2102161"/>
                  </a:xfrm>
                </p:grpSpPr>
                <p:sp>
                  <p:nvSpPr>
                    <p:cNvPr id="26" name="Oval 25"/>
                    <p:cNvSpPr/>
                    <p:nvPr>
                      <p:custDataLst>
                        <p:tags r:id="rId10"/>
                      </p:custDataLst>
                    </p:nvPr>
                  </p:nvSpPr>
                  <p:spPr>
                    <a:xfrm>
                      <a:off x="10293189" y="1781175"/>
                      <a:ext cx="914400" cy="914400"/>
                    </a:xfrm>
                    <a:prstGeom prst="ellipse">
                      <a:avLst/>
                    </a:prstGeom>
                    <a:solidFill>
                      <a:schemeClr val="bg1"/>
                    </a:solidFill>
                    <a:ln>
                      <a:gradFill>
                        <a:gsLst>
                          <a:gs pos="0">
                            <a:schemeClr val="accent6"/>
                          </a:gs>
                          <a:gs pos="36000">
                            <a:schemeClr val="accent5"/>
                          </a:gs>
                          <a:gs pos="68000">
                            <a:schemeClr val="accent4"/>
                          </a:gs>
                          <a:gs pos="100000">
                            <a:schemeClr val="bg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p:cNvSpPr txBox="1"/>
                    <p:nvPr>
                      <p:custDataLst>
                        <p:tags r:id="rId11"/>
                      </p:custDataLst>
                    </p:nvPr>
                  </p:nvSpPr>
                  <p:spPr>
                    <a:xfrm>
                      <a:off x="9596439" y="2821507"/>
                      <a:ext cx="2307898" cy="1061829"/>
                    </a:xfrm>
                    <a:prstGeom prst="rect">
                      <a:avLst/>
                    </a:prstGeom>
                    <a:noFill/>
                  </p:spPr>
                  <p:txBody>
                    <a:bodyPr wrap="square">
                      <a:spAutoFit/>
                    </a:bodyPr>
                    <a:lstStyle/>
                    <a:p>
                      <a:pPr algn="ctr">
                        <a:spcAft>
                          <a:spcPts val="600"/>
                        </a:spcAft>
                      </a:pPr>
                      <a:r>
                        <a:rPr lang="en-US" sz="1600" b="1" dirty="0">
                          <a:solidFill>
                            <a:schemeClr val="bg1"/>
                          </a:solidFill>
                          <a:latin typeface="Montserrat" panose="00000500000000000000" pitchFamily="2" charset="0"/>
                        </a:rPr>
                        <a:t>Schedule</a:t>
                      </a:r>
                      <a:endParaRPr lang="en-US" sz="1600" b="1" dirty="0">
                        <a:solidFill>
                          <a:schemeClr val="bg1"/>
                        </a:solidFill>
                        <a:latin typeface="Montserrat" panose="00000500000000000000" pitchFamily="2" charset="0"/>
                      </a:endParaRPr>
                    </a:p>
                    <a:p>
                      <a:pPr algn="ctr">
                        <a:spcAft>
                          <a:spcPts val="600"/>
                        </a:spcAft>
                      </a:pPr>
                      <a:r>
                        <a:rPr lang="en-US" sz="1400" dirty="0">
                          <a:solidFill>
                            <a:schemeClr val="bg1"/>
                          </a:solidFill>
                          <a:latin typeface="Montserrat" panose="00000500000000000000" pitchFamily="2" charset="0"/>
                        </a:rPr>
                        <a:t>Typically spans over two months, April to May.</a:t>
                      </a:r>
                      <a:endParaRPr lang="en-IN" sz="1400" dirty="0">
                        <a:solidFill>
                          <a:schemeClr val="bg1"/>
                        </a:solidFill>
                        <a:latin typeface="Montserrat" panose="00000500000000000000" pitchFamily="2" charset="0"/>
                      </a:endParaRPr>
                    </a:p>
                  </p:txBody>
                </p:sp>
              </p:grpSp>
            </p:grpSp>
            <p:pic>
              <p:nvPicPr>
                <p:cNvPr id="4098" name="Picture 2" descr="Location - Free signs icons"/>
                <p:cNvPicPr>
                  <a:picLocks noChangeAspect="1" noChangeArrowheads="1"/>
                </p:cNvPicPr>
                <p:nvPr>
                  <p:custDataLst>
                    <p:tags r:id="rId12"/>
                  </p:custDataLst>
                </p:nvPr>
              </p:nvPicPr>
              <p:blipFill>
                <a:blip r:embed="rId13" cstate="screen"/>
                <a:srcRect/>
                <a:stretch>
                  <a:fillRect/>
                </a:stretch>
              </p:blipFill>
              <p:spPr bwMode="auto">
                <a:xfrm>
                  <a:off x="1509541" y="1957928"/>
                  <a:ext cx="560894" cy="560894"/>
                </a:xfrm>
                <a:prstGeom prst="rect">
                  <a:avLst/>
                </a:prstGeom>
                <a:noFill/>
                <a:extLst>
                  <a:ext uri="{909E8E84-426E-40DD-AFC4-6F175D3DCCD1}">
                    <a14:hiddenFill xmlns:a14="http://schemas.microsoft.com/office/drawing/2010/main">
                      <a:solidFill>
                        <a:srgbClr val="FFFFFF"/>
                      </a:solidFill>
                    </a14:hiddenFill>
                  </a:ext>
                </a:extLst>
              </p:spPr>
            </p:pic>
          </p:grpSp>
          <p:pic>
            <p:nvPicPr>
              <p:cNvPr id="4100" name="Picture 4" descr="Team icons for free download | Freepik"/>
              <p:cNvPicPr>
                <a:picLocks noChangeAspect="1" noChangeArrowheads="1"/>
              </p:cNvPicPr>
              <p:nvPr>
                <p:custDataLst>
                  <p:tags r:id="rId14"/>
                </p:custDataLst>
              </p:nvPr>
            </p:nvPicPr>
            <p:blipFill>
              <a:blip r:embed="rId15" cstate="screen"/>
              <a:srcRect/>
              <a:stretch>
                <a:fillRect/>
              </a:stretch>
            </p:blipFill>
            <p:spPr bwMode="auto">
              <a:xfrm>
                <a:off x="4314942" y="1892653"/>
                <a:ext cx="691445" cy="691445"/>
              </a:xfrm>
              <a:prstGeom prst="rect">
                <a:avLst/>
              </a:prstGeom>
              <a:noFill/>
              <a:extLst>
                <a:ext uri="{909E8E84-426E-40DD-AFC4-6F175D3DCCD1}">
                  <a14:hiddenFill xmlns:a14="http://schemas.microsoft.com/office/drawing/2010/main">
                    <a:solidFill>
                      <a:srgbClr val="FFFFFF"/>
                    </a:solidFill>
                  </a14:hiddenFill>
                </a:ext>
              </a:extLst>
            </p:spPr>
          </p:pic>
        </p:grpSp>
        <p:pic>
          <p:nvPicPr>
            <p:cNvPr id="4104" name="Picture 8" descr="Sports Cricket Vector Icons free download in SVG, PNG Format"/>
            <p:cNvPicPr>
              <a:picLocks noChangeAspect="1" noChangeArrowheads="1"/>
            </p:cNvPicPr>
            <p:nvPr>
              <p:custDataLst>
                <p:tags r:id="rId16"/>
              </p:custDataLst>
            </p:nvPr>
          </p:nvPicPr>
          <p:blipFill>
            <a:blip r:embed="rId17" cstate="screen"/>
            <a:srcRect/>
            <a:stretch>
              <a:fillRect/>
            </a:stretch>
          </p:blipFill>
          <p:spPr bwMode="auto">
            <a:xfrm>
              <a:off x="7254086" y="1961123"/>
              <a:ext cx="554504" cy="554504"/>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Schedule Generic Detailed Outline icon"/>
            <p:cNvPicPr>
              <a:picLocks noChangeAspect="1" noChangeArrowheads="1"/>
            </p:cNvPicPr>
            <p:nvPr>
              <p:custDataLst>
                <p:tags r:id="rId18"/>
              </p:custDataLst>
            </p:nvPr>
          </p:nvPicPr>
          <p:blipFill>
            <a:blip r:embed="rId19" cstate="screen"/>
            <a:srcRect/>
            <a:stretch>
              <a:fillRect/>
            </a:stretch>
          </p:blipFill>
          <p:spPr bwMode="auto">
            <a:xfrm>
              <a:off x="10120802" y="1957163"/>
              <a:ext cx="562425" cy="562425"/>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1"/>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p:cNvGrpSpPr/>
          <p:nvPr/>
        </p:nvGrpSpPr>
        <p:grpSpPr>
          <a:xfrm>
            <a:off x="6477000" y="1836577"/>
            <a:ext cx="5048250" cy="4892576"/>
            <a:chOff x="1047750" y="1989662"/>
            <a:chExt cx="5048250" cy="4892576"/>
          </a:xfrm>
        </p:grpSpPr>
        <p:sp>
          <p:nvSpPr>
            <p:cNvPr id="4" name="TextBox 3"/>
            <p:cNvSpPr txBox="1"/>
            <p:nvPr/>
          </p:nvSpPr>
          <p:spPr>
            <a:xfrm>
              <a:off x="1047750" y="2635993"/>
              <a:ext cx="5048250" cy="4246245"/>
            </a:xfrm>
            <a:prstGeom prst="rect">
              <a:avLst/>
            </a:prstGeom>
            <a:noFill/>
          </p:spPr>
          <p:txBody>
            <a:bodyPr wrap="square">
              <a:spAutoFit/>
            </a:bodyPr>
            <a:lstStyle/>
            <a:p>
              <a:pPr algn="just">
                <a:lnSpc>
                  <a:spcPct val="150000"/>
                </a:lnSpc>
              </a:pPr>
              <a:r>
                <a:rPr lang="en-US" altLang="en-US" dirty="0">
                  <a:solidFill>
                    <a:schemeClr val="bg1"/>
                  </a:solidFill>
                  <a:latin typeface="Montserrat" panose="00000500000000000000" pitchFamily="2" charset="0"/>
                </a:rPr>
                <a:t>This project analyzes Indian Premier League (IPL) data—matches and deliveries—to uncover performance patterns, key success factors, and trends over seasons. Using Power BI, we built an interactive dashboard that enables stakeholders (team managers, analysts, broadcasters, and fans) to explore: </a:t>
              </a:r>
              <a:endParaRPr lang="en-US" altLang="en-US" dirty="0">
                <a:solidFill>
                  <a:schemeClr val="bg1"/>
                </a:solidFill>
                <a:latin typeface="Montserrat" panose="00000500000000000000" pitchFamily="2" charset="0"/>
              </a:endParaRPr>
            </a:p>
            <a:p>
              <a:pPr marL="285750" indent="-285750" algn="just">
                <a:lnSpc>
                  <a:spcPct val="150000"/>
                </a:lnSpc>
                <a:buFont typeface="Arial" panose="020B0604020202020204" pitchFamily="34" charset="0"/>
                <a:buChar char="•"/>
              </a:pPr>
              <a:r>
                <a:rPr lang="en-US" altLang="en-US" dirty="0">
                  <a:solidFill>
                    <a:schemeClr val="bg1"/>
                  </a:solidFill>
                  <a:latin typeface="Montserrat" panose="00000500000000000000" pitchFamily="2" charset="0"/>
                </a:rPr>
                <a:t>Top teams and players </a:t>
              </a:r>
              <a:endParaRPr lang="en-US" altLang="en-US" dirty="0">
                <a:solidFill>
                  <a:schemeClr val="bg1"/>
                </a:solidFill>
                <a:latin typeface="Montserrat" panose="00000500000000000000" pitchFamily="2" charset="0"/>
              </a:endParaRPr>
            </a:p>
            <a:p>
              <a:pPr marL="285750" indent="-285750" algn="just">
                <a:lnSpc>
                  <a:spcPct val="150000"/>
                </a:lnSpc>
                <a:buFont typeface="Arial" panose="020B0604020202020204" pitchFamily="34" charset="0"/>
                <a:buChar char="•"/>
              </a:pPr>
              <a:r>
                <a:rPr lang="en-US" altLang="en-US" dirty="0">
                  <a:solidFill>
                    <a:schemeClr val="bg1"/>
                  </a:solidFill>
                  <a:latin typeface="Montserrat" panose="00000500000000000000" pitchFamily="2" charset="0"/>
                </a:rPr>
                <a:t>Impact of toss decisions and venues </a:t>
              </a:r>
              <a:endParaRPr lang="en-US" altLang="en-US" dirty="0">
                <a:solidFill>
                  <a:schemeClr val="bg1"/>
                </a:solidFill>
                <a:latin typeface="Montserrat" panose="00000500000000000000" pitchFamily="2" charset="0"/>
              </a:endParaRPr>
            </a:p>
            <a:p>
              <a:pPr marL="285750" indent="-285750" algn="just">
                <a:lnSpc>
                  <a:spcPct val="150000"/>
                </a:lnSpc>
                <a:buFont typeface="Arial" panose="020B0604020202020204" pitchFamily="34" charset="0"/>
                <a:buChar char="•"/>
              </a:pPr>
              <a:r>
                <a:rPr lang="en-US" altLang="en-US" dirty="0">
                  <a:solidFill>
                    <a:schemeClr val="bg1"/>
                  </a:solidFill>
                  <a:latin typeface="Montserrat" panose="00000500000000000000" pitchFamily="2" charset="0"/>
                </a:rPr>
                <a:t>Performance evolution over time </a:t>
              </a:r>
              <a:endParaRPr lang="en-US" altLang="en-US" dirty="0">
                <a:solidFill>
                  <a:schemeClr val="bg1"/>
                </a:solidFill>
                <a:latin typeface="Montserrat" panose="00000500000000000000" pitchFamily="2" charset="0"/>
              </a:endParaRPr>
            </a:p>
          </p:txBody>
        </p:sp>
        <p:sp>
          <p:nvSpPr>
            <p:cNvPr id="11" name="TextBox 10"/>
            <p:cNvSpPr txBox="1"/>
            <p:nvPr/>
          </p:nvSpPr>
          <p:spPr>
            <a:xfrm>
              <a:off x="1047750" y="1989662"/>
              <a:ext cx="5048250" cy="645160"/>
            </a:xfrm>
            <a:prstGeom prst="rect">
              <a:avLst/>
            </a:prstGeom>
            <a:noFill/>
          </p:spPr>
          <p:txBody>
            <a:bodyPr wrap="square">
              <a:spAutoFit/>
            </a:bodyPr>
            <a:lstStyle/>
            <a:p>
              <a:r>
                <a:rPr lang="en-IN" sz="3600" b="1" dirty="0">
                  <a:solidFill>
                    <a:schemeClr val="accent2"/>
                  </a:solidFill>
                  <a:latin typeface="Montserrat" panose="00000500000000000000" pitchFamily="2" charset="0"/>
                </a:rPr>
                <a:t>Objective</a:t>
              </a:r>
              <a:endParaRPr lang="en-IN" sz="3600" b="1" dirty="0">
                <a:solidFill>
                  <a:schemeClr val="accent2"/>
                </a:solidFill>
                <a:latin typeface="Montserrat" panose="00000500000000000000" pitchFamily="2" charset="0"/>
              </a:endParaRPr>
            </a:p>
          </p:txBody>
        </p:sp>
      </p:grpSp>
      <p:pic>
        <p:nvPicPr>
          <p:cNvPr id="3627" name="Picture 3626" descr="A colorful lines on a black background&#10;&#10;Description automatically generated"/>
          <p:cNvPicPr>
            <a:picLocks noChangeAspect="1"/>
          </p:cNvPicPr>
          <p:nvPr/>
        </p:nvPicPr>
        <p:blipFill>
          <a:blip r:embed="rId2" cstate="screen">
            <a:alphaModFix amt="90000"/>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p:cNvPicPr>
            <a:picLocks noChangeAspect="1"/>
          </p:cNvPicPr>
          <p:nvPr/>
        </p:nvPicPr>
        <p:blipFill>
          <a:blip r:embed="rId2" cstate="screen">
            <a:alphaModFix amt="43000"/>
          </a:blip>
          <a:stretch>
            <a:fillRect/>
          </a:stretch>
        </p:blipFill>
        <p:spPr>
          <a:xfrm rot="10800000">
            <a:off x="0" y="5294506"/>
            <a:ext cx="2748938" cy="1563494"/>
          </a:xfrm>
          <a:prstGeom prst="rect">
            <a:avLst/>
          </a:prstGeom>
        </p:spPr>
      </p:pic>
      <p:pic>
        <p:nvPicPr>
          <p:cNvPr id="17" name="Picture Placeholder 16" descr="A large stadium with people in the middle&#10;&#10;AI-generated content may be incorrect."/>
          <p:cNvPicPr>
            <a:picLocks noGrp="1" noChangeAspect="1"/>
          </p:cNvPicPr>
          <p:nvPr/>
        </p:nvPicPr>
        <p:blipFill>
          <a:blip r:embed="rId3" cstate="screen"/>
          <a:srcRect/>
          <a:stretch>
            <a:fillRect/>
          </a:stretch>
        </p:blipFill>
        <p:spPr>
          <a:xfrm>
            <a:off x="647424" y="1563619"/>
            <a:ext cx="4882648" cy="4260865"/>
          </a:xfrm>
          <a:custGeom>
            <a:avLst/>
            <a:gdLst>
              <a:gd name="connsiteX0" fmla="*/ 421996 w 4882648"/>
              <a:gd name="connsiteY0" fmla="*/ 0 h 4260865"/>
              <a:gd name="connsiteX1" fmla="*/ 4460652 w 4882648"/>
              <a:gd name="connsiteY1" fmla="*/ 0 h 4260865"/>
              <a:gd name="connsiteX2" fmla="*/ 4882648 w 4882648"/>
              <a:gd name="connsiteY2" fmla="*/ 421996 h 4260865"/>
              <a:gd name="connsiteX3" fmla="*/ 4882648 w 4882648"/>
              <a:gd name="connsiteY3" fmla="*/ 3838869 h 4260865"/>
              <a:gd name="connsiteX4" fmla="*/ 4460652 w 4882648"/>
              <a:gd name="connsiteY4" fmla="*/ 4260865 h 4260865"/>
              <a:gd name="connsiteX5" fmla="*/ 421996 w 4882648"/>
              <a:gd name="connsiteY5" fmla="*/ 4260865 h 4260865"/>
              <a:gd name="connsiteX6" fmla="*/ 0 w 4882648"/>
              <a:gd name="connsiteY6" fmla="*/ 3838869 h 4260865"/>
              <a:gd name="connsiteX7" fmla="*/ 0 w 4882648"/>
              <a:gd name="connsiteY7" fmla="*/ 421996 h 4260865"/>
              <a:gd name="connsiteX8" fmla="*/ 421996 w 4882648"/>
              <a:gd name="connsiteY8" fmla="*/ 0 h 4260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82648" h="4260865">
                <a:moveTo>
                  <a:pt x="421996" y="0"/>
                </a:moveTo>
                <a:lnTo>
                  <a:pt x="4460652" y="0"/>
                </a:lnTo>
                <a:cubicBezTo>
                  <a:pt x="4693714" y="0"/>
                  <a:pt x="4882648" y="188934"/>
                  <a:pt x="4882648" y="421996"/>
                </a:cubicBezTo>
                <a:lnTo>
                  <a:pt x="4882648" y="3838869"/>
                </a:lnTo>
                <a:cubicBezTo>
                  <a:pt x="4882648" y="4071931"/>
                  <a:pt x="4693714" y="4260865"/>
                  <a:pt x="4460652" y="4260865"/>
                </a:cubicBezTo>
                <a:lnTo>
                  <a:pt x="421996" y="4260865"/>
                </a:lnTo>
                <a:cubicBezTo>
                  <a:pt x="188934" y="4260865"/>
                  <a:pt x="0" y="4071931"/>
                  <a:pt x="0" y="3838869"/>
                </a:cubicBezTo>
                <a:lnTo>
                  <a:pt x="0" y="421996"/>
                </a:lnTo>
                <a:cubicBezTo>
                  <a:pt x="0" y="188934"/>
                  <a:pt x="188934" y="0"/>
                  <a:pt x="421996" y="0"/>
                </a:cubicBezTo>
                <a:close/>
              </a:path>
            </a:pathLst>
          </a:custGeom>
          <a:ln w="50800">
            <a:noFill/>
          </a:ln>
          <a:effectLst>
            <a:outerShdw blurRad="63500" algn="ctr" rotWithShape="0">
              <a:prstClr val="black">
                <a:alpha val="20000"/>
              </a:prst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5" name="Rectangle: Rounded Corners 7"/>
          <p:cNvSpPr/>
          <p:nvPr/>
        </p:nvSpPr>
        <p:spPr>
          <a:xfrm>
            <a:off x="6557962" y="6070580"/>
            <a:ext cx="4479834" cy="755703"/>
          </a:xfrm>
          <a:prstGeom prst="roundRect">
            <a:avLst>
              <a:gd name="adj" fmla="val 50000"/>
            </a:avLst>
          </a:prstGeom>
          <a:solidFill>
            <a:srgbClr val="212848"/>
          </a:solidFill>
          <a:ln>
            <a:gradFill>
              <a:gsLst>
                <a:gs pos="0">
                  <a:schemeClr val="accent6"/>
                </a:gs>
                <a:gs pos="36000">
                  <a:schemeClr val="accent5"/>
                </a:gs>
                <a:gs pos="68000">
                  <a:schemeClr val="accent4"/>
                </a:gs>
                <a:gs pos="100000">
                  <a:schemeClr val="bg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en-IN"/>
          </a:p>
        </p:txBody>
      </p:sp>
      <p:pic>
        <p:nvPicPr>
          <p:cNvPr id="2" name="Picture 2"/>
          <p:cNvPicPr>
            <a:picLocks noChangeAspect="1" noChangeArrowheads="1"/>
          </p:cNvPicPr>
          <p:nvPr/>
        </p:nvPicPr>
        <p:blipFill>
          <a:blip r:embed="rId1"/>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p:cNvPicPr>
            <a:picLocks noChangeAspect="1"/>
          </p:cNvPicPr>
          <p:nvPr/>
        </p:nvPicPr>
        <p:blipFill>
          <a:blip r:embed="rId2" cstate="screen">
            <a:alphaModFix amt="90000"/>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p:cNvPicPr>
            <a:picLocks noChangeAspect="1"/>
          </p:cNvPicPr>
          <p:nvPr/>
        </p:nvPicPr>
        <p:blipFill>
          <a:blip r:embed="rId2" cstate="screen">
            <a:alphaModFix amt="43000"/>
          </a:blip>
          <a:stretch>
            <a:fillRect/>
          </a:stretch>
        </p:blipFill>
        <p:spPr>
          <a:xfrm rot="10800000">
            <a:off x="0" y="5294506"/>
            <a:ext cx="2748938" cy="1563494"/>
          </a:xfrm>
          <a:prstGeom prst="rect">
            <a:avLst/>
          </a:prstGeom>
        </p:spPr>
      </p:pic>
      <p:sp>
        <p:nvSpPr>
          <p:cNvPr id="3" name="TextBox 2"/>
          <p:cNvSpPr txBox="1"/>
          <p:nvPr/>
        </p:nvSpPr>
        <p:spPr>
          <a:xfrm>
            <a:off x="0" y="538094"/>
            <a:ext cx="12192000" cy="646331"/>
          </a:xfrm>
          <a:prstGeom prst="rect">
            <a:avLst/>
          </a:prstGeom>
          <a:noFill/>
        </p:spPr>
        <p:txBody>
          <a:bodyPr wrap="square">
            <a:spAutoFit/>
          </a:bodyPr>
          <a:lstStyle/>
          <a:p>
            <a:pPr algn="ctr"/>
            <a:r>
              <a:rPr lang="en-US" sz="3600" b="1" i="0" dirty="0">
                <a:solidFill>
                  <a:schemeClr val="accent2"/>
                </a:solidFill>
                <a:effectLst/>
                <a:latin typeface="Montserrat" panose="00000500000000000000" pitchFamily="2" charset="0"/>
              </a:rPr>
              <a:t>Team Playing</a:t>
            </a:r>
            <a:endParaRPr lang="en-IN" sz="3600" b="1" dirty="0">
              <a:solidFill>
                <a:schemeClr val="accent2"/>
              </a:solidFill>
              <a:latin typeface="Montserrat" panose="00000500000000000000" pitchFamily="2" charset="0"/>
            </a:endParaRPr>
          </a:p>
        </p:txBody>
      </p:sp>
      <p:grpSp>
        <p:nvGrpSpPr>
          <p:cNvPr id="28" name="Group 27"/>
          <p:cNvGrpSpPr/>
          <p:nvPr/>
        </p:nvGrpSpPr>
        <p:grpSpPr>
          <a:xfrm>
            <a:off x="1154204" y="1187468"/>
            <a:ext cx="9883592" cy="4722163"/>
            <a:chOff x="1154204" y="1572278"/>
            <a:chExt cx="9883592" cy="4722163"/>
          </a:xfrm>
        </p:grpSpPr>
        <p:grpSp>
          <p:nvGrpSpPr>
            <p:cNvPr id="24" name="Group 23"/>
            <p:cNvGrpSpPr/>
            <p:nvPr/>
          </p:nvGrpSpPr>
          <p:grpSpPr>
            <a:xfrm>
              <a:off x="1154204" y="1572278"/>
              <a:ext cx="9883592" cy="4722163"/>
              <a:chOff x="1154204" y="1572278"/>
              <a:chExt cx="9883592" cy="4722163"/>
            </a:xfrm>
          </p:grpSpPr>
          <p:grpSp>
            <p:nvGrpSpPr>
              <p:cNvPr id="9" name="Group 8"/>
              <p:cNvGrpSpPr/>
              <p:nvPr/>
            </p:nvGrpSpPr>
            <p:grpSpPr>
              <a:xfrm>
                <a:off x="1154204" y="1573510"/>
                <a:ext cx="9883592" cy="755703"/>
                <a:chOff x="1013460" y="1710061"/>
                <a:chExt cx="9883592" cy="914400"/>
              </a:xfrm>
              <a:solidFill>
                <a:schemeClr val="accent3"/>
              </a:solidFill>
            </p:grpSpPr>
            <p:sp>
              <p:nvSpPr>
                <p:cNvPr id="6" name="Rectangle: Rounded Corners 5"/>
                <p:cNvSpPr/>
                <p:nvPr/>
              </p:nvSpPr>
              <p:spPr>
                <a:xfrm>
                  <a:off x="1013460" y="1710061"/>
                  <a:ext cx="4479834" cy="914400"/>
                </a:xfrm>
                <a:prstGeom prst="roundRect">
                  <a:avLst>
                    <a:gd name="adj" fmla="val 50000"/>
                  </a:avLst>
                </a:prstGeom>
                <a:solidFill>
                  <a:srgbClr val="212848"/>
                </a:solidFill>
                <a:ln>
                  <a:gradFill>
                    <a:gsLst>
                      <a:gs pos="0">
                        <a:schemeClr val="accent6"/>
                      </a:gs>
                      <a:gs pos="36000">
                        <a:schemeClr val="accent5"/>
                      </a:gs>
                      <a:gs pos="68000">
                        <a:schemeClr val="accent4"/>
                      </a:gs>
                      <a:gs pos="100000">
                        <a:schemeClr val="bg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p:cNvSpPr/>
                <p:nvPr/>
              </p:nvSpPr>
              <p:spPr>
                <a:xfrm>
                  <a:off x="6417218" y="1710061"/>
                  <a:ext cx="4479834" cy="914400"/>
                </a:xfrm>
                <a:prstGeom prst="roundRect">
                  <a:avLst>
                    <a:gd name="adj" fmla="val 50000"/>
                  </a:avLst>
                </a:prstGeom>
                <a:solidFill>
                  <a:srgbClr val="212848"/>
                </a:solidFill>
                <a:ln>
                  <a:gradFill>
                    <a:gsLst>
                      <a:gs pos="0">
                        <a:schemeClr val="accent6"/>
                      </a:gs>
                      <a:gs pos="36000">
                        <a:schemeClr val="accent5"/>
                      </a:gs>
                      <a:gs pos="68000">
                        <a:schemeClr val="accent4"/>
                      </a:gs>
                      <a:gs pos="100000">
                        <a:schemeClr val="bg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0" name="Group 9"/>
              <p:cNvGrpSpPr/>
              <p:nvPr/>
            </p:nvGrpSpPr>
            <p:grpSpPr>
              <a:xfrm>
                <a:off x="1154204" y="2561058"/>
                <a:ext cx="9883592" cy="755703"/>
                <a:chOff x="1013460" y="1710061"/>
                <a:chExt cx="9883592" cy="914400"/>
              </a:xfrm>
              <a:solidFill>
                <a:schemeClr val="accent3"/>
              </a:solidFill>
            </p:grpSpPr>
            <p:sp>
              <p:nvSpPr>
                <p:cNvPr id="12" name="Rectangle: Rounded Corners 11"/>
                <p:cNvSpPr/>
                <p:nvPr/>
              </p:nvSpPr>
              <p:spPr>
                <a:xfrm>
                  <a:off x="1013460" y="1710061"/>
                  <a:ext cx="4479834" cy="914400"/>
                </a:xfrm>
                <a:prstGeom prst="roundRect">
                  <a:avLst>
                    <a:gd name="adj" fmla="val 50000"/>
                  </a:avLst>
                </a:prstGeom>
                <a:solidFill>
                  <a:srgbClr val="212848"/>
                </a:solidFill>
                <a:ln>
                  <a:gradFill>
                    <a:gsLst>
                      <a:gs pos="0">
                        <a:schemeClr val="accent6"/>
                      </a:gs>
                      <a:gs pos="36000">
                        <a:schemeClr val="accent5"/>
                      </a:gs>
                      <a:gs pos="68000">
                        <a:schemeClr val="accent4"/>
                      </a:gs>
                      <a:gs pos="100000">
                        <a:schemeClr val="bg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p:cNvSpPr/>
                <p:nvPr/>
              </p:nvSpPr>
              <p:spPr>
                <a:xfrm>
                  <a:off x="6417218" y="1710061"/>
                  <a:ext cx="4479834" cy="914400"/>
                </a:xfrm>
                <a:prstGeom prst="roundRect">
                  <a:avLst>
                    <a:gd name="adj" fmla="val 50000"/>
                  </a:avLst>
                </a:prstGeom>
                <a:solidFill>
                  <a:srgbClr val="212848"/>
                </a:solidFill>
                <a:ln>
                  <a:gradFill>
                    <a:gsLst>
                      <a:gs pos="0">
                        <a:schemeClr val="accent6"/>
                      </a:gs>
                      <a:gs pos="36000">
                        <a:schemeClr val="accent5"/>
                      </a:gs>
                      <a:gs pos="68000">
                        <a:schemeClr val="accent4"/>
                      </a:gs>
                      <a:gs pos="100000">
                        <a:schemeClr val="bg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4" name="Group 13"/>
              <p:cNvGrpSpPr/>
              <p:nvPr/>
            </p:nvGrpSpPr>
            <p:grpSpPr>
              <a:xfrm>
                <a:off x="1154204" y="3548606"/>
                <a:ext cx="9883592" cy="755703"/>
                <a:chOff x="1013460" y="1710061"/>
                <a:chExt cx="9883592" cy="914400"/>
              </a:xfrm>
              <a:solidFill>
                <a:schemeClr val="accent3"/>
              </a:solidFill>
            </p:grpSpPr>
            <p:sp>
              <p:nvSpPr>
                <p:cNvPr id="15" name="Rectangle: Rounded Corners 14"/>
                <p:cNvSpPr/>
                <p:nvPr/>
              </p:nvSpPr>
              <p:spPr>
                <a:xfrm>
                  <a:off x="1013460" y="1710061"/>
                  <a:ext cx="4479834" cy="914400"/>
                </a:xfrm>
                <a:prstGeom prst="roundRect">
                  <a:avLst>
                    <a:gd name="adj" fmla="val 50000"/>
                  </a:avLst>
                </a:prstGeom>
                <a:solidFill>
                  <a:srgbClr val="212848"/>
                </a:solidFill>
                <a:ln>
                  <a:gradFill>
                    <a:gsLst>
                      <a:gs pos="0">
                        <a:schemeClr val="accent6"/>
                      </a:gs>
                      <a:gs pos="36000">
                        <a:schemeClr val="accent5"/>
                      </a:gs>
                      <a:gs pos="68000">
                        <a:schemeClr val="accent4"/>
                      </a:gs>
                      <a:gs pos="100000">
                        <a:schemeClr val="bg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p:cNvSpPr/>
                <p:nvPr/>
              </p:nvSpPr>
              <p:spPr>
                <a:xfrm>
                  <a:off x="6417218" y="1710061"/>
                  <a:ext cx="4479834" cy="914400"/>
                </a:xfrm>
                <a:prstGeom prst="roundRect">
                  <a:avLst>
                    <a:gd name="adj" fmla="val 50000"/>
                  </a:avLst>
                </a:prstGeom>
                <a:solidFill>
                  <a:srgbClr val="212848"/>
                </a:solidFill>
                <a:ln>
                  <a:gradFill>
                    <a:gsLst>
                      <a:gs pos="0">
                        <a:schemeClr val="accent6"/>
                      </a:gs>
                      <a:gs pos="36000">
                        <a:schemeClr val="accent5"/>
                      </a:gs>
                      <a:gs pos="68000">
                        <a:schemeClr val="accent4"/>
                      </a:gs>
                      <a:gs pos="100000">
                        <a:schemeClr val="bg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7" name="Group 16"/>
              <p:cNvGrpSpPr/>
              <p:nvPr/>
            </p:nvGrpSpPr>
            <p:grpSpPr>
              <a:xfrm>
                <a:off x="1154204" y="4536154"/>
                <a:ext cx="9883592" cy="755703"/>
                <a:chOff x="1013460" y="1710061"/>
                <a:chExt cx="9883592" cy="914400"/>
              </a:xfrm>
              <a:solidFill>
                <a:schemeClr val="accent3"/>
              </a:solidFill>
            </p:grpSpPr>
            <p:sp>
              <p:nvSpPr>
                <p:cNvPr id="19" name="Rectangle: Rounded Corners 18"/>
                <p:cNvSpPr/>
                <p:nvPr/>
              </p:nvSpPr>
              <p:spPr>
                <a:xfrm>
                  <a:off x="1013460" y="1710061"/>
                  <a:ext cx="4479834" cy="914400"/>
                </a:xfrm>
                <a:prstGeom prst="roundRect">
                  <a:avLst>
                    <a:gd name="adj" fmla="val 50000"/>
                  </a:avLst>
                </a:prstGeom>
                <a:solidFill>
                  <a:srgbClr val="212848"/>
                </a:solidFill>
                <a:ln>
                  <a:gradFill>
                    <a:gsLst>
                      <a:gs pos="0">
                        <a:schemeClr val="accent6"/>
                      </a:gs>
                      <a:gs pos="36000">
                        <a:schemeClr val="accent5"/>
                      </a:gs>
                      <a:gs pos="68000">
                        <a:schemeClr val="accent4"/>
                      </a:gs>
                      <a:gs pos="100000">
                        <a:schemeClr val="bg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Rounded Corners 19"/>
                <p:cNvSpPr/>
                <p:nvPr/>
              </p:nvSpPr>
              <p:spPr>
                <a:xfrm>
                  <a:off x="6417218" y="1710061"/>
                  <a:ext cx="4479834" cy="914400"/>
                </a:xfrm>
                <a:prstGeom prst="roundRect">
                  <a:avLst>
                    <a:gd name="adj" fmla="val 50000"/>
                  </a:avLst>
                </a:prstGeom>
                <a:solidFill>
                  <a:srgbClr val="212848"/>
                </a:solidFill>
                <a:ln>
                  <a:gradFill>
                    <a:gsLst>
                      <a:gs pos="0">
                        <a:schemeClr val="accent6"/>
                      </a:gs>
                      <a:gs pos="36000">
                        <a:schemeClr val="accent5"/>
                      </a:gs>
                      <a:gs pos="68000">
                        <a:schemeClr val="accent4"/>
                      </a:gs>
                      <a:gs pos="100000">
                        <a:schemeClr val="bg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1" name="Group 20"/>
              <p:cNvGrpSpPr/>
              <p:nvPr/>
            </p:nvGrpSpPr>
            <p:grpSpPr>
              <a:xfrm>
                <a:off x="1154204" y="5523702"/>
                <a:ext cx="9883592" cy="755703"/>
                <a:chOff x="1013460" y="1710061"/>
                <a:chExt cx="9883592" cy="914400"/>
              </a:xfrm>
              <a:solidFill>
                <a:schemeClr val="accent3"/>
              </a:solidFill>
            </p:grpSpPr>
            <p:sp>
              <p:nvSpPr>
                <p:cNvPr id="22" name="Rectangle: Rounded Corners 21"/>
                <p:cNvSpPr/>
                <p:nvPr/>
              </p:nvSpPr>
              <p:spPr>
                <a:xfrm>
                  <a:off x="1013460" y="1710061"/>
                  <a:ext cx="4479834" cy="914400"/>
                </a:xfrm>
                <a:prstGeom prst="roundRect">
                  <a:avLst>
                    <a:gd name="adj" fmla="val 50000"/>
                  </a:avLst>
                </a:prstGeom>
                <a:solidFill>
                  <a:srgbClr val="212848"/>
                </a:solidFill>
                <a:ln>
                  <a:gradFill>
                    <a:gsLst>
                      <a:gs pos="0">
                        <a:schemeClr val="accent6"/>
                      </a:gs>
                      <a:gs pos="36000">
                        <a:schemeClr val="accent5"/>
                      </a:gs>
                      <a:gs pos="68000">
                        <a:schemeClr val="accent4"/>
                      </a:gs>
                      <a:gs pos="100000">
                        <a:schemeClr val="bg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Rounded Corners 22"/>
                <p:cNvSpPr/>
                <p:nvPr/>
              </p:nvSpPr>
              <p:spPr>
                <a:xfrm>
                  <a:off x="6417218" y="1710061"/>
                  <a:ext cx="4479834" cy="914400"/>
                </a:xfrm>
                <a:prstGeom prst="roundRect">
                  <a:avLst>
                    <a:gd name="adj" fmla="val 50000"/>
                  </a:avLst>
                </a:prstGeom>
                <a:solidFill>
                  <a:srgbClr val="212848"/>
                </a:solidFill>
                <a:ln>
                  <a:gradFill>
                    <a:gsLst>
                      <a:gs pos="0">
                        <a:schemeClr val="accent6"/>
                      </a:gs>
                      <a:gs pos="36000">
                        <a:schemeClr val="accent5"/>
                      </a:gs>
                      <a:gs pos="68000">
                        <a:schemeClr val="accent4"/>
                      </a:gs>
                      <a:gs pos="100000">
                        <a:schemeClr val="bg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5126" name="Picture 6"/>
              <p:cNvPicPr>
                <a:picLocks noChangeAspect="1" noChangeArrowheads="1"/>
              </p:cNvPicPr>
              <p:nvPr/>
            </p:nvPicPr>
            <p:blipFill>
              <a:blip r:embed="rId3" cstate="screen"/>
              <a:srcRect/>
              <a:stretch>
                <a:fillRect/>
              </a:stretch>
            </p:blipFill>
            <p:spPr bwMode="auto">
              <a:xfrm>
                <a:off x="1615088" y="2614360"/>
                <a:ext cx="620218" cy="620218"/>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p:cNvPicPr>
                <a:picLocks noChangeAspect="1" noChangeArrowheads="1"/>
              </p:cNvPicPr>
              <p:nvPr/>
            </p:nvPicPr>
            <p:blipFill>
              <a:blip r:embed="rId4" cstate="screen"/>
              <a:srcRect/>
              <a:stretch>
                <a:fillRect/>
              </a:stretch>
            </p:blipFill>
            <p:spPr bwMode="auto">
              <a:xfrm>
                <a:off x="6944122" y="1572278"/>
                <a:ext cx="731240" cy="731240"/>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p:cNvPicPr>
                <a:picLocks noChangeAspect="1" noChangeArrowheads="1"/>
              </p:cNvPicPr>
              <p:nvPr/>
            </p:nvPicPr>
            <p:blipFill>
              <a:blip r:embed="rId5"/>
              <a:srcRect/>
              <a:stretch>
                <a:fillRect/>
              </a:stretch>
            </p:blipFill>
            <p:spPr bwMode="auto">
              <a:xfrm>
                <a:off x="1605487" y="1604963"/>
                <a:ext cx="639420" cy="639418"/>
              </a:xfrm>
              <a:prstGeom prst="rect">
                <a:avLst/>
              </a:prstGeom>
              <a:noFill/>
              <a:extLst>
                <a:ext uri="{909E8E84-426E-40DD-AFC4-6F175D3DCCD1}">
                  <a14:hiddenFill xmlns:a14="http://schemas.microsoft.com/office/drawing/2010/main">
                    <a:solidFill>
                      <a:srgbClr val="FFFFFF"/>
                    </a:solidFill>
                  </a14:hiddenFill>
                </a:ext>
              </a:extLst>
            </p:spPr>
          </p:pic>
          <p:pic>
            <p:nvPicPr>
              <p:cNvPr id="5132" name="Picture 12"/>
              <p:cNvPicPr>
                <a:picLocks noChangeAspect="1" noChangeArrowheads="1"/>
              </p:cNvPicPr>
              <p:nvPr/>
            </p:nvPicPr>
            <p:blipFill>
              <a:blip r:embed="rId6" cstate="screen"/>
              <a:srcRect/>
              <a:stretch>
                <a:fillRect/>
              </a:stretch>
            </p:blipFill>
            <p:spPr bwMode="auto">
              <a:xfrm>
                <a:off x="7012907" y="2642642"/>
                <a:ext cx="593670" cy="593670"/>
              </a:xfrm>
              <a:prstGeom prst="rect">
                <a:avLst/>
              </a:prstGeom>
              <a:noFill/>
              <a:extLst>
                <a:ext uri="{909E8E84-426E-40DD-AFC4-6F175D3DCCD1}">
                  <a14:hiddenFill xmlns:a14="http://schemas.microsoft.com/office/drawing/2010/main">
                    <a:solidFill>
                      <a:srgbClr val="FFFFFF"/>
                    </a:solidFill>
                  </a14:hiddenFill>
                </a:ext>
              </a:extLst>
            </p:spPr>
          </p:pic>
          <p:pic>
            <p:nvPicPr>
              <p:cNvPr id="5134" name="Picture 14"/>
              <p:cNvPicPr>
                <a:picLocks noChangeAspect="1" noChangeArrowheads="1"/>
              </p:cNvPicPr>
              <p:nvPr/>
            </p:nvPicPr>
            <p:blipFill>
              <a:blip r:embed="rId7" cstate="screen"/>
              <a:srcRect/>
              <a:stretch>
                <a:fillRect/>
              </a:stretch>
            </p:blipFill>
            <p:spPr bwMode="auto">
              <a:xfrm>
                <a:off x="1540375" y="3545957"/>
                <a:ext cx="769644" cy="769644"/>
              </a:xfrm>
              <a:prstGeom prst="rect">
                <a:avLst/>
              </a:prstGeom>
              <a:noFill/>
              <a:extLst>
                <a:ext uri="{909E8E84-426E-40DD-AFC4-6F175D3DCCD1}">
                  <a14:hiddenFill xmlns:a14="http://schemas.microsoft.com/office/drawing/2010/main">
                    <a:solidFill>
                      <a:srgbClr val="FFFFFF"/>
                    </a:solidFill>
                  </a14:hiddenFill>
                </a:ext>
              </a:extLst>
            </p:spPr>
          </p:pic>
          <p:pic>
            <p:nvPicPr>
              <p:cNvPr id="5136" name="Picture 16"/>
              <p:cNvPicPr>
                <a:picLocks noChangeAspect="1" noChangeArrowheads="1"/>
              </p:cNvPicPr>
              <p:nvPr/>
            </p:nvPicPr>
            <p:blipFill>
              <a:blip r:embed="rId8" cstate="screen"/>
              <a:srcRect/>
              <a:stretch>
                <a:fillRect/>
              </a:stretch>
            </p:blipFill>
            <p:spPr bwMode="auto">
              <a:xfrm>
                <a:off x="1547345" y="4544797"/>
                <a:ext cx="755704" cy="755704"/>
              </a:xfrm>
              <a:prstGeom prst="rect">
                <a:avLst/>
              </a:prstGeom>
              <a:noFill/>
              <a:extLst>
                <a:ext uri="{909E8E84-426E-40DD-AFC4-6F175D3DCCD1}">
                  <a14:hiddenFill xmlns:a14="http://schemas.microsoft.com/office/drawing/2010/main">
                    <a:solidFill>
                      <a:srgbClr val="FFFFFF"/>
                    </a:solidFill>
                  </a14:hiddenFill>
                </a:ext>
              </a:extLst>
            </p:spPr>
          </p:pic>
          <p:pic>
            <p:nvPicPr>
              <p:cNvPr id="5138" name="Picture 18"/>
              <p:cNvPicPr>
                <a:picLocks noChangeAspect="1" noChangeArrowheads="1"/>
              </p:cNvPicPr>
              <p:nvPr/>
            </p:nvPicPr>
            <p:blipFill>
              <a:blip r:embed="rId9" cstate="screen"/>
              <a:srcRect/>
              <a:stretch>
                <a:fillRect/>
              </a:stretch>
            </p:blipFill>
            <p:spPr bwMode="auto">
              <a:xfrm>
                <a:off x="6989886" y="3548606"/>
                <a:ext cx="639713" cy="639713"/>
              </a:xfrm>
              <a:prstGeom prst="rect">
                <a:avLst/>
              </a:prstGeom>
              <a:noFill/>
              <a:extLst>
                <a:ext uri="{909E8E84-426E-40DD-AFC4-6F175D3DCCD1}">
                  <a14:hiddenFill xmlns:a14="http://schemas.microsoft.com/office/drawing/2010/main">
                    <a:solidFill>
                      <a:srgbClr val="FFFFFF"/>
                    </a:solidFill>
                  </a14:hiddenFill>
                </a:ext>
              </a:extLst>
            </p:spPr>
          </p:pic>
          <p:pic>
            <p:nvPicPr>
              <p:cNvPr id="5140" name="Picture 20"/>
              <p:cNvPicPr>
                <a:picLocks noChangeAspect="1" noChangeArrowheads="1"/>
              </p:cNvPicPr>
              <p:nvPr/>
            </p:nvPicPr>
            <p:blipFill>
              <a:blip r:embed="rId10" cstate="screen"/>
              <a:srcRect/>
              <a:stretch>
                <a:fillRect/>
              </a:stretch>
            </p:blipFill>
            <p:spPr bwMode="auto">
              <a:xfrm>
                <a:off x="6959986" y="4594947"/>
                <a:ext cx="699513" cy="699513"/>
              </a:xfrm>
              <a:prstGeom prst="rect">
                <a:avLst/>
              </a:prstGeom>
              <a:noFill/>
              <a:extLst>
                <a:ext uri="{909E8E84-426E-40DD-AFC4-6F175D3DCCD1}">
                  <a14:hiddenFill xmlns:a14="http://schemas.microsoft.com/office/drawing/2010/main">
                    <a:solidFill>
                      <a:srgbClr val="FFFFFF"/>
                    </a:solidFill>
                  </a14:hiddenFill>
                </a:ext>
              </a:extLst>
            </p:spPr>
          </p:pic>
          <p:pic>
            <p:nvPicPr>
              <p:cNvPr id="5142" name="Picture 22"/>
              <p:cNvPicPr>
                <a:picLocks noChangeAspect="1" noChangeArrowheads="1"/>
              </p:cNvPicPr>
              <p:nvPr/>
            </p:nvPicPr>
            <p:blipFill>
              <a:blip r:embed="rId11" cstate="screen"/>
              <a:srcRect/>
              <a:stretch>
                <a:fillRect/>
              </a:stretch>
            </p:blipFill>
            <p:spPr bwMode="auto">
              <a:xfrm>
                <a:off x="7032283" y="5629276"/>
                <a:ext cx="554920" cy="554918"/>
              </a:xfrm>
              <a:prstGeom prst="rect">
                <a:avLst/>
              </a:prstGeom>
              <a:noFill/>
              <a:extLst>
                <a:ext uri="{909E8E84-426E-40DD-AFC4-6F175D3DCCD1}">
                  <a14:hiddenFill xmlns:a14="http://schemas.microsoft.com/office/drawing/2010/main">
                    <a:solidFill>
                      <a:srgbClr val="FFFFFF"/>
                    </a:solidFill>
                  </a14:hiddenFill>
                </a:ext>
              </a:extLst>
            </p:spPr>
          </p:pic>
          <p:pic>
            <p:nvPicPr>
              <p:cNvPr id="5144" name="Picture 24"/>
              <p:cNvPicPr>
                <a:picLocks noChangeAspect="1" noChangeArrowheads="1"/>
              </p:cNvPicPr>
              <p:nvPr/>
            </p:nvPicPr>
            <p:blipFill>
              <a:blip r:embed="rId12" cstate="screen"/>
              <a:srcRect/>
              <a:stretch>
                <a:fillRect/>
              </a:stretch>
            </p:blipFill>
            <p:spPr bwMode="auto">
              <a:xfrm>
                <a:off x="1539667" y="5523381"/>
                <a:ext cx="771060" cy="771060"/>
              </a:xfrm>
              <a:prstGeom prst="rect">
                <a:avLst/>
              </a:prstGeom>
              <a:noFill/>
              <a:extLst>
                <a:ext uri="{909E8E84-426E-40DD-AFC4-6F175D3DCCD1}">
                  <a14:hiddenFill xmlns:a14="http://schemas.microsoft.com/office/drawing/2010/main">
                    <a:solidFill>
                      <a:srgbClr val="FFFFFF"/>
                    </a:solidFill>
                  </a14:hiddenFill>
                </a:ext>
              </a:extLst>
            </p:spPr>
          </p:pic>
        </p:grpSp>
        <p:sp>
          <p:nvSpPr>
            <p:cNvPr id="27" name="TextBox 26"/>
            <p:cNvSpPr txBox="1"/>
            <p:nvPr/>
          </p:nvSpPr>
          <p:spPr>
            <a:xfrm>
              <a:off x="2381250" y="1782084"/>
              <a:ext cx="3252788" cy="338554"/>
            </a:xfrm>
            <a:prstGeom prst="rect">
              <a:avLst/>
            </a:prstGeom>
            <a:noFill/>
          </p:spPr>
          <p:txBody>
            <a:bodyPr wrap="square">
              <a:spAutoFit/>
            </a:bodyPr>
            <a:lstStyle/>
            <a:p>
              <a:r>
                <a:rPr lang="en-IN" sz="1600" u="none" strike="noStrike" dirty="0">
                  <a:solidFill>
                    <a:schemeClr val="bg1"/>
                  </a:solidFill>
                  <a:effectLst/>
                  <a:latin typeface="Montserrat" panose="00000500000000000000" pitchFamily="2" charset="0"/>
                </a:rPr>
                <a:t>Chennai Super Kings</a:t>
              </a:r>
              <a:endParaRPr lang="en-IN" sz="1600" dirty="0">
                <a:solidFill>
                  <a:schemeClr val="bg1"/>
                </a:solidFill>
                <a:effectLst/>
                <a:latin typeface="Montserrat" panose="00000500000000000000" pitchFamily="2" charset="0"/>
              </a:endParaRPr>
            </a:p>
          </p:txBody>
        </p:sp>
        <p:sp>
          <p:nvSpPr>
            <p:cNvPr id="29" name="TextBox 28"/>
            <p:cNvSpPr txBox="1"/>
            <p:nvPr/>
          </p:nvSpPr>
          <p:spPr>
            <a:xfrm>
              <a:off x="2381250" y="2769632"/>
              <a:ext cx="3252788" cy="338554"/>
            </a:xfrm>
            <a:prstGeom prst="rect">
              <a:avLst/>
            </a:prstGeom>
            <a:noFill/>
          </p:spPr>
          <p:txBody>
            <a:bodyPr wrap="square">
              <a:spAutoFit/>
            </a:bodyPr>
            <a:lstStyle/>
            <a:p>
              <a:r>
                <a:rPr lang="en-IN" sz="1600" u="none" strike="noStrike" dirty="0">
                  <a:solidFill>
                    <a:schemeClr val="bg1"/>
                  </a:solidFill>
                  <a:effectLst/>
                  <a:latin typeface="Montserrat" panose="00000500000000000000" pitchFamily="2" charset="0"/>
                </a:rPr>
                <a:t>Delhi Capitals</a:t>
              </a:r>
              <a:endParaRPr lang="en-IN" sz="1600" dirty="0">
                <a:solidFill>
                  <a:schemeClr val="bg1"/>
                </a:solidFill>
                <a:effectLst/>
                <a:latin typeface="Montserrat" panose="00000500000000000000" pitchFamily="2" charset="0"/>
              </a:endParaRPr>
            </a:p>
          </p:txBody>
        </p:sp>
        <p:sp>
          <p:nvSpPr>
            <p:cNvPr id="30" name="TextBox 29"/>
            <p:cNvSpPr txBox="1"/>
            <p:nvPr/>
          </p:nvSpPr>
          <p:spPr>
            <a:xfrm>
              <a:off x="2381250" y="3757180"/>
              <a:ext cx="3252788" cy="338554"/>
            </a:xfrm>
            <a:prstGeom prst="rect">
              <a:avLst/>
            </a:prstGeom>
            <a:noFill/>
          </p:spPr>
          <p:txBody>
            <a:bodyPr wrap="square">
              <a:spAutoFit/>
            </a:bodyPr>
            <a:lstStyle/>
            <a:p>
              <a:r>
                <a:rPr lang="en-IN" sz="1600" u="none" strike="noStrike" dirty="0">
                  <a:solidFill>
                    <a:schemeClr val="bg1"/>
                  </a:solidFill>
                  <a:effectLst/>
                  <a:latin typeface="Montserrat" panose="00000500000000000000" pitchFamily="2" charset="0"/>
                </a:rPr>
                <a:t>Lucknow Super Giants</a:t>
              </a:r>
              <a:endParaRPr lang="en-IN" sz="1600" dirty="0">
                <a:solidFill>
                  <a:schemeClr val="bg1"/>
                </a:solidFill>
                <a:effectLst/>
                <a:latin typeface="Montserrat" panose="00000500000000000000" pitchFamily="2" charset="0"/>
              </a:endParaRPr>
            </a:p>
          </p:txBody>
        </p:sp>
        <p:sp>
          <p:nvSpPr>
            <p:cNvPr id="31" name="TextBox 30"/>
            <p:cNvSpPr txBox="1"/>
            <p:nvPr/>
          </p:nvSpPr>
          <p:spPr>
            <a:xfrm>
              <a:off x="2381250" y="4744728"/>
              <a:ext cx="3252788" cy="338554"/>
            </a:xfrm>
            <a:prstGeom prst="rect">
              <a:avLst/>
            </a:prstGeom>
            <a:noFill/>
          </p:spPr>
          <p:txBody>
            <a:bodyPr wrap="square">
              <a:spAutoFit/>
            </a:bodyPr>
            <a:lstStyle/>
            <a:p>
              <a:r>
                <a:rPr lang="en-IN" sz="1600" u="none" strike="noStrike" dirty="0">
                  <a:solidFill>
                    <a:schemeClr val="bg1"/>
                  </a:solidFill>
                  <a:effectLst/>
                  <a:latin typeface="Montserrat" panose="00000500000000000000" pitchFamily="2" charset="0"/>
                </a:rPr>
                <a:t>Mumbai Indians</a:t>
              </a:r>
              <a:endParaRPr lang="en-IN" sz="1600" dirty="0">
                <a:solidFill>
                  <a:schemeClr val="bg1"/>
                </a:solidFill>
                <a:effectLst/>
                <a:latin typeface="Montserrat" panose="00000500000000000000" pitchFamily="2" charset="0"/>
              </a:endParaRPr>
            </a:p>
          </p:txBody>
        </p:sp>
        <p:sp>
          <p:nvSpPr>
            <p:cNvPr id="32" name="TextBox 31"/>
            <p:cNvSpPr txBox="1"/>
            <p:nvPr/>
          </p:nvSpPr>
          <p:spPr>
            <a:xfrm>
              <a:off x="2381250" y="5732276"/>
              <a:ext cx="3252788" cy="338554"/>
            </a:xfrm>
            <a:prstGeom prst="rect">
              <a:avLst/>
            </a:prstGeom>
            <a:noFill/>
          </p:spPr>
          <p:txBody>
            <a:bodyPr wrap="square">
              <a:spAutoFit/>
            </a:bodyPr>
            <a:lstStyle/>
            <a:p>
              <a:r>
                <a:rPr lang="en-IN" sz="1600" u="none" strike="noStrike" dirty="0">
                  <a:solidFill>
                    <a:schemeClr val="bg1"/>
                  </a:solidFill>
                  <a:effectLst/>
                  <a:latin typeface="Montserrat" panose="00000500000000000000" pitchFamily="2" charset="0"/>
                </a:rPr>
                <a:t>Sunrisers Hyderabad</a:t>
              </a:r>
              <a:endParaRPr lang="en-IN" sz="1600" dirty="0">
                <a:solidFill>
                  <a:schemeClr val="bg1"/>
                </a:solidFill>
                <a:effectLst/>
                <a:latin typeface="Montserrat" panose="00000500000000000000" pitchFamily="2" charset="0"/>
              </a:endParaRPr>
            </a:p>
          </p:txBody>
        </p:sp>
        <p:sp>
          <p:nvSpPr>
            <p:cNvPr id="33" name="TextBox 32"/>
            <p:cNvSpPr txBox="1"/>
            <p:nvPr/>
          </p:nvSpPr>
          <p:spPr>
            <a:xfrm>
              <a:off x="7785008" y="1782084"/>
              <a:ext cx="3252788" cy="338554"/>
            </a:xfrm>
            <a:prstGeom prst="rect">
              <a:avLst/>
            </a:prstGeom>
            <a:noFill/>
          </p:spPr>
          <p:txBody>
            <a:bodyPr wrap="square">
              <a:spAutoFit/>
            </a:bodyPr>
            <a:lstStyle/>
            <a:p>
              <a:r>
                <a:rPr lang="en-IN" sz="1600" u="none" strike="noStrike" dirty="0">
                  <a:solidFill>
                    <a:schemeClr val="bg1"/>
                  </a:solidFill>
                  <a:effectLst/>
                  <a:latin typeface="Montserrat" panose="00000500000000000000" pitchFamily="2" charset="0"/>
                </a:rPr>
                <a:t>Gujarat Titans</a:t>
              </a:r>
              <a:endParaRPr lang="en-IN" sz="1600" dirty="0">
                <a:solidFill>
                  <a:schemeClr val="bg1"/>
                </a:solidFill>
                <a:effectLst/>
                <a:latin typeface="Montserrat" panose="00000500000000000000" pitchFamily="2" charset="0"/>
              </a:endParaRPr>
            </a:p>
          </p:txBody>
        </p:sp>
        <p:sp>
          <p:nvSpPr>
            <p:cNvPr id="34" name="TextBox 33"/>
            <p:cNvSpPr txBox="1"/>
            <p:nvPr/>
          </p:nvSpPr>
          <p:spPr>
            <a:xfrm>
              <a:off x="7785008" y="2769632"/>
              <a:ext cx="3252788" cy="338554"/>
            </a:xfrm>
            <a:prstGeom prst="rect">
              <a:avLst/>
            </a:prstGeom>
            <a:noFill/>
          </p:spPr>
          <p:txBody>
            <a:bodyPr wrap="square">
              <a:spAutoFit/>
            </a:bodyPr>
            <a:lstStyle/>
            <a:p>
              <a:r>
                <a:rPr lang="en-IN" sz="1600" u="none" strike="noStrike" dirty="0">
                  <a:solidFill>
                    <a:schemeClr val="bg1"/>
                  </a:solidFill>
                  <a:effectLst/>
                  <a:latin typeface="Montserrat" panose="00000500000000000000" pitchFamily="2" charset="0"/>
                </a:rPr>
                <a:t>Kolkata Knight Riders</a:t>
              </a:r>
              <a:endParaRPr lang="en-IN" sz="1600" dirty="0">
                <a:solidFill>
                  <a:schemeClr val="bg1"/>
                </a:solidFill>
                <a:effectLst/>
                <a:latin typeface="Montserrat" panose="00000500000000000000" pitchFamily="2" charset="0"/>
              </a:endParaRPr>
            </a:p>
          </p:txBody>
        </p:sp>
        <p:sp>
          <p:nvSpPr>
            <p:cNvPr id="35" name="TextBox 34"/>
            <p:cNvSpPr txBox="1"/>
            <p:nvPr/>
          </p:nvSpPr>
          <p:spPr>
            <a:xfrm>
              <a:off x="7785008" y="3757180"/>
              <a:ext cx="3252788" cy="338554"/>
            </a:xfrm>
            <a:prstGeom prst="rect">
              <a:avLst/>
            </a:prstGeom>
            <a:noFill/>
          </p:spPr>
          <p:txBody>
            <a:bodyPr wrap="square">
              <a:spAutoFit/>
            </a:bodyPr>
            <a:lstStyle/>
            <a:p>
              <a:r>
                <a:rPr lang="en-IN" sz="1600" u="none" strike="noStrike" dirty="0">
                  <a:solidFill>
                    <a:schemeClr val="bg1"/>
                  </a:solidFill>
                  <a:effectLst/>
                  <a:latin typeface="Montserrat" panose="00000500000000000000" pitchFamily="2" charset="0"/>
                </a:rPr>
                <a:t>Punjab Kings</a:t>
              </a:r>
              <a:endParaRPr lang="en-IN" sz="1600" dirty="0">
                <a:solidFill>
                  <a:schemeClr val="bg1"/>
                </a:solidFill>
                <a:effectLst/>
                <a:latin typeface="Montserrat" panose="00000500000000000000" pitchFamily="2" charset="0"/>
              </a:endParaRPr>
            </a:p>
          </p:txBody>
        </p:sp>
        <p:sp>
          <p:nvSpPr>
            <p:cNvPr id="36" name="TextBox 35"/>
            <p:cNvSpPr txBox="1"/>
            <p:nvPr/>
          </p:nvSpPr>
          <p:spPr>
            <a:xfrm>
              <a:off x="7785008" y="4744728"/>
              <a:ext cx="3252788" cy="338554"/>
            </a:xfrm>
            <a:prstGeom prst="rect">
              <a:avLst/>
            </a:prstGeom>
            <a:noFill/>
          </p:spPr>
          <p:txBody>
            <a:bodyPr wrap="square">
              <a:spAutoFit/>
            </a:bodyPr>
            <a:lstStyle/>
            <a:p>
              <a:pPr marL="0" algn="l" defTabSz="914400" rtl="0" eaLnBrk="1" latinLnBrk="0" hangingPunct="1"/>
              <a:r>
                <a:rPr lang="en-IN" sz="1600" u="none" strike="noStrike" kern="1200" dirty="0">
                  <a:solidFill>
                    <a:schemeClr val="bg1"/>
                  </a:solidFill>
                  <a:effectLst/>
                  <a:latin typeface="Montserrat" panose="00000500000000000000" pitchFamily="2" charset="0"/>
                </a:rPr>
                <a:t>Rajasthan Royals</a:t>
              </a:r>
              <a:endParaRPr lang="en-IN" sz="1600" u="none" strike="noStrike" kern="1200" dirty="0">
                <a:solidFill>
                  <a:schemeClr val="bg1"/>
                </a:solidFill>
                <a:effectLst/>
                <a:latin typeface="Montserrat" panose="00000500000000000000" pitchFamily="2" charset="0"/>
              </a:endParaRPr>
            </a:p>
          </p:txBody>
        </p:sp>
        <p:sp>
          <p:nvSpPr>
            <p:cNvPr id="37" name="TextBox 36"/>
            <p:cNvSpPr txBox="1"/>
            <p:nvPr/>
          </p:nvSpPr>
          <p:spPr>
            <a:xfrm>
              <a:off x="7785008" y="5732276"/>
              <a:ext cx="3252788" cy="338554"/>
            </a:xfrm>
            <a:prstGeom prst="rect">
              <a:avLst/>
            </a:prstGeom>
            <a:noFill/>
          </p:spPr>
          <p:txBody>
            <a:bodyPr wrap="square">
              <a:spAutoFit/>
            </a:bodyPr>
            <a:lstStyle/>
            <a:p>
              <a:r>
                <a:rPr lang="en-IN" sz="1600" u="none" strike="noStrike" dirty="0">
                  <a:solidFill>
                    <a:schemeClr val="bg1"/>
                  </a:solidFill>
                  <a:effectLst/>
                  <a:latin typeface="Montserrat" panose="00000500000000000000" pitchFamily="2" charset="0"/>
                </a:rPr>
                <a:t>Royal Challengers Bengaluru</a:t>
              </a:r>
              <a:endParaRPr lang="en-IN" sz="1600" dirty="0">
                <a:solidFill>
                  <a:schemeClr val="bg1"/>
                </a:solidFill>
                <a:effectLst/>
                <a:latin typeface="Montserrat" panose="00000500000000000000" pitchFamily="2" charset="0"/>
              </a:endParaRPr>
            </a:p>
          </p:txBody>
        </p:sp>
      </p:grpSp>
      <p:pic>
        <p:nvPicPr>
          <p:cNvPr id="4" name="Picture 3"/>
          <p:cNvPicPr/>
          <p:nvPr/>
        </p:nvPicPr>
        <p:blipFill>
          <a:blip r:embed="rId13">
            <a:clrChange>
              <a:clrFrom>
                <a:srgbClr val="FFFFFF">
                  <a:alpha val="100000"/>
                </a:srgbClr>
              </a:clrFrom>
              <a:clrTo>
                <a:srgbClr val="FFFFFF">
                  <a:alpha val="100000"/>
                  <a:alpha val="0"/>
                </a:srgbClr>
              </a:clrTo>
            </a:clrChange>
          </a:blip>
          <a:stretch>
            <a:fillRect/>
          </a:stretch>
        </p:blipFill>
        <p:spPr>
          <a:xfrm>
            <a:off x="6685915" y="6188075"/>
            <a:ext cx="989330" cy="523875"/>
          </a:xfrm>
          <a:prstGeom prst="rect">
            <a:avLst/>
          </a:prstGeom>
        </p:spPr>
      </p:pic>
      <p:sp>
        <p:nvSpPr>
          <p:cNvPr id="7" name="Text Box 6"/>
          <p:cNvSpPr txBox="1"/>
          <p:nvPr/>
        </p:nvSpPr>
        <p:spPr>
          <a:xfrm>
            <a:off x="7785100" y="6279515"/>
            <a:ext cx="3126740" cy="368300"/>
          </a:xfrm>
          <a:prstGeom prst="rect">
            <a:avLst/>
          </a:prstGeom>
          <a:noFill/>
        </p:spPr>
        <p:txBody>
          <a:bodyPr wrap="square" rtlCol="0">
            <a:spAutoFit/>
          </a:bodyPr>
          <a:p>
            <a:r>
              <a:rPr lang="en-IN" altLang="en-US">
                <a:solidFill>
                  <a:schemeClr val="bg1"/>
                </a:solidFill>
              </a:rPr>
              <a:t>Rising Pune Supergiants</a:t>
            </a:r>
            <a:endParaRPr lang="en-IN" altLang="en-US">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1"/>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p:cNvPicPr>
            <a:picLocks noChangeAspect="1"/>
          </p:cNvPicPr>
          <p:nvPr/>
        </p:nvPicPr>
        <p:blipFill>
          <a:blip r:embed="rId2" cstate="screen">
            <a:alphaModFix amt="90000"/>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p:cNvPicPr>
            <a:picLocks noChangeAspect="1"/>
          </p:cNvPicPr>
          <p:nvPr/>
        </p:nvPicPr>
        <p:blipFill>
          <a:blip r:embed="rId2" cstate="screen">
            <a:alphaModFix amt="43000"/>
          </a:blip>
          <a:stretch>
            <a:fillRect/>
          </a:stretch>
        </p:blipFill>
        <p:spPr>
          <a:xfrm rot="10800000">
            <a:off x="0" y="5294506"/>
            <a:ext cx="2748938" cy="1563494"/>
          </a:xfrm>
          <a:prstGeom prst="rect">
            <a:avLst/>
          </a:prstGeom>
        </p:spPr>
      </p:pic>
      <p:sp>
        <p:nvSpPr>
          <p:cNvPr id="4" name="TextBox 3"/>
          <p:cNvSpPr txBox="1"/>
          <p:nvPr/>
        </p:nvSpPr>
        <p:spPr>
          <a:xfrm>
            <a:off x="0" y="538094"/>
            <a:ext cx="12192000" cy="645160"/>
          </a:xfrm>
          <a:prstGeom prst="rect">
            <a:avLst/>
          </a:prstGeom>
          <a:noFill/>
        </p:spPr>
        <p:txBody>
          <a:bodyPr wrap="square">
            <a:spAutoFit/>
          </a:bodyPr>
          <a:lstStyle/>
          <a:p>
            <a:pPr algn="ctr"/>
            <a:r>
              <a:rPr lang="en-US" sz="3600" b="1" i="0" dirty="0">
                <a:solidFill>
                  <a:schemeClr val="accent2"/>
                </a:solidFill>
                <a:effectLst/>
                <a:latin typeface="Montserrat" panose="00000500000000000000" pitchFamily="2" charset="0"/>
              </a:rPr>
              <a:t>IPL </a:t>
            </a:r>
            <a:r>
              <a:rPr lang="en-IN" altLang="en-US" sz="3600" b="1" i="0" dirty="0">
                <a:solidFill>
                  <a:schemeClr val="accent2"/>
                </a:solidFill>
                <a:effectLst/>
                <a:latin typeface="Montserrat" panose="00000500000000000000" pitchFamily="2" charset="0"/>
              </a:rPr>
              <a:t>Best </a:t>
            </a:r>
            <a:r>
              <a:rPr lang="en-US" sz="3600" b="1" i="0" dirty="0">
                <a:solidFill>
                  <a:schemeClr val="accent2"/>
                </a:solidFill>
                <a:effectLst/>
                <a:latin typeface="Montserrat" panose="00000500000000000000" pitchFamily="2" charset="0"/>
              </a:rPr>
              <a:t>Venue</a:t>
            </a:r>
            <a:endParaRPr lang="en-IN" sz="3600" b="1" dirty="0">
              <a:solidFill>
                <a:schemeClr val="accent2"/>
              </a:solidFill>
              <a:latin typeface="Montserrat" panose="00000500000000000000" pitchFamily="2" charset="0"/>
            </a:endParaRPr>
          </a:p>
        </p:txBody>
      </p:sp>
      <p:sp>
        <p:nvSpPr>
          <p:cNvPr id="3637" name="TextBox 3636"/>
          <p:cNvSpPr txBox="1"/>
          <p:nvPr/>
        </p:nvSpPr>
        <p:spPr>
          <a:xfrm>
            <a:off x="7274983" y="-3825437"/>
            <a:ext cx="4068016" cy="3416320"/>
          </a:xfrm>
          <a:prstGeom prst="rect">
            <a:avLst/>
          </a:prstGeom>
          <a:noFill/>
        </p:spPr>
        <p:txBody>
          <a:bodyPr wrap="square">
            <a:spAutoFit/>
          </a:bodyPr>
          <a:lstStyle/>
          <a:p>
            <a:r>
              <a:rPr lang="en-IN" dirty="0">
                <a:solidFill>
                  <a:schemeClr val="tx1">
                    <a:lumMod val="85000"/>
                    <a:lumOff val="15000"/>
                  </a:schemeClr>
                </a:solidFill>
              </a:rPr>
              <a:t>Narendra Modi Stadium (Ahmedabad)</a:t>
            </a:r>
            <a:endParaRPr lang="en-IN" dirty="0">
              <a:solidFill>
                <a:schemeClr val="tx1">
                  <a:lumMod val="85000"/>
                  <a:lumOff val="15000"/>
                </a:schemeClr>
              </a:solidFill>
            </a:endParaRPr>
          </a:p>
          <a:p>
            <a:r>
              <a:rPr lang="en-IN" dirty="0">
                <a:solidFill>
                  <a:schemeClr val="tx1">
                    <a:lumMod val="85000"/>
                    <a:lumOff val="15000"/>
                  </a:schemeClr>
                </a:solidFill>
              </a:rPr>
              <a:t>Capacity: 132,000</a:t>
            </a:r>
            <a:endParaRPr lang="en-IN" dirty="0">
              <a:solidFill>
                <a:schemeClr val="tx1">
                  <a:lumMod val="85000"/>
                  <a:lumOff val="15000"/>
                </a:schemeClr>
              </a:solidFill>
            </a:endParaRPr>
          </a:p>
          <a:p>
            <a:r>
              <a:rPr lang="en-IN" dirty="0">
                <a:solidFill>
                  <a:schemeClr val="tx1">
                    <a:lumMod val="85000"/>
                    <a:lumOff val="15000"/>
                  </a:schemeClr>
                </a:solidFill>
              </a:rPr>
              <a:t>Wankhede Stadium (Mumbai)</a:t>
            </a:r>
            <a:endParaRPr lang="en-IN" dirty="0">
              <a:solidFill>
                <a:schemeClr val="tx1">
                  <a:lumMod val="85000"/>
                  <a:lumOff val="15000"/>
                </a:schemeClr>
              </a:solidFill>
            </a:endParaRPr>
          </a:p>
          <a:p>
            <a:r>
              <a:rPr lang="en-IN" dirty="0">
                <a:solidFill>
                  <a:schemeClr val="tx1">
                    <a:lumMod val="85000"/>
                    <a:lumOff val="15000"/>
                  </a:schemeClr>
                </a:solidFill>
              </a:rPr>
              <a:t>Capacity: 33,108</a:t>
            </a:r>
            <a:endParaRPr lang="en-IN" dirty="0">
              <a:solidFill>
                <a:schemeClr val="tx1">
                  <a:lumMod val="85000"/>
                  <a:lumOff val="15000"/>
                </a:schemeClr>
              </a:solidFill>
            </a:endParaRPr>
          </a:p>
          <a:p>
            <a:r>
              <a:rPr lang="en-IN" dirty="0">
                <a:solidFill>
                  <a:schemeClr val="tx1">
                    <a:lumMod val="85000"/>
                    <a:lumOff val="15000"/>
                  </a:schemeClr>
                </a:solidFill>
              </a:rPr>
              <a:t>Dy Patil Stadium (Navi Mumbai)</a:t>
            </a:r>
            <a:endParaRPr lang="en-IN" dirty="0">
              <a:solidFill>
                <a:schemeClr val="tx1">
                  <a:lumMod val="85000"/>
                  <a:lumOff val="15000"/>
                </a:schemeClr>
              </a:solidFill>
            </a:endParaRPr>
          </a:p>
          <a:p>
            <a:r>
              <a:rPr lang="en-IN" dirty="0">
                <a:solidFill>
                  <a:schemeClr val="tx1">
                    <a:lumMod val="85000"/>
                    <a:lumOff val="15000"/>
                  </a:schemeClr>
                </a:solidFill>
              </a:rPr>
              <a:t>Capacity: 55,000</a:t>
            </a:r>
            <a:endParaRPr lang="en-IN" dirty="0">
              <a:solidFill>
                <a:schemeClr val="tx1">
                  <a:lumMod val="85000"/>
                  <a:lumOff val="15000"/>
                </a:schemeClr>
              </a:solidFill>
            </a:endParaRPr>
          </a:p>
          <a:p>
            <a:r>
              <a:rPr lang="en-IN" dirty="0">
                <a:solidFill>
                  <a:schemeClr val="tx1">
                    <a:lumMod val="85000"/>
                    <a:lumOff val="15000"/>
                  </a:schemeClr>
                </a:solidFill>
              </a:rPr>
              <a:t>Edan Gardens (Kolkata) </a:t>
            </a:r>
            <a:r>
              <a:rPr lang="en-IN" b="1" dirty="0">
                <a:solidFill>
                  <a:schemeClr val="tx1">
                    <a:lumMod val="85000"/>
                    <a:lumOff val="15000"/>
                  </a:schemeClr>
                </a:solidFill>
              </a:rPr>
              <a:t>Capacity: 68,000</a:t>
            </a:r>
            <a:endParaRPr lang="en-IN" b="1" dirty="0">
              <a:solidFill>
                <a:schemeClr val="tx1">
                  <a:lumMod val="85000"/>
                  <a:lumOff val="15000"/>
                </a:schemeClr>
              </a:solidFill>
            </a:endParaRPr>
          </a:p>
          <a:p>
            <a:r>
              <a:rPr lang="en-IN" dirty="0">
                <a:solidFill>
                  <a:schemeClr val="tx1">
                    <a:lumMod val="85000"/>
                    <a:lumOff val="15000"/>
                  </a:schemeClr>
                </a:solidFill>
              </a:rPr>
              <a:t>M A Chidambaram Stadium (Chennai) Capacity: 38,200</a:t>
            </a:r>
            <a:endParaRPr lang="en-IN" dirty="0">
              <a:solidFill>
                <a:schemeClr val="tx1">
                  <a:lumMod val="85000"/>
                  <a:lumOff val="15000"/>
                </a:schemeClr>
              </a:solidFill>
            </a:endParaRPr>
          </a:p>
          <a:p>
            <a:r>
              <a:rPr lang="en-IN" dirty="0">
                <a:solidFill>
                  <a:schemeClr val="tx1">
                    <a:lumMod val="85000"/>
                    <a:lumOff val="15000"/>
                  </a:schemeClr>
                </a:solidFill>
              </a:rPr>
              <a:t>M </a:t>
            </a:r>
            <a:r>
              <a:rPr lang="en-IN" dirty="0" err="1">
                <a:solidFill>
                  <a:schemeClr val="tx1">
                    <a:lumMod val="85000"/>
                    <a:lumOff val="15000"/>
                  </a:schemeClr>
                </a:solidFill>
              </a:rPr>
              <a:t>Chinnaswamy</a:t>
            </a:r>
            <a:r>
              <a:rPr lang="en-IN" dirty="0">
                <a:solidFill>
                  <a:schemeClr val="tx1">
                    <a:lumMod val="85000"/>
                    <a:lumOff val="15000"/>
                  </a:schemeClr>
                </a:solidFill>
              </a:rPr>
              <a:t> Stadium (Bengaluru)</a:t>
            </a:r>
            <a:endParaRPr lang="en-IN" dirty="0">
              <a:solidFill>
                <a:schemeClr val="tx1">
                  <a:lumMod val="85000"/>
                  <a:lumOff val="15000"/>
                </a:schemeClr>
              </a:solidFill>
            </a:endParaRPr>
          </a:p>
          <a:p>
            <a:r>
              <a:rPr lang="en-IN" dirty="0">
                <a:solidFill>
                  <a:schemeClr val="tx1">
                    <a:lumMod val="85000"/>
                    <a:lumOff val="15000"/>
                  </a:schemeClr>
                </a:solidFill>
              </a:rPr>
              <a:t>Capacity: 33,800\</a:t>
            </a:r>
            <a:endParaRPr lang="en-IN" dirty="0">
              <a:solidFill>
                <a:schemeClr val="tx1">
                  <a:lumMod val="85000"/>
                  <a:lumOff val="15000"/>
                </a:schemeClr>
              </a:solidFill>
            </a:endParaRPr>
          </a:p>
        </p:txBody>
      </p:sp>
      <p:grpSp>
        <p:nvGrpSpPr>
          <p:cNvPr id="3635" name="Group 3634"/>
          <p:cNvGrpSpPr/>
          <p:nvPr/>
        </p:nvGrpSpPr>
        <p:grpSpPr>
          <a:xfrm>
            <a:off x="3921377" y="1527535"/>
            <a:ext cx="4347548" cy="4862033"/>
            <a:chOff x="4161452" y="1989132"/>
            <a:chExt cx="3869905" cy="4327866"/>
          </a:xfrm>
          <a:solidFill>
            <a:schemeClr val="accent1"/>
          </a:solidFill>
        </p:grpSpPr>
        <p:sp>
          <p:nvSpPr>
            <p:cNvPr id="51" name="Freeform: Shape 50"/>
            <p:cNvSpPr/>
            <p:nvPr/>
          </p:nvSpPr>
          <p:spPr>
            <a:xfrm>
              <a:off x="5460491" y="2835946"/>
              <a:ext cx="432807" cy="404431"/>
            </a:xfrm>
            <a:custGeom>
              <a:avLst/>
              <a:gdLst>
                <a:gd name="connsiteX0" fmla="*/ 430960 w 432807"/>
                <a:gd name="connsiteY0" fmla="*/ 197691 h 404431"/>
                <a:gd name="connsiteX1" fmla="*/ 411053 w 432807"/>
                <a:gd name="connsiteY1" fmla="*/ 201882 h 404431"/>
                <a:gd name="connsiteX2" fmla="*/ 398860 w 432807"/>
                <a:gd name="connsiteY2" fmla="*/ 219979 h 404431"/>
                <a:gd name="connsiteX3" fmla="*/ 383430 w 432807"/>
                <a:gd name="connsiteY3" fmla="*/ 234838 h 404431"/>
                <a:gd name="connsiteX4" fmla="*/ 359903 w 432807"/>
                <a:gd name="connsiteY4" fmla="*/ 237220 h 404431"/>
                <a:gd name="connsiteX5" fmla="*/ 340853 w 432807"/>
                <a:gd name="connsiteY5" fmla="*/ 258270 h 404431"/>
                <a:gd name="connsiteX6" fmla="*/ 338186 w 432807"/>
                <a:gd name="connsiteY6" fmla="*/ 268557 h 404431"/>
                <a:gd name="connsiteX7" fmla="*/ 347711 w 432807"/>
                <a:gd name="connsiteY7" fmla="*/ 278082 h 404431"/>
                <a:gd name="connsiteX8" fmla="*/ 354569 w 432807"/>
                <a:gd name="connsiteY8" fmla="*/ 288750 h 404431"/>
                <a:gd name="connsiteX9" fmla="*/ 338472 w 432807"/>
                <a:gd name="connsiteY9" fmla="*/ 301418 h 404431"/>
                <a:gd name="connsiteX10" fmla="*/ 330185 w 432807"/>
                <a:gd name="connsiteY10" fmla="*/ 319325 h 404431"/>
                <a:gd name="connsiteX11" fmla="*/ 342968 w 432807"/>
                <a:gd name="connsiteY11" fmla="*/ 330282 h 404431"/>
                <a:gd name="connsiteX12" fmla="*/ 344378 w 432807"/>
                <a:gd name="connsiteY12" fmla="*/ 330088 h 404431"/>
                <a:gd name="connsiteX13" fmla="*/ 322184 w 432807"/>
                <a:gd name="connsiteY13" fmla="*/ 396763 h 404431"/>
                <a:gd name="connsiteX14" fmla="*/ 303896 w 432807"/>
                <a:gd name="connsiteY14" fmla="*/ 404478 h 404431"/>
                <a:gd name="connsiteX15" fmla="*/ 280084 w 432807"/>
                <a:gd name="connsiteY15" fmla="*/ 383524 h 404431"/>
                <a:gd name="connsiteX16" fmla="*/ 213409 w 432807"/>
                <a:gd name="connsiteY16" fmla="*/ 373999 h 404431"/>
                <a:gd name="connsiteX17" fmla="*/ 195502 w 432807"/>
                <a:gd name="connsiteY17" fmla="*/ 355520 h 404431"/>
                <a:gd name="connsiteX18" fmla="*/ 169308 w 432807"/>
                <a:gd name="connsiteY18" fmla="*/ 347805 h 404431"/>
                <a:gd name="connsiteX19" fmla="*/ 153878 w 432807"/>
                <a:gd name="connsiteY19" fmla="*/ 328755 h 404431"/>
                <a:gd name="connsiteX20" fmla="*/ 169784 w 432807"/>
                <a:gd name="connsiteY20" fmla="*/ 295417 h 404431"/>
                <a:gd name="connsiteX21" fmla="*/ 128922 w 432807"/>
                <a:gd name="connsiteY21" fmla="*/ 276367 h 404431"/>
                <a:gd name="connsiteX22" fmla="*/ 117873 w 432807"/>
                <a:gd name="connsiteY22" fmla="*/ 262366 h 404431"/>
                <a:gd name="connsiteX23" fmla="*/ 102062 w 432807"/>
                <a:gd name="connsiteY23" fmla="*/ 266842 h 404431"/>
                <a:gd name="connsiteX24" fmla="*/ 63962 w 432807"/>
                <a:gd name="connsiteY24" fmla="*/ 288559 h 404431"/>
                <a:gd name="connsiteX25" fmla="*/ 22051 w 432807"/>
                <a:gd name="connsiteY25" fmla="*/ 283416 h 404431"/>
                <a:gd name="connsiteX26" fmla="*/ 45959 w 432807"/>
                <a:gd name="connsiteY26" fmla="*/ 193785 h 404431"/>
                <a:gd name="connsiteX27" fmla="*/ 7859 w 432807"/>
                <a:gd name="connsiteY27" fmla="*/ 166258 h 404431"/>
                <a:gd name="connsiteX28" fmla="*/ -237 w 432807"/>
                <a:gd name="connsiteY28" fmla="*/ 160448 h 404431"/>
                <a:gd name="connsiteX29" fmla="*/ 2525 w 432807"/>
                <a:gd name="connsiteY29" fmla="*/ 156828 h 404431"/>
                <a:gd name="connsiteX30" fmla="*/ 1954 w 432807"/>
                <a:gd name="connsiteY30" fmla="*/ 97583 h 404431"/>
                <a:gd name="connsiteX31" fmla="*/ 48817 w 432807"/>
                <a:gd name="connsiteY31" fmla="*/ 42814 h 404431"/>
                <a:gd name="connsiteX32" fmla="*/ 123779 w 432807"/>
                <a:gd name="connsiteY32" fmla="*/ 53006 h 404431"/>
                <a:gd name="connsiteX33" fmla="*/ 126255 w 432807"/>
                <a:gd name="connsiteY33" fmla="*/ 54244 h 404431"/>
                <a:gd name="connsiteX34" fmla="*/ 164355 w 432807"/>
                <a:gd name="connsiteY34" fmla="*/ 59292 h 404431"/>
                <a:gd name="connsiteX35" fmla="*/ 174832 w 432807"/>
                <a:gd name="connsiteY35" fmla="*/ 35099 h 404431"/>
                <a:gd name="connsiteX36" fmla="*/ 169975 w 432807"/>
                <a:gd name="connsiteY36" fmla="*/ 17382 h 404431"/>
                <a:gd name="connsiteX37" fmla="*/ 190358 w 432807"/>
                <a:gd name="connsiteY37" fmla="*/ 47 h 404431"/>
                <a:gd name="connsiteX38" fmla="*/ 221505 w 432807"/>
                <a:gd name="connsiteY38" fmla="*/ 57768 h 404431"/>
                <a:gd name="connsiteX39" fmla="*/ 233125 w 432807"/>
                <a:gd name="connsiteY39" fmla="*/ 75104 h 404431"/>
                <a:gd name="connsiteX40" fmla="*/ 251318 w 432807"/>
                <a:gd name="connsiteY40" fmla="*/ 84057 h 404431"/>
                <a:gd name="connsiteX41" fmla="*/ 281608 w 432807"/>
                <a:gd name="connsiteY41" fmla="*/ 76818 h 404431"/>
                <a:gd name="connsiteX42" fmla="*/ 312183 w 432807"/>
                <a:gd name="connsiteY42" fmla="*/ 96821 h 404431"/>
                <a:gd name="connsiteX43" fmla="*/ 331233 w 432807"/>
                <a:gd name="connsiteY43" fmla="*/ 129015 h 404431"/>
                <a:gd name="connsiteX44" fmla="*/ 340091 w 432807"/>
                <a:gd name="connsiteY44" fmla="*/ 149589 h 404431"/>
                <a:gd name="connsiteX45" fmla="*/ 368095 w 432807"/>
                <a:gd name="connsiteY45" fmla="*/ 143589 h 404431"/>
                <a:gd name="connsiteX46" fmla="*/ 379906 w 432807"/>
                <a:gd name="connsiteY46" fmla="*/ 153114 h 404431"/>
                <a:gd name="connsiteX47" fmla="*/ 386192 w 432807"/>
                <a:gd name="connsiteY47" fmla="*/ 167877 h 404431"/>
                <a:gd name="connsiteX48" fmla="*/ 412005 w 432807"/>
                <a:gd name="connsiteY48" fmla="*/ 183784 h 404431"/>
                <a:gd name="connsiteX49" fmla="*/ 427245 w 432807"/>
                <a:gd name="connsiteY49" fmla="*/ 184641 h 404431"/>
                <a:gd name="connsiteX50" fmla="*/ 430960 w 432807"/>
                <a:gd name="connsiteY50" fmla="*/ 197691 h 404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432807" h="404431">
                  <a:moveTo>
                    <a:pt x="430960" y="197691"/>
                  </a:moveTo>
                  <a:cubicBezTo>
                    <a:pt x="424102" y="194788"/>
                    <a:pt x="416158" y="196460"/>
                    <a:pt x="411053" y="201882"/>
                  </a:cubicBezTo>
                  <a:cubicBezTo>
                    <a:pt x="406166" y="207317"/>
                    <a:pt x="402061" y="213408"/>
                    <a:pt x="398860" y="219979"/>
                  </a:cubicBezTo>
                  <a:cubicBezTo>
                    <a:pt x="395631" y="226601"/>
                    <a:pt x="390164" y="231865"/>
                    <a:pt x="383430" y="234838"/>
                  </a:cubicBezTo>
                  <a:cubicBezTo>
                    <a:pt x="376000" y="237315"/>
                    <a:pt x="367428" y="234838"/>
                    <a:pt x="359903" y="237220"/>
                  </a:cubicBezTo>
                  <a:cubicBezTo>
                    <a:pt x="351083" y="241520"/>
                    <a:pt x="344254" y="249061"/>
                    <a:pt x="340853" y="258270"/>
                  </a:cubicBezTo>
                  <a:cubicBezTo>
                    <a:pt x="338796" y="261285"/>
                    <a:pt x="337853" y="264922"/>
                    <a:pt x="338186" y="268557"/>
                  </a:cubicBezTo>
                  <a:cubicBezTo>
                    <a:pt x="339139" y="272843"/>
                    <a:pt x="343520" y="275510"/>
                    <a:pt x="347711" y="278082"/>
                  </a:cubicBezTo>
                  <a:cubicBezTo>
                    <a:pt x="351902" y="280653"/>
                    <a:pt x="355331" y="284368"/>
                    <a:pt x="354569" y="288750"/>
                  </a:cubicBezTo>
                  <a:cubicBezTo>
                    <a:pt x="349426" y="293226"/>
                    <a:pt x="343425" y="296655"/>
                    <a:pt x="338472" y="301418"/>
                  </a:cubicBezTo>
                  <a:cubicBezTo>
                    <a:pt x="333147" y="305826"/>
                    <a:pt x="330099" y="312410"/>
                    <a:pt x="330185" y="319325"/>
                  </a:cubicBezTo>
                  <a:cubicBezTo>
                    <a:pt x="330690" y="325881"/>
                    <a:pt x="336414" y="330786"/>
                    <a:pt x="342968" y="330282"/>
                  </a:cubicBezTo>
                  <a:cubicBezTo>
                    <a:pt x="343444" y="330245"/>
                    <a:pt x="343911" y="330181"/>
                    <a:pt x="344378" y="330088"/>
                  </a:cubicBezTo>
                  <a:cubicBezTo>
                    <a:pt x="327680" y="348056"/>
                    <a:pt x="319584" y="372374"/>
                    <a:pt x="322184" y="396763"/>
                  </a:cubicBezTo>
                  <a:cubicBezTo>
                    <a:pt x="316984" y="401082"/>
                    <a:pt x="310621" y="403766"/>
                    <a:pt x="303896" y="404478"/>
                  </a:cubicBezTo>
                  <a:cubicBezTo>
                    <a:pt x="293609" y="403621"/>
                    <a:pt x="289704" y="386953"/>
                    <a:pt x="280084" y="383524"/>
                  </a:cubicBezTo>
                  <a:cubicBezTo>
                    <a:pt x="259414" y="376189"/>
                    <a:pt x="228934" y="388762"/>
                    <a:pt x="213409" y="373999"/>
                  </a:cubicBezTo>
                  <a:cubicBezTo>
                    <a:pt x="207027" y="368188"/>
                    <a:pt x="202836" y="360092"/>
                    <a:pt x="195502" y="355520"/>
                  </a:cubicBezTo>
                  <a:cubicBezTo>
                    <a:pt x="187129" y="351865"/>
                    <a:pt x="178328" y="349273"/>
                    <a:pt x="169308" y="347805"/>
                  </a:cubicBezTo>
                  <a:cubicBezTo>
                    <a:pt x="160545" y="345043"/>
                    <a:pt x="151782" y="337518"/>
                    <a:pt x="153878" y="328755"/>
                  </a:cubicBezTo>
                  <a:cubicBezTo>
                    <a:pt x="163603" y="320352"/>
                    <a:pt x="169375" y="308264"/>
                    <a:pt x="169784" y="295417"/>
                  </a:cubicBezTo>
                  <a:cubicBezTo>
                    <a:pt x="153535" y="298161"/>
                    <a:pt x="137266" y="290581"/>
                    <a:pt x="128922" y="276367"/>
                  </a:cubicBezTo>
                  <a:cubicBezTo>
                    <a:pt x="126064" y="271033"/>
                    <a:pt x="123874" y="264366"/>
                    <a:pt x="117873" y="262366"/>
                  </a:cubicBezTo>
                  <a:cubicBezTo>
                    <a:pt x="112196" y="261391"/>
                    <a:pt x="106386" y="263037"/>
                    <a:pt x="102062" y="266842"/>
                  </a:cubicBezTo>
                  <a:cubicBezTo>
                    <a:pt x="90336" y="275669"/>
                    <a:pt x="77535" y="282967"/>
                    <a:pt x="63962" y="288559"/>
                  </a:cubicBezTo>
                  <a:cubicBezTo>
                    <a:pt x="50026" y="294079"/>
                    <a:pt x="34243" y="292142"/>
                    <a:pt x="22051" y="283416"/>
                  </a:cubicBezTo>
                  <a:cubicBezTo>
                    <a:pt x="7478" y="251673"/>
                    <a:pt x="17508" y="214053"/>
                    <a:pt x="45959" y="193785"/>
                  </a:cubicBezTo>
                  <a:cubicBezTo>
                    <a:pt x="34815" y="185499"/>
                    <a:pt x="20813" y="175688"/>
                    <a:pt x="7859" y="166258"/>
                  </a:cubicBezTo>
                  <a:lnTo>
                    <a:pt x="-237" y="160448"/>
                  </a:lnTo>
                  <a:cubicBezTo>
                    <a:pt x="820" y="159350"/>
                    <a:pt x="1744" y="158135"/>
                    <a:pt x="2525" y="156828"/>
                  </a:cubicBezTo>
                  <a:cubicBezTo>
                    <a:pt x="13193" y="139683"/>
                    <a:pt x="1668" y="117681"/>
                    <a:pt x="1954" y="97583"/>
                  </a:cubicBezTo>
                  <a:cubicBezTo>
                    <a:pt x="2430" y="71770"/>
                    <a:pt x="24052" y="49958"/>
                    <a:pt x="48817" y="42814"/>
                  </a:cubicBezTo>
                  <a:cubicBezTo>
                    <a:pt x="74220" y="37107"/>
                    <a:pt x="100823" y="40724"/>
                    <a:pt x="123779" y="53006"/>
                  </a:cubicBezTo>
                  <a:lnTo>
                    <a:pt x="126255" y="54244"/>
                  </a:lnTo>
                  <a:cubicBezTo>
                    <a:pt x="138733" y="60150"/>
                    <a:pt x="153115" y="66531"/>
                    <a:pt x="164355" y="59292"/>
                  </a:cubicBezTo>
                  <a:cubicBezTo>
                    <a:pt x="171965" y="53715"/>
                    <a:pt x="175966" y="44465"/>
                    <a:pt x="174832" y="35099"/>
                  </a:cubicBezTo>
                  <a:cubicBezTo>
                    <a:pt x="174175" y="28972"/>
                    <a:pt x="172527" y="22990"/>
                    <a:pt x="169975" y="17382"/>
                  </a:cubicBezTo>
                  <a:cubicBezTo>
                    <a:pt x="178966" y="14835"/>
                    <a:pt x="186405" y="8509"/>
                    <a:pt x="190358" y="47"/>
                  </a:cubicBezTo>
                  <a:cubicBezTo>
                    <a:pt x="201026" y="19097"/>
                    <a:pt x="210742" y="38147"/>
                    <a:pt x="221505" y="57768"/>
                  </a:cubicBezTo>
                  <a:cubicBezTo>
                    <a:pt x="224591" y="64036"/>
                    <a:pt x="228496" y="69866"/>
                    <a:pt x="233125" y="75104"/>
                  </a:cubicBezTo>
                  <a:cubicBezTo>
                    <a:pt x="237783" y="80359"/>
                    <a:pt x="244317" y="83575"/>
                    <a:pt x="251318" y="84057"/>
                  </a:cubicBezTo>
                  <a:cubicBezTo>
                    <a:pt x="261796" y="84057"/>
                    <a:pt x="271130" y="76437"/>
                    <a:pt x="281608" y="76818"/>
                  </a:cubicBezTo>
                  <a:cubicBezTo>
                    <a:pt x="294276" y="77295"/>
                    <a:pt x="302753" y="88248"/>
                    <a:pt x="312183" y="96821"/>
                  </a:cubicBezTo>
                  <a:cubicBezTo>
                    <a:pt x="321889" y="105173"/>
                    <a:pt x="328585" y="116485"/>
                    <a:pt x="331233" y="129015"/>
                  </a:cubicBezTo>
                  <a:cubicBezTo>
                    <a:pt x="332566" y="136731"/>
                    <a:pt x="332852" y="146446"/>
                    <a:pt x="340091" y="149589"/>
                  </a:cubicBezTo>
                  <a:cubicBezTo>
                    <a:pt x="349140" y="153399"/>
                    <a:pt x="358379" y="142160"/>
                    <a:pt x="368095" y="143589"/>
                  </a:cubicBezTo>
                  <a:cubicBezTo>
                    <a:pt x="373295" y="144767"/>
                    <a:pt x="377648" y="148284"/>
                    <a:pt x="379906" y="153114"/>
                  </a:cubicBezTo>
                  <a:cubicBezTo>
                    <a:pt x="382287" y="157876"/>
                    <a:pt x="383621" y="163210"/>
                    <a:pt x="386192" y="167877"/>
                  </a:cubicBezTo>
                  <a:cubicBezTo>
                    <a:pt x="391460" y="177293"/>
                    <a:pt x="401223" y="183311"/>
                    <a:pt x="412005" y="183784"/>
                  </a:cubicBezTo>
                  <a:cubicBezTo>
                    <a:pt x="417101" y="183249"/>
                    <a:pt x="422244" y="183538"/>
                    <a:pt x="427245" y="184641"/>
                  </a:cubicBezTo>
                  <a:cubicBezTo>
                    <a:pt x="431341" y="187594"/>
                    <a:pt x="434674" y="194262"/>
                    <a:pt x="430960" y="197691"/>
                  </a:cubicBezTo>
                  <a:close/>
                </a:path>
              </a:pathLst>
            </a:custGeom>
            <a:grpFill/>
            <a:ln w="7144" cap="rnd">
              <a:solidFill>
                <a:schemeClr val="bg1"/>
              </a:solidFill>
              <a:prstDash val="solid"/>
              <a:round/>
            </a:ln>
          </p:spPr>
          <p:txBody>
            <a:bodyPr rtlCol="0" anchor="ctr"/>
            <a:lstStyle/>
            <a:p>
              <a:endParaRPr lang="en-IN"/>
            </a:p>
          </p:txBody>
        </p:sp>
        <p:sp>
          <p:nvSpPr>
            <p:cNvPr id="52" name="Freeform: Shape 51"/>
            <p:cNvSpPr/>
            <p:nvPr/>
          </p:nvSpPr>
          <p:spPr>
            <a:xfrm>
              <a:off x="6215443" y="3926082"/>
              <a:ext cx="2762" cy="6095"/>
            </a:xfrm>
            <a:custGeom>
              <a:avLst/>
              <a:gdLst>
                <a:gd name="connsiteX0" fmla="*/ 2525 w 2762"/>
                <a:gd name="connsiteY0" fmla="*/ 47 h 6095"/>
                <a:gd name="connsiteX1" fmla="*/ -237 w 2762"/>
                <a:gd name="connsiteY1" fmla="*/ 6143 h 6095"/>
                <a:gd name="connsiteX2" fmla="*/ 2525 w 2762"/>
                <a:gd name="connsiteY2" fmla="*/ 47 h 6095"/>
              </a:gdLst>
              <a:ahLst/>
              <a:cxnLst>
                <a:cxn ang="0">
                  <a:pos x="connsiteX0" y="connsiteY0"/>
                </a:cxn>
                <a:cxn ang="0">
                  <a:pos x="connsiteX1" y="connsiteY1"/>
                </a:cxn>
                <a:cxn ang="0">
                  <a:pos x="connsiteX2" y="connsiteY2"/>
                </a:cxn>
              </a:cxnLst>
              <a:rect l="l" t="t" r="r" b="b"/>
              <a:pathLst>
                <a:path w="2762" h="6095">
                  <a:moveTo>
                    <a:pt x="2525" y="47"/>
                  </a:moveTo>
                  <a:cubicBezTo>
                    <a:pt x="1916" y="2209"/>
                    <a:pt x="982" y="4267"/>
                    <a:pt x="-237" y="6143"/>
                  </a:cubicBezTo>
                  <a:cubicBezTo>
                    <a:pt x="858" y="4200"/>
                    <a:pt x="1782" y="2152"/>
                    <a:pt x="2525" y="47"/>
                  </a:cubicBezTo>
                  <a:close/>
                </a:path>
              </a:pathLst>
            </a:custGeom>
            <a:grpFill/>
            <a:ln w="7144" cap="rnd">
              <a:solidFill>
                <a:schemeClr val="bg1"/>
              </a:solidFill>
              <a:prstDash val="solid"/>
              <a:round/>
            </a:ln>
          </p:spPr>
          <p:txBody>
            <a:bodyPr rtlCol="0" anchor="ctr"/>
            <a:lstStyle/>
            <a:p>
              <a:endParaRPr lang="en-IN"/>
            </a:p>
          </p:txBody>
        </p:sp>
        <p:sp>
          <p:nvSpPr>
            <p:cNvPr id="53" name="Freeform: Shape 52"/>
            <p:cNvSpPr/>
            <p:nvPr/>
          </p:nvSpPr>
          <p:spPr>
            <a:xfrm>
              <a:off x="5375147" y="3002824"/>
              <a:ext cx="998600" cy="962667"/>
            </a:xfrm>
            <a:custGeom>
              <a:avLst/>
              <a:gdLst>
                <a:gd name="connsiteX0" fmla="*/ 998364 w 998600"/>
                <a:gd name="connsiteY0" fmla="*/ 667940 h 962667"/>
                <a:gd name="connsiteX1" fmla="*/ 904543 w 998600"/>
                <a:gd name="connsiteY1" fmla="*/ 716898 h 962667"/>
                <a:gd name="connsiteX2" fmla="*/ 889684 w 998600"/>
                <a:gd name="connsiteY2" fmla="*/ 745473 h 962667"/>
                <a:gd name="connsiteX3" fmla="*/ 865776 w 998600"/>
                <a:gd name="connsiteY3" fmla="*/ 748045 h 962667"/>
                <a:gd name="connsiteX4" fmla="*/ 830343 w 998600"/>
                <a:gd name="connsiteY4" fmla="*/ 798909 h 962667"/>
                <a:gd name="connsiteX5" fmla="*/ 831200 w 998600"/>
                <a:gd name="connsiteY5" fmla="*/ 803576 h 962667"/>
                <a:gd name="connsiteX6" fmla="*/ 833962 w 998600"/>
                <a:gd name="connsiteY6" fmla="*/ 813101 h 962667"/>
                <a:gd name="connsiteX7" fmla="*/ 834820 w 998600"/>
                <a:gd name="connsiteY7" fmla="*/ 815292 h 962667"/>
                <a:gd name="connsiteX8" fmla="*/ 835867 w 998600"/>
                <a:gd name="connsiteY8" fmla="*/ 817482 h 962667"/>
                <a:gd name="connsiteX9" fmla="*/ 836915 w 998600"/>
                <a:gd name="connsiteY9" fmla="*/ 819578 h 962667"/>
                <a:gd name="connsiteX10" fmla="*/ 840534 w 998600"/>
                <a:gd name="connsiteY10" fmla="*/ 825769 h 962667"/>
                <a:gd name="connsiteX11" fmla="*/ 843297 w 998600"/>
                <a:gd name="connsiteY11" fmla="*/ 829770 h 962667"/>
                <a:gd name="connsiteX12" fmla="*/ 843773 w 998600"/>
                <a:gd name="connsiteY12" fmla="*/ 830436 h 962667"/>
                <a:gd name="connsiteX13" fmla="*/ 847012 w 998600"/>
                <a:gd name="connsiteY13" fmla="*/ 834437 h 962667"/>
                <a:gd name="connsiteX14" fmla="*/ 852536 w 998600"/>
                <a:gd name="connsiteY14" fmla="*/ 840723 h 962667"/>
                <a:gd name="connsiteX15" fmla="*/ 855870 w 998600"/>
                <a:gd name="connsiteY15" fmla="*/ 843962 h 962667"/>
                <a:gd name="connsiteX16" fmla="*/ 859584 w 998600"/>
                <a:gd name="connsiteY16" fmla="*/ 847486 h 962667"/>
                <a:gd name="connsiteX17" fmla="*/ 865966 w 998600"/>
                <a:gd name="connsiteY17" fmla="*/ 852725 h 962667"/>
                <a:gd name="connsiteX18" fmla="*/ 868824 w 998600"/>
                <a:gd name="connsiteY18" fmla="*/ 854916 h 962667"/>
                <a:gd name="connsiteX19" fmla="*/ 839982 w 998600"/>
                <a:gd name="connsiteY19" fmla="*/ 902493 h 962667"/>
                <a:gd name="connsiteX20" fmla="*/ 845011 w 998600"/>
                <a:gd name="connsiteY20" fmla="*/ 914257 h 962667"/>
                <a:gd name="connsiteX21" fmla="*/ 843964 w 998600"/>
                <a:gd name="connsiteY21" fmla="*/ 919210 h 962667"/>
                <a:gd name="connsiteX22" fmla="*/ 843297 w 998600"/>
                <a:gd name="connsiteY22" fmla="*/ 921305 h 962667"/>
                <a:gd name="connsiteX23" fmla="*/ 840058 w 998600"/>
                <a:gd name="connsiteY23" fmla="*/ 929497 h 962667"/>
                <a:gd name="connsiteX24" fmla="*/ 836534 w 998600"/>
                <a:gd name="connsiteY24" fmla="*/ 935593 h 962667"/>
                <a:gd name="connsiteX25" fmla="*/ 818913 w 998600"/>
                <a:gd name="connsiteY25" fmla="*/ 953119 h 962667"/>
                <a:gd name="connsiteX26" fmla="*/ 818913 w 998600"/>
                <a:gd name="connsiteY26" fmla="*/ 953119 h 962667"/>
                <a:gd name="connsiteX27" fmla="*/ 793862 w 998600"/>
                <a:gd name="connsiteY27" fmla="*/ 962644 h 962667"/>
                <a:gd name="connsiteX28" fmla="*/ 788433 w 998600"/>
                <a:gd name="connsiteY28" fmla="*/ 962644 h 962667"/>
                <a:gd name="connsiteX29" fmla="*/ 782908 w 998600"/>
                <a:gd name="connsiteY29" fmla="*/ 962644 h 962667"/>
                <a:gd name="connsiteX30" fmla="*/ 777479 w 998600"/>
                <a:gd name="connsiteY30" fmla="*/ 961786 h 962667"/>
                <a:gd name="connsiteX31" fmla="*/ 771193 w 998600"/>
                <a:gd name="connsiteY31" fmla="*/ 960167 h 962667"/>
                <a:gd name="connsiteX32" fmla="*/ 764811 w 998600"/>
                <a:gd name="connsiteY32" fmla="*/ 957690 h 962667"/>
                <a:gd name="connsiteX33" fmla="*/ 760239 w 998600"/>
                <a:gd name="connsiteY33" fmla="*/ 955405 h 962667"/>
                <a:gd name="connsiteX34" fmla="*/ 733664 w 998600"/>
                <a:gd name="connsiteY34" fmla="*/ 926068 h 962667"/>
                <a:gd name="connsiteX35" fmla="*/ 745570 w 998600"/>
                <a:gd name="connsiteY35" fmla="*/ 919210 h 962667"/>
                <a:gd name="connsiteX36" fmla="*/ 734617 w 998600"/>
                <a:gd name="connsiteY36" fmla="*/ 877490 h 962667"/>
                <a:gd name="connsiteX37" fmla="*/ 759286 w 998600"/>
                <a:gd name="connsiteY37" fmla="*/ 839390 h 962667"/>
                <a:gd name="connsiteX38" fmla="*/ 669561 w 998600"/>
                <a:gd name="connsiteY38" fmla="*/ 824150 h 962667"/>
                <a:gd name="connsiteX39" fmla="*/ 567548 w 998600"/>
                <a:gd name="connsiteY39" fmla="*/ 797194 h 962667"/>
                <a:gd name="connsiteX40" fmla="*/ 531925 w 998600"/>
                <a:gd name="connsiteY40" fmla="*/ 817482 h 962667"/>
                <a:gd name="connsiteX41" fmla="*/ 494301 w 998600"/>
                <a:gd name="connsiteY41" fmla="*/ 812339 h 962667"/>
                <a:gd name="connsiteX42" fmla="*/ 503826 w 998600"/>
                <a:gd name="connsiteY42" fmla="*/ 771191 h 962667"/>
                <a:gd name="connsiteX43" fmla="*/ 426388 w 998600"/>
                <a:gd name="connsiteY43" fmla="*/ 790241 h 962667"/>
                <a:gd name="connsiteX44" fmla="*/ 436417 w 998600"/>
                <a:gd name="connsiteY44" fmla="*/ 767133 h 962667"/>
                <a:gd name="connsiteX45" fmla="*/ 434960 w 998600"/>
                <a:gd name="connsiteY45" fmla="*/ 764238 h 962667"/>
                <a:gd name="connsiteX46" fmla="*/ 407147 w 998600"/>
                <a:gd name="connsiteY46" fmla="*/ 752236 h 962667"/>
                <a:gd name="connsiteX47" fmla="*/ 376762 w 998600"/>
                <a:gd name="connsiteY47" fmla="*/ 761761 h 962667"/>
                <a:gd name="connsiteX48" fmla="*/ 296371 w 998600"/>
                <a:gd name="connsiteY48" fmla="*/ 777287 h 962667"/>
                <a:gd name="connsiteX49" fmla="*/ 225791 w 998600"/>
                <a:gd name="connsiteY49" fmla="*/ 739949 h 962667"/>
                <a:gd name="connsiteX50" fmla="*/ 196645 w 998600"/>
                <a:gd name="connsiteY50" fmla="*/ 772429 h 962667"/>
                <a:gd name="connsiteX51" fmla="*/ 213218 w 998600"/>
                <a:gd name="connsiteY51" fmla="*/ 817768 h 962667"/>
                <a:gd name="connsiteX52" fmla="*/ 260843 w 998600"/>
                <a:gd name="connsiteY52" fmla="*/ 896349 h 962667"/>
                <a:gd name="connsiteX53" fmla="*/ 164641 w 998600"/>
                <a:gd name="connsiteY53" fmla="*/ 897873 h 962667"/>
                <a:gd name="connsiteX54" fmla="*/ 142704 w 998600"/>
                <a:gd name="connsiteY54" fmla="*/ 854173 h 962667"/>
                <a:gd name="connsiteX55" fmla="*/ 158925 w 998600"/>
                <a:gd name="connsiteY55" fmla="*/ 834723 h 962667"/>
                <a:gd name="connsiteX56" fmla="*/ 144200 w 998600"/>
                <a:gd name="connsiteY56" fmla="*/ 796223 h 962667"/>
                <a:gd name="connsiteX57" fmla="*/ 161974 w 998600"/>
                <a:gd name="connsiteY57" fmla="*/ 780335 h 962667"/>
                <a:gd name="connsiteX58" fmla="*/ 139399 w 998600"/>
                <a:gd name="connsiteY58" fmla="*/ 750427 h 962667"/>
                <a:gd name="connsiteX59" fmla="*/ 180071 w 998600"/>
                <a:gd name="connsiteY59" fmla="*/ 712327 h 962667"/>
                <a:gd name="connsiteX60" fmla="*/ 235888 w 998600"/>
                <a:gd name="connsiteY60" fmla="*/ 693277 h 962667"/>
                <a:gd name="connsiteX61" fmla="*/ 247222 w 998600"/>
                <a:gd name="connsiteY61" fmla="*/ 624601 h 962667"/>
                <a:gd name="connsiteX62" fmla="*/ 267034 w 998600"/>
                <a:gd name="connsiteY62" fmla="*/ 621363 h 962667"/>
                <a:gd name="connsiteX63" fmla="*/ 174918 w 998600"/>
                <a:gd name="connsiteY63" fmla="*/ 523074 h 962667"/>
                <a:gd name="connsiteX64" fmla="*/ 141400 w 998600"/>
                <a:gd name="connsiteY64" fmla="*/ 528018 h 962667"/>
                <a:gd name="connsiteX65" fmla="*/ 141400 w 998600"/>
                <a:gd name="connsiteY65" fmla="*/ 526113 h 962667"/>
                <a:gd name="connsiteX66" fmla="*/ 141400 w 998600"/>
                <a:gd name="connsiteY66" fmla="*/ 526113 h 962667"/>
                <a:gd name="connsiteX67" fmla="*/ 141400 w 998600"/>
                <a:gd name="connsiteY67" fmla="*/ 526113 h 962667"/>
                <a:gd name="connsiteX68" fmla="*/ 141400 w 998600"/>
                <a:gd name="connsiteY68" fmla="*/ 524589 h 962667"/>
                <a:gd name="connsiteX69" fmla="*/ 141400 w 998600"/>
                <a:gd name="connsiteY69" fmla="*/ 519921 h 962667"/>
                <a:gd name="connsiteX70" fmla="*/ 141400 w 998600"/>
                <a:gd name="connsiteY70" fmla="*/ 518302 h 962667"/>
                <a:gd name="connsiteX71" fmla="*/ 141400 w 998600"/>
                <a:gd name="connsiteY71" fmla="*/ 516969 h 962667"/>
                <a:gd name="connsiteX72" fmla="*/ 141400 w 998600"/>
                <a:gd name="connsiteY72" fmla="*/ 516016 h 962667"/>
                <a:gd name="connsiteX73" fmla="*/ 141400 w 998600"/>
                <a:gd name="connsiteY73" fmla="*/ 514969 h 962667"/>
                <a:gd name="connsiteX74" fmla="*/ 140161 w 998600"/>
                <a:gd name="connsiteY74" fmla="*/ 511730 h 962667"/>
                <a:gd name="connsiteX75" fmla="*/ 138923 w 998600"/>
                <a:gd name="connsiteY75" fmla="*/ 509349 h 962667"/>
                <a:gd name="connsiteX76" fmla="*/ 137399 w 998600"/>
                <a:gd name="connsiteY76" fmla="*/ 506967 h 962667"/>
                <a:gd name="connsiteX77" fmla="*/ 55770 w 998600"/>
                <a:gd name="connsiteY77" fmla="*/ 537067 h 962667"/>
                <a:gd name="connsiteX78" fmla="*/ 40816 w 998600"/>
                <a:gd name="connsiteY78" fmla="*/ 538305 h 962667"/>
                <a:gd name="connsiteX79" fmla="*/ 46054 w 998600"/>
                <a:gd name="connsiteY79" fmla="*/ 512968 h 962667"/>
                <a:gd name="connsiteX80" fmla="*/ 73772 w 998600"/>
                <a:gd name="connsiteY80" fmla="*/ 498204 h 962667"/>
                <a:gd name="connsiteX81" fmla="*/ 68914 w 998600"/>
                <a:gd name="connsiteY81" fmla="*/ 460104 h 962667"/>
                <a:gd name="connsiteX82" fmla="*/ 39006 w 998600"/>
                <a:gd name="connsiteY82" fmla="*/ 430958 h 962667"/>
                <a:gd name="connsiteX83" fmla="*/ 37291 w 998600"/>
                <a:gd name="connsiteY83" fmla="*/ 392858 h 962667"/>
                <a:gd name="connsiteX84" fmla="*/ 29671 w 998600"/>
                <a:gd name="connsiteY84" fmla="*/ 394477 h 962667"/>
                <a:gd name="connsiteX85" fmla="*/ 54817 w 998600"/>
                <a:gd name="connsiteY85" fmla="*/ 358949 h 962667"/>
                <a:gd name="connsiteX86" fmla="*/ 54817 w 998600"/>
                <a:gd name="connsiteY86" fmla="*/ 327326 h 962667"/>
                <a:gd name="connsiteX87" fmla="*/ 67105 w 998600"/>
                <a:gd name="connsiteY87" fmla="*/ 302752 h 962667"/>
                <a:gd name="connsiteX88" fmla="*/ 48721 w 998600"/>
                <a:gd name="connsiteY88" fmla="*/ 284368 h 962667"/>
                <a:gd name="connsiteX89" fmla="*/ 48245 w 998600"/>
                <a:gd name="connsiteY89" fmla="*/ 283892 h 962667"/>
                <a:gd name="connsiteX90" fmla="*/ 24147 w 998600"/>
                <a:gd name="connsiteY90" fmla="*/ 235410 h 962667"/>
                <a:gd name="connsiteX91" fmla="*/ 22813 w 998600"/>
                <a:gd name="connsiteY91" fmla="*/ 220360 h 962667"/>
                <a:gd name="connsiteX92" fmla="*/ 23575 w 998600"/>
                <a:gd name="connsiteY92" fmla="*/ 217217 h 962667"/>
                <a:gd name="connsiteX93" fmla="*/ 27290 w 998600"/>
                <a:gd name="connsiteY93" fmla="*/ 209025 h 962667"/>
                <a:gd name="connsiteX94" fmla="*/ 14431 w 998600"/>
                <a:gd name="connsiteY94" fmla="*/ 179022 h 962667"/>
                <a:gd name="connsiteX95" fmla="*/ 19099 w 998600"/>
                <a:gd name="connsiteY95" fmla="*/ 152256 h 962667"/>
                <a:gd name="connsiteX96" fmla="*/ -237 w 998600"/>
                <a:gd name="connsiteY96" fmla="*/ 128825 h 962667"/>
                <a:gd name="connsiteX97" fmla="*/ 9288 w 998600"/>
                <a:gd name="connsiteY97" fmla="*/ 113585 h 962667"/>
                <a:gd name="connsiteX98" fmla="*/ 18813 w 998600"/>
                <a:gd name="connsiteY98" fmla="*/ 60054 h 962667"/>
                <a:gd name="connsiteX99" fmla="*/ 38720 w 998600"/>
                <a:gd name="connsiteY99" fmla="*/ 59007 h 962667"/>
                <a:gd name="connsiteX100" fmla="*/ 54055 w 998600"/>
                <a:gd name="connsiteY100" fmla="*/ 47100 h 962667"/>
                <a:gd name="connsiteX101" fmla="*/ 57103 w 998600"/>
                <a:gd name="connsiteY101" fmla="*/ 32241 h 962667"/>
                <a:gd name="connsiteX102" fmla="*/ 74058 w 998600"/>
                <a:gd name="connsiteY102" fmla="*/ 9572 h 962667"/>
                <a:gd name="connsiteX103" fmla="*/ 92060 w 998600"/>
                <a:gd name="connsiteY103" fmla="*/ 47 h 962667"/>
                <a:gd name="connsiteX104" fmla="*/ 130160 w 998600"/>
                <a:gd name="connsiteY104" fmla="*/ 27574 h 962667"/>
                <a:gd name="connsiteX105" fmla="*/ 106252 w 998600"/>
                <a:gd name="connsiteY105" fmla="*/ 117204 h 962667"/>
                <a:gd name="connsiteX106" fmla="*/ 148162 w 998600"/>
                <a:gd name="connsiteY106" fmla="*/ 122348 h 962667"/>
                <a:gd name="connsiteX107" fmla="*/ 186262 w 998600"/>
                <a:gd name="connsiteY107" fmla="*/ 100631 h 962667"/>
                <a:gd name="connsiteX108" fmla="*/ 202074 w 998600"/>
                <a:gd name="connsiteY108" fmla="*/ 96154 h 962667"/>
                <a:gd name="connsiteX109" fmla="*/ 213123 w 998600"/>
                <a:gd name="connsiteY109" fmla="*/ 110156 h 962667"/>
                <a:gd name="connsiteX110" fmla="*/ 253985 w 998600"/>
                <a:gd name="connsiteY110" fmla="*/ 129206 h 962667"/>
                <a:gd name="connsiteX111" fmla="*/ 238078 w 998600"/>
                <a:gd name="connsiteY111" fmla="*/ 162544 h 962667"/>
                <a:gd name="connsiteX112" fmla="*/ 253509 w 998600"/>
                <a:gd name="connsiteY112" fmla="*/ 181594 h 962667"/>
                <a:gd name="connsiteX113" fmla="*/ 279703 w 998600"/>
                <a:gd name="connsiteY113" fmla="*/ 189309 h 962667"/>
                <a:gd name="connsiteX114" fmla="*/ 297609 w 998600"/>
                <a:gd name="connsiteY114" fmla="*/ 207787 h 962667"/>
                <a:gd name="connsiteX115" fmla="*/ 364284 w 998600"/>
                <a:gd name="connsiteY115" fmla="*/ 217312 h 962667"/>
                <a:gd name="connsiteX116" fmla="*/ 388097 w 998600"/>
                <a:gd name="connsiteY116" fmla="*/ 238267 h 962667"/>
                <a:gd name="connsiteX117" fmla="*/ 406385 w 998600"/>
                <a:gd name="connsiteY117" fmla="*/ 230552 h 962667"/>
                <a:gd name="connsiteX118" fmla="*/ 407433 w 998600"/>
                <a:gd name="connsiteY118" fmla="*/ 237791 h 962667"/>
                <a:gd name="connsiteX119" fmla="*/ 513446 w 998600"/>
                <a:gd name="connsiteY119" fmla="*/ 290083 h 962667"/>
                <a:gd name="connsiteX120" fmla="*/ 535449 w 998600"/>
                <a:gd name="connsiteY120" fmla="*/ 301418 h 962667"/>
                <a:gd name="connsiteX121" fmla="*/ 550593 w 998600"/>
                <a:gd name="connsiteY121" fmla="*/ 320468 h 962667"/>
                <a:gd name="connsiteX122" fmla="*/ 624984 w 998600"/>
                <a:gd name="connsiteY122" fmla="*/ 381714 h 962667"/>
                <a:gd name="connsiteX123" fmla="*/ 637652 w 998600"/>
                <a:gd name="connsiteY123" fmla="*/ 388572 h 962667"/>
                <a:gd name="connsiteX124" fmla="*/ 653464 w 998600"/>
                <a:gd name="connsiteY124" fmla="*/ 377618 h 962667"/>
                <a:gd name="connsiteX125" fmla="*/ 682039 w 998600"/>
                <a:gd name="connsiteY125" fmla="*/ 385524 h 962667"/>
                <a:gd name="connsiteX126" fmla="*/ 709375 w 998600"/>
                <a:gd name="connsiteY126" fmla="*/ 398192 h 962667"/>
                <a:gd name="connsiteX127" fmla="*/ 738808 w 998600"/>
                <a:gd name="connsiteY127" fmla="*/ 398192 h 962667"/>
                <a:gd name="connsiteX128" fmla="*/ 737665 w 998600"/>
                <a:gd name="connsiteY128" fmla="*/ 423909 h 962667"/>
                <a:gd name="connsiteX129" fmla="*/ 831295 w 998600"/>
                <a:gd name="connsiteY129" fmla="*/ 455913 h 962667"/>
                <a:gd name="connsiteX130" fmla="*/ 832153 w 998600"/>
                <a:gd name="connsiteY130" fmla="*/ 437911 h 962667"/>
                <a:gd name="connsiteX131" fmla="*/ 886064 w 998600"/>
                <a:gd name="connsiteY131" fmla="*/ 440388 h 962667"/>
                <a:gd name="connsiteX132" fmla="*/ 956835 w 998600"/>
                <a:gd name="connsiteY132" fmla="*/ 521541 h 962667"/>
                <a:gd name="connsiteX133" fmla="*/ 972170 w 998600"/>
                <a:gd name="connsiteY133" fmla="*/ 530399 h 962667"/>
                <a:gd name="connsiteX134" fmla="*/ 978647 w 998600"/>
                <a:gd name="connsiteY134" fmla="*/ 546020 h 962667"/>
                <a:gd name="connsiteX135" fmla="*/ 956549 w 998600"/>
                <a:gd name="connsiteY135" fmla="*/ 558593 h 962667"/>
                <a:gd name="connsiteX136" fmla="*/ 929022 w 998600"/>
                <a:gd name="connsiteY136" fmla="*/ 555355 h 962667"/>
                <a:gd name="connsiteX137" fmla="*/ 912734 w 998600"/>
                <a:gd name="connsiteY137" fmla="*/ 573452 h 962667"/>
                <a:gd name="connsiteX138" fmla="*/ 933975 w 998600"/>
                <a:gd name="connsiteY138" fmla="*/ 579548 h 962667"/>
                <a:gd name="connsiteX139" fmla="*/ 946072 w 998600"/>
                <a:gd name="connsiteY139" fmla="*/ 594788 h 962667"/>
                <a:gd name="connsiteX140" fmla="*/ 926164 w 998600"/>
                <a:gd name="connsiteY140" fmla="*/ 602313 h 962667"/>
                <a:gd name="connsiteX141" fmla="*/ 917497 w 998600"/>
                <a:gd name="connsiteY141" fmla="*/ 626316 h 962667"/>
                <a:gd name="connsiteX142" fmla="*/ 998364 w 998600"/>
                <a:gd name="connsiteY142" fmla="*/ 667940 h 962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998600" h="962667">
                  <a:moveTo>
                    <a:pt x="998364" y="667940"/>
                  </a:moveTo>
                  <a:cubicBezTo>
                    <a:pt x="976837" y="701944"/>
                    <a:pt x="922164" y="680894"/>
                    <a:pt x="904543" y="716898"/>
                  </a:cubicBezTo>
                  <a:cubicBezTo>
                    <a:pt x="899590" y="726423"/>
                    <a:pt x="899304" y="740235"/>
                    <a:pt x="889684" y="745473"/>
                  </a:cubicBezTo>
                  <a:cubicBezTo>
                    <a:pt x="882730" y="749665"/>
                    <a:pt x="873872" y="747474"/>
                    <a:pt x="865776" y="748045"/>
                  </a:cubicBezTo>
                  <a:cubicBezTo>
                    <a:pt x="842725" y="749760"/>
                    <a:pt x="827676" y="775953"/>
                    <a:pt x="830343" y="798909"/>
                  </a:cubicBezTo>
                  <a:cubicBezTo>
                    <a:pt x="830524" y="800480"/>
                    <a:pt x="830810" y="802042"/>
                    <a:pt x="831200" y="803576"/>
                  </a:cubicBezTo>
                  <a:cubicBezTo>
                    <a:pt x="831800" y="806834"/>
                    <a:pt x="832724" y="810024"/>
                    <a:pt x="833962" y="813101"/>
                  </a:cubicBezTo>
                  <a:lnTo>
                    <a:pt x="834820" y="815292"/>
                  </a:lnTo>
                  <a:lnTo>
                    <a:pt x="835867" y="817482"/>
                  </a:lnTo>
                  <a:cubicBezTo>
                    <a:pt x="836163" y="818206"/>
                    <a:pt x="836505" y="818911"/>
                    <a:pt x="836915" y="819578"/>
                  </a:cubicBezTo>
                  <a:cubicBezTo>
                    <a:pt x="837972" y="821721"/>
                    <a:pt x="839182" y="823798"/>
                    <a:pt x="840534" y="825769"/>
                  </a:cubicBezTo>
                  <a:cubicBezTo>
                    <a:pt x="841344" y="827179"/>
                    <a:pt x="842268" y="828512"/>
                    <a:pt x="843297" y="829770"/>
                  </a:cubicBezTo>
                  <a:cubicBezTo>
                    <a:pt x="843402" y="830027"/>
                    <a:pt x="843564" y="830256"/>
                    <a:pt x="843773" y="830436"/>
                  </a:cubicBezTo>
                  <a:cubicBezTo>
                    <a:pt x="844745" y="831856"/>
                    <a:pt x="845821" y="833199"/>
                    <a:pt x="847012" y="834437"/>
                  </a:cubicBezTo>
                  <a:cubicBezTo>
                    <a:pt x="848698" y="836666"/>
                    <a:pt x="850546" y="838761"/>
                    <a:pt x="852536" y="840723"/>
                  </a:cubicBezTo>
                  <a:lnTo>
                    <a:pt x="855870" y="843962"/>
                  </a:lnTo>
                  <a:cubicBezTo>
                    <a:pt x="857013" y="845200"/>
                    <a:pt x="858346" y="846343"/>
                    <a:pt x="859584" y="847486"/>
                  </a:cubicBezTo>
                  <a:cubicBezTo>
                    <a:pt x="861528" y="849448"/>
                    <a:pt x="863661" y="851201"/>
                    <a:pt x="865966" y="852725"/>
                  </a:cubicBezTo>
                  <a:lnTo>
                    <a:pt x="868824" y="854916"/>
                  </a:lnTo>
                  <a:cubicBezTo>
                    <a:pt x="847726" y="860088"/>
                    <a:pt x="834810" y="881386"/>
                    <a:pt x="839982" y="902493"/>
                  </a:cubicBezTo>
                  <a:cubicBezTo>
                    <a:pt x="841001" y="906656"/>
                    <a:pt x="842706" y="910637"/>
                    <a:pt x="845011" y="914257"/>
                  </a:cubicBezTo>
                  <a:cubicBezTo>
                    <a:pt x="845011" y="915971"/>
                    <a:pt x="844345" y="917590"/>
                    <a:pt x="843964" y="919210"/>
                  </a:cubicBezTo>
                  <a:cubicBezTo>
                    <a:pt x="843802" y="919924"/>
                    <a:pt x="843573" y="920629"/>
                    <a:pt x="843297" y="921305"/>
                  </a:cubicBezTo>
                  <a:cubicBezTo>
                    <a:pt x="842420" y="924105"/>
                    <a:pt x="841335" y="926849"/>
                    <a:pt x="840058" y="929497"/>
                  </a:cubicBezTo>
                  <a:cubicBezTo>
                    <a:pt x="839010" y="931592"/>
                    <a:pt x="837772" y="933592"/>
                    <a:pt x="836534" y="935593"/>
                  </a:cubicBezTo>
                  <a:lnTo>
                    <a:pt x="818913" y="953119"/>
                  </a:lnTo>
                  <a:lnTo>
                    <a:pt x="818913" y="953119"/>
                  </a:lnTo>
                  <a:cubicBezTo>
                    <a:pt x="811483" y="958329"/>
                    <a:pt x="802873" y="961605"/>
                    <a:pt x="793862" y="962644"/>
                  </a:cubicBezTo>
                  <a:lnTo>
                    <a:pt x="788433" y="962644"/>
                  </a:lnTo>
                  <a:cubicBezTo>
                    <a:pt x="786594" y="962739"/>
                    <a:pt x="784747" y="962739"/>
                    <a:pt x="782908" y="962644"/>
                  </a:cubicBezTo>
                  <a:lnTo>
                    <a:pt x="777479" y="961786"/>
                  </a:lnTo>
                  <a:cubicBezTo>
                    <a:pt x="775355" y="961377"/>
                    <a:pt x="773250" y="960843"/>
                    <a:pt x="771193" y="960167"/>
                  </a:cubicBezTo>
                  <a:cubicBezTo>
                    <a:pt x="769002" y="959405"/>
                    <a:pt x="766906" y="958643"/>
                    <a:pt x="764811" y="957690"/>
                  </a:cubicBezTo>
                  <a:cubicBezTo>
                    <a:pt x="762715" y="956738"/>
                    <a:pt x="761763" y="956262"/>
                    <a:pt x="760239" y="955405"/>
                  </a:cubicBezTo>
                  <a:cubicBezTo>
                    <a:pt x="748247" y="949004"/>
                    <a:pt x="738855" y="938631"/>
                    <a:pt x="733664" y="926068"/>
                  </a:cubicBezTo>
                  <a:lnTo>
                    <a:pt x="745570" y="919210"/>
                  </a:lnTo>
                  <a:cubicBezTo>
                    <a:pt x="733645" y="908903"/>
                    <a:pt x="729283" y="892320"/>
                    <a:pt x="734617" y="877490"/>
                  </a:cubicBezTo>
                  <a:cubicBezTo>
                    <a:pt x="740170" y="863250"/>
                    <a:pt x="748561" y="850287"/>
                    <a:pt x="759286" y="839390"/>
                  </a:cubicBezTo>
                  <a:cubicBezTo>
                    <a:pt x="732045" y="856249"/>
                    <a:pt x="696898" y="840819"/>
                    <a:pt x="669561" y="824150"/>
                  </a:cubicBezTo>
                  <a:cubicBezTo>
                    <a:pt x="638319" y="805100"/>
                    <a:pt x="601552" y="783573"/>
                    <a:pt x="567548" y="797194"/>
                  </a:cubicBezTo>
                  <a:cubicBezTo>
                    <a:pt x="554880" y="802243"/>
                    <a:pt x="544402" y="811863"/>
                    <a:pt x="531925" y="817482"/>
                  </a:cubicBezTo>
                  <a:cubicBezTo>
                    <a:pt x="519447" y="823102"/>
                    <a:pt x="502492" y="823293"/>
                    <a:pt x="494301" y="812339"/>
                  </a:cubicBezTo>
                  <a:cubicBezTo>
                    <a:pt x="501854" y="800014"/>
                    <a:pt x="505197" y="785574"/>
                    <a:pt x="503826" y="771191"/>
                  </a:cubicBezTo>
                  <a:cubicBezTo>
                    <a:pt x="482499" y="789470"/>
                    <a:pt x="453762" y="796537"/>
                    <a:pt x="426388" y="790241"/>
                  </a:cubicBezTo>
                  <a:cubicBezTo>
                    <a:pt x="435541" y="786631"/>
                    <a:pt x="440027" y="776287"/>
                    <a:pt x="436417" y="767133"/>
                  </a:cubicBezTo>
                  <a:cubicBezTo>
                    <a:pt x="436027" y="766124"/>
                    <a:pt x="435532" y="765162"/>
                    <a:pt x="434960" y="764238"/>
                  </a:cubicBezTo>
                  <a:cubicBezTo>
                    <a:pt x="428578" y="755456"/>
                    <a:pt x="417910" y="750855"/>
                    <a:pt x="407147" y="752236"/>
                  </a:cubicBezTo>
                  <a:cubicBezTo>
                    <a:pt x="396603" y="753903"/>
                    <a:pt x="386364" y="757113"/>
                    <a:pt x="376762" y="761761"/>
                  </a:cubicBezTo>
                  <a:cubicBezTo>
                    <a:pt x="351493" y="772972"/>
                    <a:pt x="324003" y="778278"/>
                    <a:pt x="296371" y="777287"/>
                  </a:cubicBezTo>
                  <a:cubicBezTo>
                    <a:pt x="268425" y="776096"/>
                    <a:pt x="242498" y="762380"/>
                    <a:pt x="225791" y="739949"/>
                  </a:cubicBezTo>
                  <a:cubicBezTo>
                    <a:pt x="209503" y="738901"/>
                    <a:pt x="197216" y="756141"/>
                    <a:pt x="196645" y="772429"/>
                  </a:cubicBezTo>
                  <a:cubicBezTo>
                    <a:pt x="197959" y="788765"/>
                    <a:pt x="203684" y="804433"/>
                    <a:pt x="213218" y="817768"/>
                  </a:cubicBezTo>
                  <a:cubicBezTo>
                    <a:pt x="228839" y="844124"/>
                    <a:pt x="244717" y="870318"/>
                    <a:pt x="260843" y="896349"/>
                  </a:cubicBezTo>
                  <a:cubicBezTo>
                    <a:pt x="229487" y="905465"/>
                    <a:pt x="196264" y="905998"/>
                    <a:pt x="164641" y="897873"/>
                  </a:cubicBezTo>
                  <a:cubicBezTo>
                    <a:pt x="146515" y="891863"/>
                    <a:pt x="136694" y="872299"/>
                    <a:pt x="142704" y="854173"/>
                  </a:cubicBezTo>
                  <a:cubicBezTo>
                    <a:pt x="145457" y="845867"/>
                    <a:pt x="151248" y="838923"/>
                    <a:pt x="158925" y="834723"/>
                  </a:cubicBezTo>
                  <a:cubicBezTo>
                    <a:pt x="144228" y="828160"/>
                    <a:pt x="137637" y="810920"/>
                    <a:pt x="144200" y="796223"/>
                  </a:cubicBezTo>
                  <a:cubicBezTo>
                    <a:pt x="147591" y="788631"/>
                    <a:pt x="154058" y="782859"/>
                    <a:pt x="161974" y="780335"/>
                  </a:cubicBezTo>
                  <a:lnTo>
                    <a:pt x="139399" y="750427"/>
                  </a:lnTo>
                  <a:cubicBezTo>
                    <a:pt x="139399" y="730424"/>
                    <a:pt x="160640" y="717375"/>
                    <a:pt x="180071" y="712327"/>
                  </a:cubicBezTo>
                  <a:cubicBezTo>
                    <a:pt x="199502" y="707278"/>
                    <a:pt x="221029" y="706326"/>
                    <a:pt x="235888" y="693277"/>
                  </a:cubicBezTo>
                  <a:cubicBezTo>
                    <a:pt x="254271" y="676894"/>
                    <a:pt x="254938" y="647938"/>
                    <a:pt x="247222" y="624601"/>
                  </a:cubicBezTo>
                  <a:lnTo>
                    <a:pt x="267034" y="621363"/>
                  </a:lnTo>
                  <a:cubicBezTo>
                    <a:pt x="268739" y="568785"/>
                    <a:pt x="227496" y="524779"/>
                    <a:pt x="174918" y="523074"/>
                  </a:cubicBezTo>
                  <a:cubicBezTo>
                    <a:pt x="163545" y="522703"/>
                    <a:pt x="152191" y="524379"/>
                    <a:pt x="141400" y="528018"/>
                  </a:cubicBezTo>
                  <a:lnTo>
                    <a:pt x="141400" y="526113"/>
                  </a:lnTo>
                  <a:cubicBezTo>
                    <a:pt x="141400" y="526113"/>
                    <a:pt x="141400" y="526113"/>
                    <a:pt x="141400" y="526113"/>
                  </a:cubicBezTo>
                  <a:lnTo>
                    <a:pt x="141400" y="526113"/>
                  </a:lnTo>
                  <a:lnTo>
                    <a:pt x="141400" y="524589"/>
                  </a:lnTo>
                  <a:cubicBezTo>
                    <a:pt x="141600" y="523036"/>
                    <a:pt x="141600" y="521474"/>
                    <a:pt x="141400" y="519921"/>
                  </a:cubicBezTo>
                  <a:cubicBezTo>
                    <a:pt x="141495" y="519388"/>
                    <a:pt x="141495" y="518836"/>
                    <a:pt x="141400" y="518302"/>
                  </a:cubicBezTo>
                  <a:cubicBezTo>
                    <a:pt x="141457" y="517864"/>
                    <a:pt x="141457" y="517407"/>
                    <a:pt x="141400" y="516969"/>
                  </a:cubicBezTo>
                  <a:cubicBezTo>
                    <a:pt x="141438" y="516654"/>
                    <a:pt x="141438" y="516331"/>
                    <a:pt x="141400" y="516016"/>
                  </a:cubicBezTo>
                  <a:cubicBezTo>
                    <a:pt x="141447" y="515664"/>
                    <a:pt x="141447" y="515321"/>
                    <a:pt x="141400" y="514969"/>
                  </a:cubicBezTo>
                  <a:cubicBezTo>
                    <a:pt x="141047" y="513864"/>
                    <a:pt x="140628" y="512787"/>
                    <a:pt x="140161" y="511730"/>
                  </a:cubicBezTo>
                  <a:cubicBezTo>
                    <a:pt x="140161" y="510968"/>
                    <a:pt x="139399" y="510111"/>
                    <a:pt x="138923" y="509349"/>
                  </a:cubicBezTo>
                  <a:cubicBezTo>
                    <a:pt x="138504" y="508501"/>
                    <a:pt x="137999" y="507701"/>
                    <a:pt x="137399" y="506967"/>
                  </a:cubicBezTo>
                  <a:lnTo>
                    <a:pt x="55770" y="537067"/>
                  </a:lnTo>
                  <a:cubicBezTo>
                    <a:pt x="51160" y="539505"/>
                    <a:pt x="45759" y="539953"/>
                    <a:pt x="40816" y="538305"/>
                  </a:cubicBezTo>
                  <a:cubicBezTo>
                    <a:pt x="31291" y="533447"/>
                    <a:pt x="36910" y="518207"/>
                    <a:pt x="46054" y="512968"/>
                  </a:cubicBezTo>
                  <a:cubicBezTo>
                    <a:pt x="55198" y="507729"/>
                    <a:pt x="67009" y="506301"/>
                    <a:pt x="73772" y="498204"/>
                  </a:cubicBezTo>
                  <a:cubicBezTo>
                    <a:pt x="82725" y="487536"/>
                    <a:pt x="77963" y="470773"/>
                    <a:pt x="68914" y="460104"/>
                  </a:cubicBezTo>
                  <a:cubicBezTo>
                    <a:pt x="59866" y="449436"/>
                    <a:pt x="47578" y="442007"/>
                    <a:pt x="39006" y="430958"/>
                  </a:cubicBezTo>
                  <a:cubicBezTo>
                    <a:pt x="30433" y="419909"/>
                    <a:pt x="45388" y="411051"/>
                    <a:pt x="37291" y="392858"/>
                  </a:cubicBezTo>
                  <a:lnTo>
                    <a:pt x="29671" y="394477"/>
                  </a:lnTo>
                  <a:cubicBezTo>
                    <a:pt x="37196" y="382095"/>
                    <a:pt x="52341" y="373332"/>
                    <a:pt x="54817" y="358949"/>
                  </a:cubicBezTo>
                  <a:cubicBezTo>
                    <a:pt x="56627" y="348471"/>
                    <a:pt x="51103" y="337327"/>
                    <a:pt x="54817" y="327326"/>
                  </a:cubicBezTo>
                  <a:cubicBezTo>
                    <a:pt x="58532" y="317325"/>
                    <a:pt x="68057" y="312086"/>
                    <a:pt x="67105" y="302752"/>
                  </a:cubicBezTo>
                  <a:cubicBezTo>
                    <a:pt x="66152" y="293417"/>
                    <a:pt x="56056" y="289607"/>
                    <a:pt x="48721" y="284368"/>
                  </a:cubicBezTo>
                  <a:lnTo>
                    <a:pt x="48245" y="283892"/>
                  </a:lnTo>
                  <a:cubicBezTo>
                    <a:pt x="33481" y="272843"/>
                    <a:pt x="28338" y="253412"/>
                    <a:pt x="24147" y="235410"/>
                  </a:cubicBezTo>
                  <a:cubicBezTo>
                    <a:pt x="22718" y="230530"/>
                    <a:pt x="22261" y="225416"/>
                    <a:pt x="22813" y="220360"/>
                  </a:cubicBezTo>
                  <a:cubicBezTo>
                    <a:pt x="22975" y="219293"/>
                    <a:pt x="23232" y="218241"/>
                    <a:pt x="23575" y="217217"/>
                  </a:cubicBezTo>
                  <a:cubicBezTo>
                    <a:pt x="24966" y="214560"/>
                    <a:pt x="26214" y="211826"/>
                    <a:pt x="27290" y="209025"/>
                  </a:cubicBezTo>
                  <a:cubicBezTo>
                    <a:pt x="29862" y="198167"/>
                    <a:pt x="15574" y="189975"/>
                    <a:pt x="14431" y="179022"/>
                  </a:cubicBezTo>
                  <a:cubicBezTo>
                    <a:pt x="13574" y="169497"/>
                    <a:pt x="21861" y="161019"/>
                    <a:pt x="19099" y="152256"/>
                  </a:cubicBezTo>
                  <a:cubicBezTo>
                    <a:pt x="16336" y="143494"/>
                    <a:pt x="-237" y="139017"/>
                    <a:pt x="-237" y="128825"/>
                  </a:cubicBezTo>
                  <a:cubicBezTo>
                    <a:pt x="-237" y="122729"/>
                    <a:pt x="4811" y="118157"/>
                    <a:pt x="9288" y="113585"/>
                  </a:cubicBezTo>
                  <a:cubicBezTo>
                    <a:pt x="22156" y="98895"/>
                    <a:pt x="25823" y="78283"/>
                    <a:pt x="18813" y="60054"/>
                  </a:cubicBezTo>
                  <a:cubicBezTo>
                    <a:pt x="25461" y="60662"/>
                    <a:pt x="32167" y="60309"/>
                    <a:pt x="38720" y="59007"/>
                  </a:cubicBezTo>
                  <a:cubicBezTo>
                    <a:pt x="45368" y="57564"/>
                    <a:pt x="51007" y="53186"/>
                    <a:pt x="54055" y="47100"/>
                  </a:cubicBezTo>
                  <a:cubicBezTo>
                    <a:pt x="55560" y="42261"/>
                    <a:pt x="56579" y="37283"/>
                    <a:pt x="57103" y="32241"/>
                  </a:cubicBezTo>
                  <a:cubicBezTo>
                    <a:pt x="59704" y="22822"/>
                    <a:pt x="65761" y="14728"/>
                    <a:pt x="74058" y="9572"/>
                  </a:cubicBezTo>
                  <a:cubicBezTo>
                    <a:pt x="79830" y="5978"/>
                    <a:pt x="85840" y="2795"/>
                    <a:pt x="92060" y="47"/>
                  </a:cubicBezTo>
                  <a:cubicBezTo>
                    <a:pt x="105300" y="9572"/>
                    <a:pt x="119301" y="19097"/>
                    <a:pt x="130160" y="27574"/>
                  </a:cubicBezTo>
                  <a:cubicBezTo>
                    <a:pt x="101709" y="47842"/>
                    <a:pt x="91679" y="85461"/>
                    <a:pt x="106252" y="117204"/>
                  </a:cubicBezTo>
                  <a:cubicBezTo>
                    <a:pt x="118444" y="125930"/>
                    <a:pt x="134227" y="127868"/>
                    <a:pt x="148162" y="122348"/>
                  </a:cubicBezTo>
                  <a:cubicBezTo>
                    <a:pt x="161735" y="116756"/>
                    <a:pt x="174537" y="109458"/>
                    <a:pt x="186262" y="100631"/>
                  </a:cubicBezTo>
                  <a:cubicBezTo>
                    <a:pt x="190587" y="96826"/>
                    <a:pt x="196397" y="95180"/>
                    <a:pt x="202074" y="96154"/>
                  </a:cubicBezTo>
                  <a:cubicBezTo>
                    <a:pt x="208075" y="98154"/>
                    <a:pt x="210265" y="104822"/>
                    <a:pt x="213123" y="110156"/>
                  </a:cubicBezTo>
                  <a:cubicBezTo>
                    <a:pt x="221467" y="124370"/>
                    <a:pt x="237736" y="131950"/>
                    <a:pt x="253985" y="129206"/>
                  </a:cubicBezTo>
                  <a:cubicBezTo>
                    <a:pt x="253576" y="142052"/>
                    <a:pt x="247803" y="154141"/>
                    <a:pt x="238078" y="162544"/>
                  </a:cubicBezTo>
                  <a:cubicBezTo>
                    <a:pt x="235983" y="171116"/>
                    <a:pt x="244746" y="178641"/>
                    <a:pt x="253509" y="181594"/>
                  </a:cubicBezTo>
                  <a:cubicBezTo>
                    <a:pt x="262529" y="183061"/>
                    <a:pt x="271330" y="185654"/>
                    <a:pt x="279703" y="189309"/>
                  </a:cubicBezTo>
                  <a:cubicBezTo>
                    <a:pt x="287037" y="193881"/>
                    <a:pt x="291228" y="201977"/>
                    <a:pt x="297609" y="207787"/>
                  </a:cubicBezTo>
                  <a:cubicBezTo>
                    <a:pt x="313421" y="222456"/>
                    <a:pt x="343901" y="209883"/>
                    <a:pt x="364284" y="217312"/>
                  </a:cubicBezTo>
                  <a:cubicBezTo>
                    <a:pt x="373809" y="220741"/>
                    <a:pt x="377810" y="237410"/>
                    <a:pt x="388097" y="238267"/>
                  </a:cubicBezTo>
                  <a:cubicBezTo>
                    <a:pt x="394822" y="237555"/>
                    <a:pt x="401185" y="234871"/>
                    <a:pt x="406385" y="230552"/>
                  </a:cubicBezTo>
                  <a:cubicBezTo>
                    <a:pt x="406385" y="232933"/>
                    <a:pt x="406957" y="235410"/>
                    <a:pt x="407433" y="237791"/>
                  </a:cubicBezTo>
                  <a:cubicBezTo>
                    <a:pt x="442580" y="257412"/>
                    <a:pt x="476680" y="273796"/>
                    <a:pt x="513446" y="290083"/>
                  </a:cubicBezTo>
                  <a:cubicBezTo>
                    <a:pt x="521142" y="293113"/>
                    <a:pt x="528515" y="296911"/>
                    <a:pt x="535449" y="301418"/>
                  </a:cubicBezTo>
                  <a:cubicBezTo>
                    <a:pt x="542374" y="306022"/>
                    <a:pt x="547670" y="312687"/>
                    <a:pt x="550593" y="320468"/>
                  </a:cubicBezTo>
                  <a:cubicBezTo>
                    <a:pt x="577635" y="337997"/>
                    <a:pt x="602591" y="358544"/>
                    <a:pt x="624984" y="381714"/>
                  </a:cubicBezTo>
                  <a:cubicBezTo>
                    <a:pt x="628413" y="385333"/>
                    <a:pt x="632699" y="389334"/>
                    <a:pt x="637652" y="388572"/>
                  </a:cubicBezTo>
                  <a:cubicBezTo>
                    <a:pt x="644129" y="387429"/>
                    <a:pt x="647177" y="379047"/>
                    <a:pt x="653464" y="377618"/>
                  </a:cubicBezTo>
                  <a:cubicBezTo>
                    <a:pt x="663589" y="377146"/>
                    <a:pt x="673599" y="379915"/>
                    <a:pt x="682039" y="385524"/>
                  </a:cubicBezTo>
                  <a:cubicBezTo>
                    <a:pt x="690878" y="390305"/>
                    <a:pt x="700012" y="394534"/>
                    <a:pt x="709375" y="398192"/>
                  </a:cubicBezTo>
                  <a:cubicBezTo>
                    <a:pt x="718824" y="401964"/>
                    <a:pt x="729359" y="401964"/>
                    <a:pt x="738808" y="398192"/>
                  </a:cubicBezTo>
                  <a:lnTo>
                    <a:pt x="737665" y="423909"/>
                  </a:lnTo>
                  <a:cubicBezTo>
                    <a:pt x="770602" y="428615"/>
                    <a:pt x="802368" y="439464"/>
                    <a:pt x="831295" y="455913"/>
                  </a:cubicBezTo>
                  <a:cubicBezTo>
                    <a:pt x="830629" y="449903"/>
                    <a:pt x="830914" y="443826"/>
                    <a:pt x="832153" y="437911"/>
                  </a:cubicBezTo>
                  <a:cubicBezTo>
                    <a:pt x="850079" y="434625"/>
                    <a:pt x="868519" y="435473"/>
                    <a:pt x="886064" y="440388"/>
                  </a:cubicBezTo>
                  <a:cubicBezTo>
                    <a:pt x="898171" y="475630"/>
                    <a:pt x="923564" y="504758"/>
                    <a:pt x="956835" y="521541"/>
                  </a:cubicBezTo>
                  <a:cubicBezTo>
                    <a:pt x="962321" y="523798"/>
                    <a:pt x="967474" y="526780"/>
                    <a:pt x="972170" y="530399"/>
                  </a:cubicBezTo>
                  <a:cubicBezTo>
                    <a:pt x="976876" y="534142"/>
                    <a:pt x="979323" y="540048"/>
                    <a:pt x="978647" y="546020"/>
                  </a:cubicBezTo>
                  <a:cubicBezTo>
                    <a:pt x="976933" y="555545"/>
                    <a:pt x="965884" y="559260"/>
                    <a:pt x="956549" y="558593"/>
                  </a:cubicBezTo>
                  <a:cubicBezTo>
                    <a:pt x="947472" y="556812"/>
                    <a:pt x="938271" y="555726"/>
                    <a:pt x="929022" y="555355"/>
                  </a:cubicBezTo>
                  <a:cubicBezTo>
                    <a:pt x="919497" y="556212"/>
                    <a:pt x="909972" y="564880"/>
                    <a:pt x="912734" y="573452"/>
                  </a:cubicBezTo>
                  <a:cubicBezTo>
                    <a:pt x="918163" y="578596"/>
                    <a:pt x="926641" y="578024"/>
                    <a:pt x="933975" y="579548"/>
                  </a:cubicBezTo>
                  <a:cubicBezTo>
                    <a:pt x="941309" y="581072"/>
                    <a:pt x="949310" y="588025"/>
                    <a:pt x="946072" y="594788"/>
                  </a:cubicBezTo>
                  <a:cubicBezTo>
                    <a:pt x="942833" y="601551"/>
                    <a:pt x="933118" y="599932"/>
                    <a:pt x="926164" y="602313"/>
                  </a:cubicBezTo>
                  <a:cubicBezTo>
                    <a:pt x="916639" y="605646"/>
                    <a:pt x="907972" y="621363"/>
                    <a:pt x="917497" y="626316"/>
                  </a:cubicBezTo>
                  <a:cubicBezTo>
                    <a:pt x="948358" y="640413"/>
                    <a:pt x="967503" y="653367"/>
                    <a:pt x="998364" y="667940"/>
                  </a:cubicBezTo>
                  <a:close/>
                </a:path>
              </a:pathLst>
            </a:custGeom>
            <a:grpFill/>
            <a:ln w="7144" cap="rnd">
              <a:solidFill>
                <a:schemeClr val="bg1"/>
              </a:solidFill>
              <a:prstDash val="solid"/>
              <a:round/>
            </a:ln>
          </p:spPr>
          <p:txBody>
            <a:bodyPr rtlCol="0" anchor="ctr"/>
            <a:lstStyle/>
            <a:p>
              <a:endParaRPr lang="en-IN"/>
            </a:p>
          </p:txBody>
        </p:sp>
        <p:sp>
          <p:nvSpPr>
            <p:cNvPr id="54" name="Freeform: Shape 53"/>
            <p:cNvSpPr/>
            <p:nvPr/>
          </p:nvSpPr>
          <p:spPr>
            <a:xfrm>
              <a:off x="6194487" y="3938465"/>
              <a:ext cx="17430" cy="17621"/>
            </a:xfrm>
            <a:custGeom>
              <a:avLst/>
              <a:gdLst>
                <a:gd name="connsiteX0" fmla="*/ 17194 w 17430"/>
                <a:gd name="connsiteY0" fmla="*/ 47 h 17621"/>
                <a:gd name="connsiteX1" fmla="*/ -237 w 17430"/>
                <a:gd name="connsiteY1" fmla="*/ 17668 h 17621"/>
              </a:gdLst>
              <a:ahLst/>
              <a:cxnLst>
                <a:cxn ang="0">
                  <a:pos x="connsiteX0" y="connsiteY0"/>
                </a:cxn>
                <a:cxn ang="0">
                  <a:pos x="connsiteX1" y="connsiteY1"/>
                </a:cxn>
              </a:cxnLst>
              <a:rect l="l" t="t" r="r" b="b"/>
              <a:pathLst>
                <a:path w="17430" h="17621">
                  <a:moveTo>
                    <a:pt x="17194" y="47"/>
                  </a:moveTo>
                  <a:cubicBezTo>
                    <a:pt x="12641" y="7048"/>
                    <a:pt x="6707" y="13039"/>
                    <a:pt x="-237" y="17668"/>
                  </a:cubicBezTo>
                  <a:close/>
                </a:path>
              </a:pathLst>
            </a:custGeom>
            <a:grpFill/>
            <a:ln w="7144" cap="rnd">
              <a:solidFill>
                <a:schemeClr val="bg1"/>
              </a:solidFill>
              <a:prstDash val="solid"/>
              <a:round/>
            </a:ln>
          </p:spPr>
          <p:txBody>
            <a:bodyPr rtlCol="0" anchor="ctr"/>
            <a:lstStyle/>
            <a:p>
              <a:endParaRPr lang="en-IN"/>
            </a:p>
          </p:txBody>
        </p:sp>
        <p:sp>
          <p:nvSpPr>
            <p:cNvPr id="55" name="Freeform: Shape 54"/>
            <p:cNvSpPr/>
            <p:nvPr/>
          </p:nvSpPr>
          <p:spPr>
            <a:xfrm>
              <a:off x="5516879" y="3522603"/>
              <a:ext cx="149" cy="4667"/>
            </a:xfrm>
            <a:custGeom>
              <a:avLst/>
              <a:gdLst>
                <a:gd name="connsiteX0" fmla="*/ -237 w 149"/>
                <a:gd name="connsiteY0" fmla="*/ 4714 h 4667"/>
                <a:gd name="connsiteX1" fmla="*/ -237 w 149"/>
                <a:gd name="connsiteY1" fmla="*/ 47 h 4667"/>
                <a:gd name="connsiteX2" fmla="*/ -237 w 149"/>
                <a:gd name="connsiteY2" fmla="*/ 4714 h 4667"/>
              </a:gdLst>
              <a:ahLst/>
              <a:cxnLst>
                <a:cxn ang="0">
                  <a:pos x="connsiteX0" y="connsiteY0"/>
                </a:cxn>
                <a:cxn ang="0">
                  <a:pos x="connsiteX1" y="connsiteY1"/>
                </a:cxn>
                <a:cxn ang="0">
                  <a:pos x="connsiteX2" y="connsiteY2"/>
                </a:cxn>
              </a:cxnLst>
              <a:rect l="l" t="t" r="r" b="b"/>
              <a:pathLst>
                <a:path w="149" h="4667">
                  <a:moveTo>
                    <a:pt x="-237" y="4714"/>
                  </a:moveTo>
                  <a:cubicBezTo>
                    <a:pt x="-142" y="3162"/>
                    <a:pt x="-142" y="1600"/>
                    <a:pt x="-237" y="47"/>
                  </a:cubicBezTo>
                  <a:cubicBezTo>
                    <a:pt x="-37" y="1600"/>
                    <a:pt x="-37" y="3162"/>
                    <a:pt x="-237" y="4714"/>
                  </a:cubicBezTo>
                  <a:close/>
                </a:path>
              </a:pathLst>
            </a:custGeom>
            <a:grpFill/>
            <a:ln w="7144" cap="rnd">
              <a:solidFill>
                <a:schemeClr val="bg1"/>
              </a:solidFill>
              <a:prstDash val="solid"/>
              <a:round/>
            </a:ln>
          </p:spPr>
          <p:txBody>
            <a:bodyPr rtlCol="0" anchor="ctr"/>
            <a:lstStyle/>
            <a:p>
              <a:endParaRPr lang="en-IN"/>
            </a:p>
          </p:txBody>
        </p:sp>
        <p:sp>
          <p:nvSpPr>
            <p:cNvPr id="56" name="Freeform: Shape 55"/>
            <p:cNvSpPr/>
            <p:nvPr/>
          </p:nvSpPr>
          <p:spPr>
            <a:xfrm>
              <a:off x="6206584" y="3806258"/>
              <a:ext cx="2762" cy="9525"/>
            </a:xfrm>
            <a:custGeom>
              <a:avLst/>
              <a:gdLst>
                <a:gd name="connsiteX0" fmla="*/ 2525 w 2762"/>
                <a:gd name="connsiteY0" fmla="*/ 9572 h 9525"/>
                <a:gd name="connsiteX1" fmla="*/ -237 w 2762"/>
                <a:gd name="connsiteY1" fmla="*/ 47 h 9525"/>
                <a:gd name="connsiteX2" fmla="*/ 2525 w 2762"/>
                <a:gd name="connsiteY2" fmla="*/ 9572 h 9525"/>
              </a:gdLst>
              <a:ahLst/>
              <a:cxnLst>
                <a:cxn ang="0">
                  <a:pos x="connsiteX0" y="connsiteY0"/>
                </a:cxn>
                <a:cxn ang="0">
                  <a:pos x="connsiteX1" y="connsiteY1"/>
                </a:cxn>
                <a:cxn ang="0">
                  <a:pos x="connsiteX2" y="connsiteY2"/>
                </a:cxn>
              </a:cxnLst>
              <a:rect l="l" t="t" r="r" b="b"/>
              <a:pathLst>
                <a:path w="2762" h="9525">
                  <a:moveTo>
                    <a:pt x="2525" y="9572"/>
                  </a:moveTo>
                  <a:cubicBezTo>
                    <a:pt x="1287" y="6495"/>
                    <a:pt x="363" y="3305"/>
                    <a:pt x="-237" y="47"/>
                  </a:cubicBezTo>
                  <a:cubicBezTo>
                    <a:pt x="410" y="3295"/>
                    <a:pt x="1334" y="6476"/>
                    <a:pt x="2525" y="9572"/>
                  </a:cubicBezTo>
                  <a:close/>
                </a:path>
              </a:pathLst>
            </a:custGeom>
            <a:grpFill/>
            <a:ln w="7144" cap="rnd">
              <a:solidFill>
                <a:schemeClr val="bg1"/>
              </a:solidFill>
              <a:prstDash val="solid"/>
              <a:round/>
            </a:ln>
          </p:spPr>
          <p:txBody>
            <a:bodyPr rtlCol="0" anchor="ctr"/>
            <a:lstStyle/>
            <a:p>
              <a:endParaRPr lang="en-IN"/>
            </a:p>
          </p:txBody>
        </p:sp>
        <p:sp>
          <p:nvSpPr>
            <p:cNvPr id="57" name="Freeform: Shape 56"/>
            <p:cNvSpPr/>
            <p:nvPr/>
          </p:nvSpPr>
          <p:spPr>
            <a:xfrm>
              <a:off x="6224110" y="3839024"/>
              <a:ext cx="17240" cy="16383"/>
            </a:xfrm>
            <a:custGeom>
              <a:avLst/>
              <a:gdLst>
                <a:gd name="connsiteX0" fmla="*/ 17003 w 17240"/>
                <a:gd name="connsiteY0" fmla="*/ 16430 h 16383"/>
                <a:gd name="connsiteX1" fmla="*/ 10621 w 17240"/>
                <a:gd name="connsiteY1" fmla="*/ 11191 h 16383"/>
                <a:gd name="connsiteX2" fmla="*/ 6907 w 17240"/>
                <a:gd name="connsiteY2" fmla="*/ 7667 h 16383"/>
                <a:gd name="connsiteX3" fmla="*/ -237 w 17240"/>
                <a:gd name="connsiteY3" fmla="*/ 47 h 16383"/>
                <a:gd name="connsiteX4" fmla="*/ 17003 w 17240"/>
                <a:gd name="connsiteY4" fmla="*/ 16430 h 16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40" h="16383">
                  <a:moveTo>
                    <a:pt x="17003" y="16430"/>
                  </a:moveTo>
                  <a:lnTo>
                    <a:pt x="10621" y="11191"/>
                  </a:lnTo>
                  <a:cubicBezTo>
                    <a:pt x="9383" y="10048"/>
                    <a:pt x="8050" y="8905"/>
                    <a:pt x="6907" y="7667"/>
                  </a:cubicBezTo>
                  <a:cubicBezTo>
                    <a:pt x="5764" y="6429"/>
                    <a:pt x="1953" y="2524"/>
                    <a:pt x="-237" y="47"/>
                  </a:cubicBezTo>
                  <a:cubicBezTo>
                    <a:pt x="5183" y="5848"/>
                    <a:pt x="10936" y="11315"/>
                    <a:pt x="17003" y="16430"/>
                  </a:cubicBezTo>
                  <a:close/>
                </a:path>
              </a:pathLst>
            </a:custGeom>
            <a:grpFill/>
            <a:ln w="7144" cap="rnd">
              <a:solidFill>
                <a:schemeClr val="bg1"/>
              </a:solidFill>
              <a:prstDash val="solid"/>
              <a:round/>
            </a:ln>
          </p:spPr>
          <p:txBody>
            <a:bodyPr rtlCol="0" anchor="ctr"/>
            <a:lstStyle/>
            <a:p>
              <a:endParaRPr lang="en-IN"/>
            </a:p>
          </p:txBody>
        </p:sp>
        <p:sp>
          <p:nvSpPr>
            <p:cNvPr id="58" name="Freeform: Shape 57"/>
            <p:cNvSpPr/>
            <p:nvPr/>
          </p:nvSpPr>
          <p:spPr>
            <a:xfrm>
              <a:off x="4743608" y="4217254"/>
              <a:ext cx="1131696" cy="938927"/>
            </a:xfrm>
            <a:custGeom>
              <a:avLst/>
              <a:gdLst>
                <a:gd name="connsiteX0" fmla="*/ 1131459 w 1131696"/>
                <a:gd name="connsiteY0" fmla="*/ 394962 h 938927"/>
                <a:gd name="connsiteX1" fmla="*/ 1104789 w 1131696"/>
                <a:gd name="connsiteY1" fmla="*/ 424299 h 938927"/>
                <a:gd name="connsiteX2" fmla="*/ 1074595 w 1131696"/>
                <a:gd name="connsiteY2" fmla="*/ 424775 h 938927"/>
                <a:gd name="connsiteX3" fmla="*/ 1058688 w 1131696"/>
                <a:gd name="connsiteY3" fmla="*/ 442777 h 938927"/>
                <a:gd name="connsiteX4" fmla="*/ 1043734 w 1131696"/>
                <a:gd name="connsiteY4" fmla="*/ 512500 h 938927"/>
                <a:gd name="connsiteX5" fmla="*/ 1019636 w 1131696"/>
                <a:gd name="connsiteY5" fmla="*/ 497260 h 938927"/>
                <a:gd name="connsiteX6" fmla="*/ 1012111 w 1131696"/>
                <a:gd name="connsiteY6" fmla="*/ 444111 h 938927"/>
                <a:gd name="connsiteX7" fmla="*/ 994871 w 1131696"/>
                <a:gd name="connsiteY7" fmla="*/ 394962 h 938927"/>
                <a:gd name="connsiteX8" fmla="*/ 951723 w 1131696"/>
                <a:gd name="connsiteY8" fmla="*/ 393438 h 938927"/>
                <a:gd name="connsiteX9" fmla="*/ 815705 w 1131696"/>
                <a:gd name="connsiteY9" fmla="*/ 343717 h 938927"/>
                <a:gd name="connsiteX10" fmla="*/ 786559 w 1131696"/>
                <a:gd name="connsiteY10" fmla="*/ 334192 h 938927"/>
                <a:gd name="connsiteX11" fmla="*/ 767509 w 1131696"/>
                <a:gd name="connsiteY11" fmla="*/ 385722 h 938927"/>
                <a:gd name="connsiteX12" fmla="*/ 751031 w 1131696"/>
                <a:gd name="connsiteY12" fmla="*/ 438967 h 938927"/>
                <a:gd name="connsiteX13" fmla="*/ 708387 w 1131696"/>
                <a:gd name="connsiteY13" fmla="*/ 424194 h 938927"/>
                <a:gd name="connsiteX14" fmla="*/ 702358 w 1131696"/>
                <a:gd name="connsiteY14" fmla="*/ 428013 h 938927"/>
                <a:gd name="connsiteX15" fmla="*/ 711883 w 1131696"/>
                <a:gd name="connsiteY15" fmla="*/ 489450 h 938927"/>
                <a:gd name="connsiteX16" fmla="*/ 684070 w 1131696"/>
                <a:gd name="connsiteY16" fmla="*/ 542694 h 938927"/>
                <a:gd name="connsiteX17" fmla="*/ 653590 w 1131696"/>
                <a:gd name="connsiteY17" fmla="*/ 552886 h 938927"/>
                <a:gd name="connsiteX18" fmla="*/ 585772 w 1131696"/>
                <a:gd name="connsiteY18" fmla="*/ 579842 h 938927"/>
                <a:gd name="connsiteX19" fmla="*/ 564531 w 1131696"/>
                <a:gd name="connsiteY19" fmla="*/ 644040 h 938927"/>
                <a:gd name="connsiteX20" fmla="*/ 534051 w 1131696"/>
                <a:gd name="connsiteY20" fmla="*/ 650517 h 938927"/>
                <a:gd name="connsiteX21" fmla="*/ 502524 w 1131696"/>
                <a:gd name="connsiteY21" fmla="*/ 689570 h 938927"/>
                <a:gd name="connsiteX22" fmla="*/ 464424 w 1131696"/>
                <a:gd name="connsiteY22" fmla="*/ 719764 h 938927"/>
                <a:gd name="connsiteX23" fmla="*/ 428991 w 1131696"/>
                <a:gd name="connsiteY23" fmla="*/ 693189 h 938927"/>
                <a:gd name="connsiteX24" fmla="*/ 390891 w 1131696"/>
                <a:gd name="connsiteY24" fmla="*/ 694523 h 938927"/>
                <a:gd name="connsiteX25" fmla="*/ 403273 w 1131696"/>
                <a:gd name="connsiteY25" fmla="*/ 729861 h 938927"/>
                <a:gd name="connsiteX26" fmla="*/ 384223 w 1131696"/>
                <a:gd name="connsiteY26" fmla="*/ 758436 h 938927"/>
                <a:gd name="connsiteX27" fmla="*/ 347647 w 1131696"/>
                <a:gd name="connsiteY27" fmla="*/ 762817 h 938927"/>
                <a:gd name="connsiteX28" fmla="*/ 212201 w 1131696"/>
                <a:gd name="connsiteY28" fmla="*/ 812252 h 938927"/>
                <a:gd name="connsiteX29" fmla="*/ 198200 w 1131696"/>
                <a:gd name="connsiteY29" fmla="*/ 830540 h 938927"/>
                <a:gd name="connsiteX30" fmla="*/ 204582 w 1131696"/>
                <a:gd name="connsiteY30" fmla="*/ 856543 h 938927"/>
                <a:gd name="connsiteX31" fmla="*/ 191056 w 1131696"/>
                <a:gd name="connsiteY31" fmla="*/ 931791 h 938927"/>
                <a:gd name="connsiteX32" fmla="*/ 190294 w 1131696"/>
                <a:gd name="connsiteY32" fmla="*/ 930457 h 938927"/>
                <a:gd name="connsiteX33" fmla="*/ 180198 w 1131696"/>
                <a:gd name="connsiteY33" fmla="*/ 923123 h 938927"/>
                <a:gd name="connsiteX34" fmla="*/ 169053 w 1131696"/>
                <a:gd name="connsiteY34" fmla="*/ 918932 h 938927"/>
                <a:gd name="connsiteX35" fmla="*/ 158480 w 1131696"/>
                <a:gd name="connsiteY35" fmla="*/ 923123 h 938927"/>
                <a:gd name="connsiteX36" fmla="*/ 153051 w 1131696"/>
                <a:gd name="connsiteY36" fmla="*/ 937410 h 938927"/>
                <a:gd name="connsiteX37" fmla="*/ 143050 w 1131696"/>
                <a:gd name="connsiteY37" fmla="*/ 937410 h 938927"/>
                <a:gd name="connsiteX38" fmla="*/ 135335 w 1131696"/>
                <a:gd name="connsiteY38" fmla="*/ 930076 h 938927"/>
                <a:gd name="connsiteX39" fmla="*/ 96759 w 1131696"/>
                <a:gd name="connsiteY39" fmla="*/ 902358 h 938927"/>
                <a:gd name="connsiteX40" fmla="*/ 84662 w 1131696"/>
                <a:gd name="connsiteY40" fmla="*/ 895405 h 938927"/>
                <a:gd name="connsiteX41" fmla="*/ 82566 w 1131696"/>
                <a:gd name="connsiteY41" fmla="*/ 891309 h 938927"/>
                <a:gd name="connsiteX42" fmla="*/ 74660 w 1131696"/>
                <a:gd name="connsiteY42" fmla="*/ 847399 h 938927"/>
                <a:gd name="connsiteX43" fmla="*/ 63802 w 1131696"/>
                <a:gd name="connsiteY43" fmla="*/ 763198 h 938927"/>
                <a:gd name="connsiteX44" fmla="*/ 52658 w 1131696"/>
                <a:gd name="connsiteY44" fmla="*/ 660805 h 938927"/>
                <a:gd name="connsiteX45" fmla="*/ 25321 w 1131696"/>
                <a:gd name="connsiteY45" fmla="*/ 539837 h 938927"/>
                <a:gd name="connsiteX46" fmla="*/ 16463 w 1131696"/>
                <a:gd name="connsiteY46" fmla="*/ 457541 h 938927"/>
                <a:gd name="connsiteX47" fmla="*/ 11415 w 1131696"/>
                <a:gd name="connsiteY47" fmla="*/ 420774 h 938927"/>
                <a:gd name="connsiteX48" fmla="*/ 1127 w 1131696"/>
                <a:gd name="connsiteY48" fmla="*/ 339526 h 938927"/>
                <a:gd name="connsiteX49" fmla="*/ 12558 w 1131696"/>
                <a:gd name="connsiteY49" fmla="*/ 287615 h 938927"/>
                <a:gd name="connsiteX50" fmla="*/ 23035 w 1131696"/>
                <a:gd name="connsiteY50" fmla="*/ 273232 h 938927"/>
                <a:gd name="connsiteX51" fmla="*/ 39132 w 1131696"/>
                <a:gd name="connsiteY51" fmla="*/ 266946 h 938927"/>
                <a:gd name="connsiteX52" fmla="*/ 63135 w 1131696"/>
                <a:gd name="connsiteY52" fmla="*/ 291806 h 938927"/>
                <a:gd name="connsiteX53" fmla="*/ 87900 w 1131696"/>
                <a:gd name="connsiteY53" fmla="*/ 269803 h 938927"/>
                <a:gd name="connsiteX54" fmla="*/ 87900 w 1131696"/>
                <a:gd name="connsiteY54" fmla="*/ 269232 h 938927"/>
                <a:gd name="connsiteX55" fmla="*/ 119237 w 1131696"/>
                <a:gd name="connsiteY55" fmla="*/ 260469 h 938927"/>
                <a:gd name="connsiteX56" fmla="*/ 97711 w 1131696"/>
                <a:gd name="connsiteY56" fmla="*/ 212844 h 938927"/>
                <a:gd name="connsiteX57" fmla="*/ 97235 w 1131696"/>
                <a:gd name="connsiteY57" fmla="*/ 192936 h 938927"/>
                <a:gd name="connsiteX58" fmla="*/ 120190 w 1131696"/>
                <a:gd name="connsiteY58" fmla="*/ 199699 h 938927"/>
                <a:gd name="connsiteX59" fmla="*/ 142478 w 1131696"/>
                <a:gd name="connsiteY59" fmla="*/ 211701 h 938927"/>
                <a:gd name="connsiteX60" fmla="*/ 151432 w 1131696"/>
                <a:gd name="connsiteY60" fmla="*/ 202176 h 938927"/>
                <a:gd name="connsiteX61" fmla="*/ 159814 w 1131696"/>
                <a:gd name="connsiteY61" fmla="*/ 178649 h 938927"/>
                <a:gd name="connsiteX62" fmla="*/ 149527 w 1131696"/>
                <a:gd name="connsiteY62" fmla="*/ 156932 h 938927"/>
                <a:gd name="connsiteX63" fmla="*/ 132668 w 1131696"/>
                <a:gd name="connsiteY63" fmla="*/ 152836 h 938927"/>
                <a:gd name="connsiteX64" fmla="*/ 117142 w 1131696"/>
                <a:gd name="connsiteY64" fmla="*/ 145788 h 938927"/>
                <a:gd name="connsiteX65" fmla="*/ 118161 w 1131696"/>
                <a:gd name="connsiteY65" fmla="*/ 132357 h 938927"/>
                <a:gd name="connsiteX66" fmla="*/ 120000 w 1131696"/>
                <a:gd name="connsiteY66" fmla="*/ 131119 h 938927"/>
                <a:gd name="connsiteX67" fmla="*/ 160576 w 1131696"/>
                <a:gd name="connsiteY67" fmla="*/ 117403 h 938927"/>
                <a:gd name="connsiteX68" fmla="*/ 197724 w 1131696"/>
                <a:gd name="connsiteY68" fmla="*/ 93305 h 938927"/>
                <a:gd name="connsiteX69" fmla="*/ 215440 w 1131696"/>
                <a:gd name="connsiteY69" fmla="*/ 91114 h 938927"/>
                <a:gd name="connsiteX70" fmla="*/ 224965 w 1131696"/>
                <a:gd name="connsiteY70" fmla="*/ 78065 h 938927"/>
                <a:gd name="connsiteX71" fmla="*/ 205153 w 1131696"/>
                <a:gd name="connsiteY71" fmla="*/ 69969 h 938927"/>
                <a:gd name="connsiteX72" fmla="*/ 154956 w 1131696"/>
                <a:gd name="connsiteY72" fmla="*/ 77874 h 938927"/>
                <a:gd name="connsiteX73" fmla="*/ 157718 w 1131696"/>
                <a:gd name="connsiteY73" fmla="*/ 45775 h 938927"/>
                <a:gd name="connsiteX74" fmla="*/ 178864 w 1131696"/>
                <a:gd name="connsiteY74" fmla="*/ 22915 h 938927"/>
                <a:gd name="connsiteX75" fmla="*/ 199152 w 1131696"/>
                <a:gd name="connsiteY75" fmla="*/ 19677 h 938927"/>
                <a:gd name="connsiteX76" fmla="*/ 220202 w 1131696"/>
                <a:gd name="connsiteY76" fmla="*/ 22153 h 938927"/>
                <a:gd name="connsiteX77" fmla="*/ 220202 w 1131696"/>
                <a:gd name="connsiteY77" fmla="*/ 22153 h 938927"/>
                <a:gd name="connsiteX78" fmla="*/ 241148 w 1131696"/>
                <a:gd name="connsiteY78" fmla="*/ 55 h 938927"/>
                <a:gd name="connsiteX79" fmla="*/ 245253 w 1131696"/>
                <a:gd name="connsiteY79" fmla="*/ 341 h 938927"/>
                <a:gd name="connsiteX80" fmla="*/ 269256 w 1131696"/>
                <a:gd name="connsiteY80" fmla="*/ 27392 h 938927"/>
                <a:gd name="connsiteX81" fmla="*/ 262398 w 1131696"/>
                <a:gd name="connsiteY81" fmla="*/ 65492 h 938927"/>
                <a:gd name="connsiteX82" fmla="*/ 326120 w 1131696"/>
                <a:gd name="connsiteY82" fmla="*/ 94067 h 938927"/>
                <a:gd name="connsiteX83" fmla="*/ 392795 w 1131696"/>
                <a:gd name="connsiteY83" fmla="*/ 113117 h 938927"/>
                <a:gd name="connsiteX84" fmla="*/ 439373 w 1131696"/>
                <a:gd name="connsiteY84" fmla="*/ 107307 h 938927"/>
                <a:gd name="connsiteX85" fmla="*/ 482616 w 1131696"/>
                <a:gd name="connsiteY85" fmla="*/ 120832 h 938927"/>
                <a:gd name="connsiteX86" fmla="*/ 476520 w 1131696"/>
                <a:gd name="connsiteY86" fmla="*/ 160456 h 938927"/>
                <a:gd name="connsiteX87" fmla="*/ 538280 w 1131696"/>
                <a:gd name="connsiteY87" fmla="*/ 150017 h 938927"/>
                <a:gd name="connsiteX88" fmla="*/ 545577 w 1131696"/>
                <a:gd name="connsiteY88" fmla="*/ 115498 h 938927"/>
                <a:gd name="connsiteX89" fmla="*/ 588163 w 1131696"/>
                <a:gd name="connsiteY89" fmla="*/ 71607 h 938927"/>
                <a:gd name="connsiteX90" fmla="*/ 588153 w 1131696"/>
                <a:gd name="connsiteY90" fmla="*/ 71112 h 938927"/>
                <a:gd name="connsiteX91" fmla="*/ 607679 w 1131696"/>
                <a:gd name="connsiteY91" fmla="*/ 63682 h 938927"/>
                <a:gd name="connsiteX92" fmla="*/ 648446 w 1131696"/>
                <a:gd name="connsiteY92" fmla="*/ 57015 h 938927"/>
                <a:gd name="connsiteX93" fmla="*/ 670354 w 1131696"/>
                <a:gd name="connsiteY93" fmla="*/ 63492 h 938927"/>
                <a:gd name="connsiteX94" fmla="*/ 677688 w 1131696"/>
                <a:gd name="connsiteY94" fmla="*/ 71207 h 938927"/>
                <a:gd name="connsiteX95" fmla="*/ 671783 w 1131696"/>
                <a:gd name="connsiteY95" fmla="*/ 94448 h 938927"/>
                <a:gd name="connsiteX96" fmla="*/ 664163 w 1131696"/>
                <a:gd name="connsiteY96" fmla="*/ 106735 h 938927"/>
                <a:gd name="connsiteX97" fmla="*/ 685689 w 1131696"/>
                <a:gd name="connsiteY97" fmla="*/ 134739 h 938927"/>
                <a:gd name="connsiteX98" fmla="*/ 722837 w 1131696"/>
                <a:gd name="connsiteY98" fmla="*/ 127881 h 938927"/>
                <a:gd name="connsiteX99" fmla="*/ 755127 w 1131696"/>
                <a:gd name="connsiteY99" fmla="*/ 106640 h 938927"/>
                <a:gd name="connsiteX100" fmla="*/ 791607 w 1131696"/>
                <a:gd name="connsiteY100" fmla="*/ 96258 h 938927"/>
                <a:gd name="connsiteX101" fmla="*/ 854282 w 1131696"/>
                <a:gd name="connsiteY101" fmla="*/ 112069 h 938927"/>
                <a:gd name="connsiteX102" fmla="*/ 875523 w 1131696"/>
                <a:gd name="connsiteY102" fmla="*/ 92448 h 938927"/>
                <a:gd name="connsiteX103" fmla="*/ 880380 w 1131696"/>
                <a:gd name="connsiteY103" fmla="*/ 85494 h 938927"/>
                <a:gd name="connsiteX104" fmla="*/ 912003 w 1131696"/>
                <a:gd name="connsiteY104" fmla="*/ 69492 h 938927"/>
                <a:gd name="connsiteX105" fmla="*/ 942102 w 1131696"/>
                <a:gd name="connsiteY105" fmla="*/ 98925 h 938927"/>
                <a:gd name="connsiteX106" fmla="*/ 944198 w 1131696"/>
                <a:gd name="connsiteY106" fmla="*/ 99782 h 938927"/>
                <a:gd name="connsiteX107" fmla="*/ 955818 w 1131696"/>
                <a:gd name="connsiteY107" fmla="*/ 101020 h 938927"/>
                <a:gd name="connsiteX108" fmla="*/ 955818 w 1131696"/>
                <a:gd name="connsiteY108" fmla="*/ 101020 h 938927"/>
                <a:gd name="connsiteX109" fmla="*/ 975440 w 1131696"/>
                <a:gd name="connsiteY109" fmla="*/ 96734 h 938927"/>
                <a:gd name="connsiteX110" fmla="*/ 1078977 w 1131696"/>
                <a:gd name="connsiteY110" fmla="*/ 114260 h 938927"/>
                <a:gd name="connsiteX111" fmla="*/ 1075643 w 1131696"/>
                <a:gd name="connsiteY111" fmla="*/ 125309 h 938927"/>
                <a:gd name="connsiteX112" fmla="*/ 1084311 w 1131696"/>
                <a:gd name="connsiteY112" fmla="*/ 170553 h 938927"/>
                <a:gd name="connsiteX113" fmla="*/ 1068690 w 1131696"/>
                <a:gd name="connsiteY113" fmla="*/ 214939 h 938927"/>
                <a:gd name="connsiteX114" fmla="*/ 1089454 w 1131696"/>
                <a:gd name="connsiteY114" fmla="*/ 242276 h 938927"/>
                <a:gd name="connsiteX115" fmla="*/ 1097455 w 1131696"/>
                <a:gd name="connsiteY115" fmla="*/ 273232 h 938927"/>
                <a:gd name="connsiteX116" fmla="*/ 1078405 w 1131696"/>
                <a:gd name="connsiteY116" fmla="*/ 282757 h 938927"/>
                <a:gd name="connsiteX117" fmla="*/ 1068880 w 1131696"/>
                <a:gd name="connsiteY117" fmla="*/ 299712 h 938927"/>
                <a:gd name="connsiteX118" fmla="*/ 1086692 w 1131696"/>
                <a:gd name="connsiteY118" fmla="*/ 310189 h 938927"/>
                <a:gd name="connsiteX119" fmla="*/ 1077643 w 1131696"/>
                <a:gd name="connsiteY119" fmla="*/ 333621 h 938927"/>
                <a:gd name="connsiteX120" fmla="*/ 1061355 w 1131696"/>
                <a:gd name="connsiteY120" fmla="*/ 355052 h 938927"/>
                <a:gd name="connsiteX121" fmla="*/ 1080405 w 1131696"/>
                <a:gd name="connsiteY121" fmla="*/ 367434 h 938927"/>
                <a:gd name="connsiteX122" fmla="*/ 1104885 w 1131696"/>
                <a:gd name="connsiteY122" fmla="*/ 365434 h 938927"/>
                <a:gd name="connsiteX123" fmla="*/ 1131459 w 1131696"/>
                <a:gd name="connsiteY123" fmla="*/ 394962 h 938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131696" h="938927">
                  <a:moveTo>
                    <a:pt x="1131459" y="394962"/>
                  </a:moveTo>
                  <a:cubicBezTo>
                    <a:pt x="1130974" y="409963"/>
                    <a:pt x="1119677" y="422394"/>
                    <a:pt x="1104789" y="424299"/>
                  </a:cubicBezTo>
                  <a:cubicBezTo>
                    <a:pt x="1094693" y="425251"/>
                    <a:pt x="1084025" y="421060"/>
                    <a:pt x="1074595" y="424775"/>
                  </a:cubicBezTo>
                  <a:cubicBezTo>
                    <a:pt x="1067242" y="428594"/>
                    <a:pt x="1061565" y="435005"/>
                    <a:pt x="1058688" y="442777"/>
                  </a:cubicBezTo>
                  <a:cubicBezTo>
                    <a:pt x="1048154" y="464475"/>
                    <a:pt x="1043020" y="488392"/>
                    <a:pt x="1043734" y="512500"/>
                  </a:cubicBezTo>
                  <a:cubicBezTo>
                    <a:pt x="1034333" y="510005"/>
                    <a:pt x="1025922" y="504680"/>
                    <a:pt x="1019636" y="497260"/>
                  </a:cubicBezTo>
                  <a:cubicBezTo>
                    <a:pt x="1008396" y="482782"/>
                    <a:pt x="1010873" y="462399"/>
                    <a:pt x="1012111" y="444111"/>
                  </a:cubicBezTo>
                  <a:cubicBezTo>
                    <a:pt x="1013349" y="425823"/>
                    <a:pt x="1010873" y="404106"/>
                    <a:pt x="994871" y="394962"/>
                  </a:cubicBezTo>
                  <a:cubicBezTo>
                    <a:pt x="982107" y="387723"/>
                    <a:pt x="966296" y="391914"/>
                    <a:pt x="951723" y="393438"/>
                  </a:cubicBezTo>
                  <a:cubicBezTo>
                    <a:pt x="902669" y="398295"/>
                    <a:pt x="857139" y="370292"/>
                    <a:pt x="815705" y="343717"/>
                  </a:cubicBezTo>
                  <a:cubicBezTo>
                    <a:pt x="807571" y="336916"/>
                    <a:pt x="797141" y="333506"/>
                    <a:pt x="786559" y="334192"/>
                  </a:cubicBezTo>
                  <a:cubicBezTo>
                    <a:pt x="766652" y="338288"/>
                    <a:pt x="764366" y="365625"/>
                    <a:pt x="767509" y="385722"/>
                  </a:cubicBezTo>
                  <a:cubicBezTo>
                    <a:pt x="770652" y="405820"/>
                    <a:pt x="770367" y="432681"/>
                    <a:pt x="751031" y="438967"/>
                  </a:cubicBezTo>
                  <a:cubicBezTo>
                    <a:pt x="743335" y="423118"/>
                    <a:pt x="724246" y="416498"/>
                    <a:pt x="708387" y="424194"/>
                  </a:cubicBezTo>
                  <a:cubicBezTo>
                    <a:pt x="706244" y="425242"/>
                    <a:pt x="704215" y="426518"/>
                    <a:pt x="702358" y="428013"/>
                  </a:cubicBezTo>
                  <a:cubicBezTo>
                    <a:pt x="708768" y="447854"/>
                    <a:pt x="711988" y="468599"/>
                    <a:pt x="711883" y="489450"/>
                  </a:cubicBezTo>
                  <a:cubicBezTo>
                    <a:pt x="711588" y="510605"/>
                    <a:pt x="701263" y="530369"/>
                    <a:pt x="684070" y="542694"/>
                  </a:cubicBezTo>
                  <a:cubicBezTo>
                    <a:pt x="674669" y="548028"/>
                    <a:pt x="664315" y="551495"/>
                    <a:pt x="653590" y="552886"/>
                  </a:cubicBezTo>
                  <a:cubicBezTo>
                    <a:pt x="626729" y="557553"/>
                    <a:pt x="597774" y="557077"/>
                    <a:pt x="585772" y="579842"/>
                  </a:cubicBezTo>
                  <a:cubicBezTo>
                    <a:pt x="574913" y="600511"/>
                    <a:pt x="584819" y="632610"/>
                    <a:pt x="564531" y="644040"/>
                  </a:cubicBezTo>
                  <a:cubicBezTo>
                    <a:pt x="555483" y="649184"/>
                    <a:pt x="543957" y="647184"/>
                    <a:pt x="534051" y="650517"/>
                  </a:cubicBezTo>
                  <a:cubicBezTo>
                    <a:pt x="517763" y="656042"/>
                    <a:pt x="510048" y="674044"/>
                    <a:pt x="502524" y="689570"/>
                  </a:cubicBezTo>
                  <a:cubicBezTo>
                    <a:pt x="494999" y="705096"/>
                    <a:pt x="481950" y="721669"/>
                    <a:pt x="464424" y="719764"/>
                  </a:cubicBezTo>
                  <a:cubicBezTo>
                    <a:pt x="449469" y="718145"/>
                    <a:pt x="440230" y="703381"/>
                    <a:pt x="428991" y="693189"/>
                  </a:cubicBezTo>
                  <a:cubicBezTo>
                    <a:pt x="417751" y="682998"/>
                    <a:pt x="395558" y="680045"/>
                    <a:pt x="390891" y="694523"/>
                  </a:cubicBezTo>
                  <a:cubicBezTo>
                    <a:pt x="387176" y="706715"/>
                    <a:pt x="401177" y="717288"/>
                    <a:pt x="403273" y="729861"/>
                  </a:cubicBezTo>
                  <a:cubicBezTo>
                    <a:pt x="403997" y="742567"/>
                    <a:pt x="396225" y="754216"/>
                    <a:pt x="384223" y="758436"/>
                  </a:cubicBezTo>
                  <a:cubicBezTo>
                    <a:pt x="372374" y="762008"/>
                    <a:pt x="360001" y="763493"/>
                    <a:pt x="347647" y="762817"/>
                  </a:cubicBezTo>
                  <a:cubicBezTo>
                    <a:pt x="298441" y="764722"/>
                    <a:pt x="251073" y="782020"/>
                    <a:pt x="212201" y="812252"/>
                  </a:cubicBezTo>
                  <a:cubicBezTo>
                    <a:pt x="205572" y="816557"/>
                    <a:pt x="200629" y="823015"/>
                    <a:pt x="198200" y="830540"/>
                  </a:cubicBezTo>
                  <a:cubicBezTo>
                    <a:pt x="197857" y="839636"/>
                    <a:pt x="200067" y="848637"/>
                    <a:pt x="204582" y="856543"/>
                  </a:cubicBezTo>
                  <a:cubicBezTo>
                    <a:pt x="213897" y="882232"/>
                    <a:pt x="208734" y="910950"/>
                    <a:pt x="191056" y="931791"/>
                  </a:cubicBezTo>
                  <a:cubicBezTo>
                    <a:pt x="191056" y="931791"/>
                    <a:pt x="190580" y="930838"/>
                    <a:pt x="190294" y="930457"/>
                  </a:cubicBezTo>
                  <a:cubicBezTo>
                    <a:pt x="187551" y="927257"/>
                    <a:pt x="184093" y="924742"/>
                    <a:pt x="180198" y="923123"/>
                  </a:cubicBezTo>
                  <a:cubicBezTo>
                    <a:pt x="176778" y="921037"/>
                    <a:pt x="172997" y="919618"/>
                    <a:pt x="169053" y="918932"/>
                  </a:cubicBezTo>
                  <a:cubicBezTo>
                    <a:pt x="165024" y="918265"/>
                    <a:pt x="160957" y="919884"/>
                    <a:pt x="158480" y="923123"/>
                  </a:cubicBezTo>
                  <a:cubicBezTo>
                    <a:pt x="155623" y="927409"/>
                    <a:pt x="156957" y="934077"/>
                    <a:pt x="153051" y="937410"/>
                  </a:cubicBezTo>
                  <a:cubicBezTo>
                    <a:pt x="150041" y="939496"/>
                    <a:pt x="146060" y="939496"/>
                    <a:pt x="143050" y="937410"/>
                  </a:cubicBezTo>
                  <a:cubicBezTo>
                    <a:pt x="140059" y="935448"/>
                    <a:pt x="137440" y="932962"/>
                    <a:pt x="135335" y="930076"/>
                  </a:cubicBezTo>
                  <a:cubicBezTo>
                    <a:pt x="124895" y="917875"/>
                    <a:pt x="111656" y="908359"/>
                    <a:pt x="96759" y="902358"/>
                  </a:cubicBezTo>
                  <a:cubicBezTo>
                    <a:pt x="92244" y="901006"/>
                    <a:pt x="88100" y="898625"/>
                    <a:pt x="84662" y="895405"/>
                  </a:cubicBezTo>
                  <a:cubicBezTo>
                    <a:pt x="83671" y="894214"/>
                    <a:pt x="82957" y="892814"/>
                    <a:pt x="82566" y="891309"/>
                  </a:cubicBezTo>
                  <a:cubicBezTo>
                    <a:pt x="78851" y="876355"/>
                    <a:pt x="76946" y="862734"/>
                    <a:pt x="74660" y="847399"/>
                  </a:cubicBezTo>
                  <a:cubicBezTo>
                    <a:pt x="70469" y="819396"/>
                    <a:pt x="66278" y="791392"/>
                    <a:pt x="63802" y="763198"/>
                  </a:cubicBezTo>
                  <a:cubicBezTo>
                    <a:pt x="62297" y="728861"/>
                    <a:pt x="58573" y="694656"/>
                    <a:pt x="52658" y="660805"/>
                  </a:cubicBezTo>
                  <a:cubicBezTo>
                    <a:pt x="43609" y="620323"/>
                    <a:pt x="24559" y="581271"/>
                    <a:pt x="25321" y="539837"/>
                  </a:cubicBezTo>
                  <a:cubicBezTo>
                    <a:pt x="24464" y="512224"/>
                    <a:pt x="21501" y="484706"/>
                    <a:pt x="16463" y="457541"/>
                  </a:cubicBezTo>
                  <a:cubicBezTo>
                    <a:pt x="14748" y="445254"/>
                    <a:pt x="13129" y="433062"/>
                    <a:pt x="11415" y="420774"/>
                  </a:cubicBezTo>
                  <a:cubicBezTo>
                    <a:pt x="7700" y="393723"/>
                    <a:pt x="4080" y="366672"/>
                    <a:pt x="1127" y="339526"/>
                  </a:cubicBezTo>
                  <a:cubicBezTo>
                    <a:pt x="-2654" y="321381"/>
                    <a:pt x="1509" y="302493"/>
                    <a:pt x="12558" y="287615"/>
                  </a:cubicBezTo>
                  <a:cubicBezTo>
                    <a:pt x="15320" y="282328"/>
                    <a:pt x="18853" y="277480"/>
                    <a:pt x="23035" y="273232"/>
                  </a:cubicBezTo>
                  <a:cubicBezTo>
                    <a:pt x="27235" y="268908"/>
                    <a:pt x="33112" y="266612"/>
                    <a:pt x="39132" y="266946"/>
                  </a:cubicBezTo>
                  <a:cubicBezTo>
                    <a:pt x="36560" y="278471"/>
                    <a:pt x="51324" y="292282"/>
                    <a:pt x="63135" y="291806"/>
                  </a:cubicBezTo>
                  <a:cubicBezTo>
                    <a:pt x="75232" y="290491"/>
                    <a:pt x="85176" y="281662"/>
                    <a:pt x="87900" y="269803"/>
                  </a:cubicBezTo>
                  <a:cubicBezTo>
                    <a:pt x="87853" y="269613"/>
                    <a:pt x="87853" y="269422"/>
                    <a:pt x="87900" y="269232"/>
                  </a:cubicBezTo>
                  <a:cubicBezTo>
                    <a:pt x="98797" y="268279"/>
                    <a:pt x="109427" y="265307"/>
                    <a:pt x="119237" y="260469"/>
                  </a:cubicBezTo>
                  <a:cubicBezTo>
                    <a:pt x="111999" y="244467"/>
                    <a:pt x="104826" y="228588"/>
                    <a:pt x="97711" y="212844"/>
                  </a:cubicBezTo>
                  <a:cubicBezTo>
                    <a:pt x="94758" y="206367"/>
                    <a:pt x="92186" y="197985"/>
                    <a:pt x="97235" y="192936"/>
                  </a:cubicBezTo>
                  <a:cubicBezTo>
                    <a:pt x="102283" y="187888"/>
                    <a:pt x="114284" y="192936"/>
                    <a:pt x="120190" y="199699"/>
                  </a:cubicBezTo>
                  <a:cubicBezTo>
                    <a:pt x="126095" y="206462"/>
                    <a:pt x="134001" y="214844"/>
                    <a:pt x="142478" y="211701"/>
                  </a:cubicBezTo>
                  <a:cubicBezTo>
                    <a:pt x="146489" y="209681"/>
                    <a:pt x="149660" y="206309"/>
                    <a:pt x="151432" y="202176"/>
                  </a:cubicBezTo>
                  <a:cubicBezTo>
                    <a:pt x="156099" y="195137"/>
                    <a:pt x="158976" y="187059"/>
                    <a:pt x="159814" y="178649"/>
                  </a:cubicBezTo>
                  <a:cubicBezTo>
                    <a:pt x="160576" y="170076"/>
                    <a:pt x="156642" y="161771"/>
                    <a:pt x="149527" y="156932"/>
                  </a:cubicBezTo>
                  <a:cubicBezTo>
                    <a:pt x="144231" y="154455"/>
                    <a:pt x="138507" y="153065"/>
                    <a:pt x="132668" y="152836"/>
                  </a:cubicBezTo>
                  <a:cubicBezTo>
                    <a:pt x="126791" y="152522"/>
                    <a:pt x="121247" y="150007"/>
                    <a:pt x="117142" y="145788"/>
                  </a:cubicBezTo>
                  <a:cubicBezTo>
                    <a:pt x="113713" y="141797"/>
                    <a:pt x="114170" y="135786"/>
                    <a:pt x="118161" y="132357"/>
                  </a:cubicBezTo>
                  <a:cubicBezTo>
                    <a:pt x="118723" y="131872"/>
                    <a:pt x="119342" y="131462"/>
                    <a:pt x="120000" y="131119"/>
                  </a:cubicBezTo>
                  <a:cubicBezTo>
                    <a:pt x="134096" y="136072"/>
                    <a:pt x="149241" y="127214"/>
                    <a:pt x="160576" y="117403"/>
                  </a:cubicBezTo>
                  <a:cubicBezTo>
                    <a:pt x="171911" y="107592"/>
                    <a:pt x="182960" y="95781"/>
                    <a:pt x="197724" y="93305"/>
                  </a:cubicBezTo>
                  <a:cubicBezTo>
                    <a:pt x="203677" y="93000"/>
                    <a:pt x="209592" y="92267"/>
                    <a:pt x="215440" y="91114"/>
                  </a:cubicBezTo>
                  <a:cubicBezTo>
                    <a:pt x="221060" y="89304"/>
                    <a:pt x="226394" y="83875"/>
                    <a:pt x="224965" y="78065"/>
                  </a:cubicBezTo>
                  <a:cubicBezTo>
                    <a:pt x="223251" y="70350"/>
                    <a:pt x="212963" y="69207"/>
                    <a:pt x="205153" y="69969"/>
                  </a:cubicBezTo>
                  <a:cubicBezTo>
                    <a:pt x="188284" y="71655"/>
                    <a:pt x="171530" y="74293"/>
                    <a:pt x="154956" y="77874"/>
                  </a:cubicBezTo>
                  <a:cubicBezTo>
                    <a:pt x="154099" y="67092"/>
                    <a:pt x="155032" y="56253"/>
                    <a:pt x="157718" y="45775"/>
                  </a:cubicBezTo>
                  <a:cubicBezTo>
                    <a:pt x="160614" y="35164"/>
                    <a:pt x="168510" y="26630"/>
                    <a:pt x="178864" y="22915"/>
                  </a:cubicBezTo>
                  <a:cubicBezTo>
                    <a:pt x="185436" y="21105"/>
                    <a:pt x="192961" y="21867"/>
                    <a:pt x="199152" y="19677"/>
                  </a:cubicBezTo>
                  <a:lnTo>
                    <a:pt x="220202" y="22153"/>
                  </a:lnTo>
                  <a:lnTo>
                    <a:pt x="220202" y="22153"/>
                  </a:lnTo>
                  <a:cubicBezTo>
                    <a:pt x="219888" y="10266"/>
                    <a:pt x="229261" y="379"/>
                    <a:pt x="241148" y="55"/>
                  </a:cubicBezTo>
                  <a:cubicBezTo>
                    <a:pt x="242520" y="17"/>
                    <a:pt x="243891" y="112"/>
                    <a:pt x="245253" y="341"/>
                  </a:cubicBezTo>
                  <a:cubicBezTo>
                    <a:pt x="258083" y="3513"/>
                    <a:pt x="267627" y="14276"/>
                    <a:pt x="269256" y="27392"/>
                  </a:cubicBezTo>
                  <a:cubicBezTo>
                    <a:pt x="270647" y="40489"/>
                    <a:pt x="268266" y="53709"/>
                    <a:pt x="262398" y="65492"/>
                  </a:cubicBezTo>
                  <a:lnTo>
                    <a:pt x="326120" y="94067"/>
                  </a:lnTo>
                  <a:cubicBezTo>
                    <a:pt x="347361" y="103592"/>
                    <a:pt x="369269" y="113117"/>
                    <a:pt x="392795" y="113117"/>
                  </a:cubicBezTo>
                  <a:cubicBezTo>
                    <a:pt x="408417" y="113117"/>
                    <a:pt x="423752" y="108545"/>
                    <a:pt x="439373" y="107307"/>
                  </a:cubicBezTo>
                  <a:cubicBezTo>
                    <a:pt x="455099" y="104906"/>
                    <a:pt x="471053" y="109897"/>
                    <a:pt x="482616" y="120832"/>
                  </a:cubicBezTo>
                  <a:cubicBezTo>
                    <a:pt x="492999" y="132643"/>
                    <a:pt x="491189" y="154741"/>
                    <a:pt x="476520" y="160456"/>
                  </a:cubicBezTo>
                  <a:cubicBezTo>
                    <a:pt x="496456" y="174629"/>
                    <a:pt x="524107" y="169952"/>
                    <a:pt x="538280" y="150017"/>
                  </a:cubicBezTo>
                  <a:cubicBezTo>
                    <a:pt x="545386" y="140015"/>
                    <a:pt x="548034" y="127519"/>
                    <a:pt x="545577" y="115498"/>
                  </a:cubicBezTo>
                  <a:cubicBezTo>
                    <a:pt x="569456" y="115136"/>
                    <a:pt x="588525" y="95486"/>
                    <a:pt x="588163" y="71607"/>
                  </a:cubicBezTo>
                  <a:cubicBezTo>
                    <a:pt x="588163" y="71445"/>
                    <a:pt x="588153" y="71273"/>
                    <a:pt x="588153" y="71112"/>
                  </a:cubicBezTo>
                  <a:cubicBezTo>
                    <a:pt x="594535" y="68540"/>
                    <a:pt x="601107" y="65873"/>
                    <a:pt x="607679" y="63682"/>
                  </a:cubicBezTo>
                  <a:cubicBezTo>
                    <a:pt x="620672" y="58691"/>
                    <a:pt x="634540" y="56424"/>
                    <a:pt x="648446" y="57015"/>
                  </a:cubicBezTo>
                  <a:cubicBezTo>
                    <a:pt x="656114" y="57643"/>
                    <a:pt x="663572" y="59853"/>
                    <a:pt x="670354" y="63492"/>
                  </a:cubicBezTo>
                  <a:cubicBezTo>
                    <a:pt x="673593" y="65177"/>
                    <a:pt x="676174" y="67892"/>
                    <a:pt x="677688" y="71207"/>
                  </a:cubicBezTo>
                  <a:cubicBezTo>
                    <a:pt x="681451" y="79379"/>
                    <a:pt x="678993" y="89066"/>
                    <a:pt x="671783" y="94448"/>
                  </a:cubicBezTo>
                  <a:cubicBezTo>
                    <a:pt x="667725" y="97382"/>
                    <a:pt x="664991" y="101801"/>
                    <a:pt x="664163" y="106735"/>
                  </a:cubicBezTo>
                  <a:cubicBezTo>
                    <a:pt x="663610" y="120051"/>
                    <a:pt x="672678" y="131843"/>
                    <a:pt x="685689" y="134739"/>
                  </a:cubicBezTo>
                  <a:cubicBezTo>
                    <a:pt x="698491" y="137196"/>
                    <a:pt x="711759" y="134748"/>
                    <a:pt x="722837" y="127881"/>
                  </a:cubicBezTo>
                  <a:cubicBezTo>
                    <a:pt x="734076" y="121689"/>
                    <a:pt x="744077" y="113307"/>
                    <a:pt x="755127" y="106640"/>
                  </a:cubicBezTo>
                  <a:cubicBezTo>
                    <a:pt x="765833" y="99296"/>
                    <a:pt x="778644" y="95658"/>
                    <a:pt x="791607" y="96258"/>
                  </a:cubicBezTo>
                  <a:cubicBezTo>
                    <a:pt x="813515" y="98734"/>
                    <a:pt x="833612" y="119499"/>
                    <a:pt x="854282" y="112069"/>
                  </a:cubicBezTo>
                  <a:cubicBezTo>
                    <a:pt x="863197" y="107850"/>
                    <a:pt x="870608" y="101001"/>
                    <a:pt x="875523" y="92448"/>
                  </a:cubicBezTo>
                  <a:lnTo>
                    <a:pt x="880380" y="85494"/>
                  </a:lnTo>
                  <a:cubicBezTo>
                    <a:pt x="887905" y="75303"/>
                    <a:pt x="900002" y="65587"/>
                    <a:pt x="912003" y="69492"/>
                  </a:cubicBezTo>
                  <a:cubicBezTo>
                    <a:pt x="925529" y="73969"/>
                    <a:pt x="929339" y="92543"/>
                    <a:pt x="942102" y="98925"/>
                  </a:cubicBezTo>
                  <a:cubicBezTo>
                    <a:pt x="942778" y="99268"/>
                    <a:pt x="943474" y="99553"/>
                    <a:pt x="944198" y="99782"/>
                  </a:cubicBezTo>
                  <a:cubicBezTo>
                    <a:pt x="947922" y="101106"/>
                    <a:pt x="951903" y="101525"/>
                    <a:pt x="955818" y="101020"/>
                  </a:cubicBezTo>
                  <a:lnTo>
                    <a:pt x="955818" y="101020"/>
                  </a:lnTo>
                  <a:cubicBezTo>
                    <a:pt x="962448" y="100058"/>
                    <a:pt x="969010" y="98629"/>
                    <a:pt x="975440" y="96734"/>
                  </a:cubicBezTo>
                  <a:cubicBezTo>
                    <a:pt x="1010206" y="88447"/>
                    <a:pt x="1045544" y="99591"/>
                    <a:pt x="1078977" y="114260"/>
                  </a:cubicBezTo>
                  <a:cubicBezTo>
                    <a:pt x="1077091" y="117660"/>
                    <a:pt x="1075948" y="121432"/>
                    <a:pt x="1075643" y="125309"/>
                  </a:cubicBezTo>
                  <a:cubicBezTo>
                    <a:pt x="1074309" y="140739"/>
                    <a:pt x="1086216" y="155217"/>
                    <a:pt x="1084311" y="170553"/>
                  </a:cubicBezTo>
                  <a:cubicBezTo>
                    <a:pt x="1082405" y="185888"/>
                    <a:pt x="1066499" y="199128"/>
                    <a:pt x="1068690" y="214939"/>
                  </a:cubicBezTo>
                  <a:cubicBezTo>
                    <a:pt x="1070309" y="226464"/>
                    <a:pt x="1081072" y="233989"/>
                    <a:pt x="1089454" y="242276"/>
                  </a:cubicBezTo>
                  <a:cubicBezTo>
                    <a:pt x="1097836" y="250563"/>
                    <a:pt x="1104694" y="264088"/>
                    <a:pt x="1097455" y="273232"/>
                  </a:cubicBezTo>
                  <a:cubicBezTo>
                    <a:pt x="1092978" y="279042"/>
                    <a:pt x="1084977" y="280185"/>
                    <a:pt x="1078405" y="282757"/>
                  </a:cubicBezTo>
                  <a:cubicBezTo>
                    <a:pt x="1071833" y="285329"/>
                    <a:pt x="1065356" y="293425"/>
                    <a:pt x="1068880" y="299712"/>
                  </a:cubicBezTo>
                  <a:cubicBezTo>
                    <a:pt x="1072404" y="305998"/>
                    <a:pt x="1082025" y="304855"/>
                    <a:pt x="1086692" y="310189"/>
                  </a:cubicBezTo>
                  <a:cubicBezTo>
                    <a:pt x="1092978" y="317238"/>
                    <a:pt x="1085549" y="328191"/>
                    <a:pt x="1077643" y="333621"/>
                  </a:cubicBezTo>
                  <a:cubicBezTo>
                    <a:pt x="1069737" y="339050"/>
                    <a:pt x="1059927" y="345622"/>
                    <a:pt x="1061355" y="355052"/>
                  </a:cubicBezTo>
                  <a:cubicBezTo>
                    <a:pt x="1062784" y="364482"/>
                    <a:pt x="1072023" y="367434"/>
                    <a:pt x="1080405" y="367434"/>
                  </a:cubicBezTo>
                  <a:cubicBezTo>
                    <a:pt x="1088787" y="367434"/>
                    <a:pt x="1096693" y="364672"/>
                    <a:pt x="1104885" y="365434"/>
                  </a:cubicBezTo>
                  <a:cubicBezTo>
                    <a:pt x="1119801" y="367396"/>
                    <a:pt x="1131069" y="379922"/>
                    <a:pt x="1131459" y="394962"/>
                  </a:cubicBezTo>
                  <a:close/>
                </a:path>
              </a:pathLst>
            </a:custGeom>
            <a:solidFill>
              <a:schemeClr val="accent6"/>
            </a:solidFill>
            <a:ln w="7144" cap="rnd">
              <a:solidFill>
                <a:schemeClr val="bg1"/>
              </a:solidFill>
              <a:prstDash val="solid"/>
              <a:round/>
            </a:ln>
          </p:spPr>
          <p:txBody>
            <a:bodyPr rtlCol="0" anchor="ctr"/>
            <a:lstStyle/>
            <a:p>
              <a:endParaRPr lang="en-IN"/>
            </a:p>
          </p:txBody>
        </p:sp>
        <p:sp>
          <p:nvSpPr>
            <p:cNvPr id="59" name="Freeform: Shape 58"/>
            <p:cNvSpPr/>
            <p:nvPr/>
          </p:nvSpPr>
          <p:spPr>
            <a:xfrm>
              <a:off x="4942712" y="4236883"/>
              <a:ext cx="21050" cy="2476"/>
            </a:xfrm>
            <a:custGeom>
              <a:avLst/>
              <a:gdLst>
                <a:gd name="connsiteX0" fmla="*/ 20813 w 21050"/>
                <a:gd name="connsiteY0" fmla="*/ 2523 h 2476"/>
                <a:gd name="connsiteX1" fmla="*/ 20813 w 21050"/>
                <a:gd name="connsiteY1" fmla="*/ 2523 h 2476"/>
                <a:gd name="connsiteX2" fmla="*/ -237 w 21050"/>
                <a:gd name="connsiteY2" fmla="*/ 47 h 2476"/>
              </a:gdLst>
              <a:ahLst/>
              <a:cxnLst>
                <a:cxn ang="0">
                  <a:pos x="connsiteX0" y="connsiteY0"/>
                </a:cxn>
                <a:cxn ang="0">
                  <a:pos x="connsiteX1" y="connsiteY1"/>
                </a:cxn>
                <a:cxn ang="0">
                  <a:pos x="connsiteX2" y="connsiteY2"/>
                </a:cxn>
              </a:cxnLst>
              <a:rect l="l" t="t" r="r" b="b"/>
              <a:pathLst>
                <a:path w="21050" h="2476">
                  <a:moveTo>
                    <a:pt x="20813" y="2523"/>
                  </a:moveTo>
                  <a:lnTo>
                    <a:pt x="20813" y="2523"/>
                  </a:lnTo>
                  <a:lnTo>
                    <a:pt x="-237" y="47"/>
                  </a:lnTo>
                  <a:close/>
                </a:path>
              </a:pathLst>
            </a:custGeom>
            <a:grpFill/>
            <a:ln w="7144" cap="rnd">
              <a:solidFill>
                <a:schemeClr val="bg1"/>
              </a:solidFill>
              <a:prstDash val="solid"/>
              <a:round/>
            </a:ln>
          </p:spPr>
          <p:txBody>
            <a:bodyPr rtlCol="0" anchor="ctr"/>
            <a:lstStyle/>
            <a:p>
              <a:endParaRPr lang="en-IN"/>
            </a:p>
          </p:txBody>
        </p:sp>
        <p:sp>
          <p:nvSpPr>
            <p:cNvPr id="60" name="Freeform: Shape 59"/>
            <p:cNvSpPr/>
            <p:nvPr/>
          </p:nvSpPr>
          <p:spPr>
            <a:xfrm>
              <a:off x="5687376" y="4316989"/>
              <a:ext cx="11620" cy="1445"/>
            </a:xfrm>
            <a:custGeom>
              <a:avLst/>
              <a:gdLst>
                <a:gd name="connsiteX0" fmla="*/ 11383 w 11620"/>
                <a:gd name="connsiteY0" fmla="*/ 1285 h 1445"/>
                <a:gd name="connsiteX1" fmla="*/ -237 w 11620"/>
                <a:gd name="connsiteY1" fmla="*/ 47 h 1445"/>
              </a:gdLst>
              <a:ahLst/>
              <a:cxnLst>
                <a:cxn ang="0">
                  <a:pos x="connsiteX0" y="connsiteY0"/>
                </a:cxn>
                <a:cxn ang="0">
                  <a:pos x="connsiteX1" y="connsiteY1"/>
                </a:cxn>
              </a:cxnLst>
              <a:rect l="l" t="t" r="r" b="b"/>
              <a:pathLst>
                <a:path w="11620" h="1445">
                  <a:moveTo>
                    <a:pt x="11383" y="1285"/>
                  </a:moveTo>
                  <a:cubicBezTo>
                    <a:pt x="7468" y="1790"/>
                    <a:pt x="3487" y="1371"/>
                    <a:pt x="-237" y="47"/>
                  </a:cubicBezTo>
                  <a:close/>
                </a:path>
              </a:pathLst>
            </a:custGeom>
            <a:grpFill/>
            <a:ln w="7144" cap="rnd">
              <a:solidFill>
                <a:schemeClr val="bg1"/>
              </a:solidFill>
              <a:prstDash val="solid"/>
              <a:round/>
            </a:ln>
          </p:spPr>
          <p:txBody>
            <a:bodyPr rtlCol="0" anchor="ctr"/>
            <a:lstStyle/>
            <a:p>
              <a:endParaRPr lang="en-IN"/>
            </a:p>
          </p:txBody>
        </p:sp>
        <p:sp>
          <p:nvSpPr>
            <p:cNvPr id="61" name="Freeform: Shape 60"/>
            <p:cNvSpPr/>
            <p:nvPr/>
          </p:nvSpPr>
          <p:spPr>
            <a:xfrm>
              <a:off x="4161452" y="3818803"/>
              <a:ext cx="851360" cy="667826"/>
            </a:xfrm>
            <a:custGeom>
              <a:avLst/>
              <a:gdLst>
                <a:gd name="connsiteX0" fmla="*/ 827219 w 851360"/>
                <a:gd name="connsiteY0" fmla="*/ 317924 h 667826"/>
                <a:gd name="connsiteX1" fmla="*/ 785690 w 851360"/>
                <a:gd name="connsiteY1" fmla="*/ 318972 h 667826"/>
                <a:gd name="connsiteX2" fmla="*/ 775212 w 851360"/>
                <a:gd name="connsiteY2" fmla="*/ 323544 h 667826"/>
                <a:gd name="connsiteX3" fmla="*/ 785880 w 851360"/>
                <a:gd name="connsiteY3" fmla="*/ 335641 h 667826"/>
                <a:gd name="connsiteX4" fmla="*/ 803216 w 851360"/>
                <a:gd name="connsiteY4" fmla="*/ 341451 h 667826"/>
                <a:gd name="connsiteX5" fmla="*/ 801406 w 851360"/>
                <a:gd name="connsiteY5" fmla="*/ 357453 h 667826"/>
                <a:gd name="connsiteX6" fmla="*/ 791881 w 851360"/>
                <a:gd name="connsiteY6" fmla="*/ 371360 h 667826"/>
                <a:gd name="connsiteX7" fmla="*/ 786642 w 851360"/>
                <a:gd name="connsiteY7" fmla="*/ 415270 h 667826"/>
                <a:gd name="connsiteX8" fmla="*/ 781404 w 851360"/>
                <a:gd name="connsiteY8" fmla="*/ 418318 h 667826"/>
                <a:gd name="connsiteX9" fmla="*/ 761115 w 851360"/>
                <a:gd name="connsiteY9" fmla="*/ 421557 h 667826"/>
                <a:gd name="connsiteX10" fmla="*/ 739970 w 851360"/>
                <a:gd name="connsiteY10" fmla="*/ 444416 h 667826"/>
                <a:gd name="connsiteX11" fmla="*/ 737208 w 851360"/>
                <a:gd name="connsiteY11" fmla="*/ 476516 h 667826"/>
                <a:gd name="connsiteX12" fmla="*/ 787404 w 851360"/>
                <a:gd name="connsiteY12" fmla="*/ 468610 h 667826"/>
                <a:gd name="connsiteX13" fmla="*/ 807216 w 851360"/>
                <a:gd name="connsiteY13" fmla="*/ 476706 h 667826"/>
                <a:gd name="connsiteX14" fmla="*/ 797691 w 851360"/>
                <a:gd name="connsiteY14" fmla="*/ 489756 h 667826"/>
                <a:gd name="connsiteX15" fmla="*/ 779975 w 851360"/>
                <a:gd name="connsiteY15" fmla="*/ 491946 h 667826"/>
                <a:gd name="connsiteX16" fmla="*/ 742827 w 851360"/>
                <a:gd name="connsiteY16" fmla="*/ 516045 h 667826"/>
                <a:gd name="connsiteX17" fmla="*/ 702251 w 851360"/>
                <a:gd name="connsiteY17" fmla="*/ 529761 h 667826"/>
                <a:gd name="connsiteX18" fmla="*/ 698155 w 851360"/>
                <a:gd name="connsiteY18" fmla="*/ 542591 h 667826"/>
                <a:gd name="connsiteX19" fmla="*/ 699393 w 851360"/>
                <a:gd name="connsiteY19" fmla="*/ 544429 h 667826"/>
                <a:gd name="connsiteX20" fmla="*/ 714919 w 851360"/>
                <a:gd name="connsiteY20" fmla="*/ 551478 h 667826"/>
                <a:gd name="connsiteX21" fmla="*/ 731778 w 851360"/>
                <a:gd name="connsiteY21" fmla="*/ 555573 h 667826"/>
                <a:gd name="connsiteX22" fmla="*/ 742065 w 851360"/>
                <a:gd name="connsiteY22" fmla="*/ 577290 h 667826"/>
                <a:gd name="connsiteX23" fmla="*/ 733683 w 851360"/>
                <a:gd name="connsiteY23" fmla="*/ 600817 h 667826"/>
                <a:gd name="connsiteX24" fmla="*/ 724730 w 851360"/>
                <a:gd name="connsiteY24" fmla="*/ 610342 h 667826"/>
                <a:gd name="connsiteX25" fmla="*/ 702441 w 851360"/>
                <a:gd name="connsiteY25" fmla="*/ 598341 h 667826"/>
                <a:gd name="connsiteX26" fmla="*/ 679486 w 851360"/>
                <a:gd name="connsiteY26" fmla="*/ 591578 h 667826"/>
                <a:gd name="connsiteX27" fmla="*/ 679962 w 851360"/>
                <a:gd name="connsiteY27" fmla="*/ 611485 h 667826"/>
                <a:gd name="connsiteX28" fmla="*/ 701489 w 851360"/>
                <a:gd name="connsiteY28" fmla="*/ 659110 h 667826"/>
                <a:gd name="connsiteX29" fmla="*/ 670152 w 851360"/>
                <a:gd name="connsiteY29" fmla="*/ 667873 h 667826"/>
                <a:gd name="connsiteX30" fmla="*/ 667961 w 851360"/>
                <a:gd name="connsiteY30" fmla="*/ 649966 h 667826"/>
                <a:gd name="connsiteX31" fmla="*/ 650435 w 851360"/>
                <a:gd name="connsiteY31" fmla="*/ 638727 h 667826"/>
                <a:gd name="connsiteX32" fmla="*/ 615097 w 851360"/>
                <a:gd name="connsiteY32" fmla="*/ 580910 h 667826"/>
                <a:gd name="connsiteX33" fmla="*/ 613764 w 851360"/>
                <a:gd name="connsiteY33" fmla="*/ 533952 h 667826"/>
                <a:gd name="connsiteX34" fmla="*/ 594047 w 851360"/>
                <a:gd name="connsiteY34" fmla="*/ 504519 h 667826"/>
                <a:gd name="connsiteX35" fmla="*/ 602619 w 851360"/>
                <a:gd name="connsiteY35" fmla="*/ 483374 h 667826"/>
                <a:gd name="connsiteX36" fmla="*/ 616145 w 851360"/>
                <a:gd name="connsiteY36" fmla="*/ 464324 h 667826"/>
                <a:gd name="connsiteX37" fmla="*/ 610335 w 851360"/>
                <a:gd name="connsiteY37" fmla="*/ 443750 h 667826"/>
                <a:gd name="connsiteX38" fmla="*/ 587951 w 851360"/>
                <a:gd name="connsiteY38" fmla="*/ 436511 h 667826"/>
                <a:gd name="connsiteX39" fmla="*/ 591856 w 851360"/>
                <a:gd name="connsiteY39" fmla="*/ 423271 h 667826"/>
                <a:gd name="connsiteX40" fmla="*/ 604429 w 851360"/>
                <a:gd name="connsiteY40" fmla="*/ 415079 h 667826"/>
                <a:gd name="connsiteX41" fmla="*/ 609668 w 851360"/>
                <a:gd name="connsiteY41" fmla="*/ 402125 h 667826"/>
                <a:gd name="connsiteX42" fmla="*/ 599667 w 851360"/>
                <a:gd name="connsiteY42" fmla="*/ 393934 h 667826"/>
                <a:gd name="connsiteX43" fmla="*/ 592427 w 851360"/>
                <a:gd name="connsiteY43" fmla="*/ 383837 h 667826"/>
                <a:gd name="connsiteX44" fmla="*/ 604810 w 851360"/>
                <a:gd name="connsiteY44" fmla="*/ 377456 h 667826"/>
                <a:gd name="connsiteX45" fmla="*/ 619574 w 851360"/>
                <a:gd name="connsiteY45" fmla="*/ 375646 h 667826"/>
                <a:gd name="connsiteX46" fmla="*/ 619574 w 851360"/>
                <a:gd name="connsiteY46" fmla="*/ 361263 h 667826"/>
                <a:gd name="connsiteX47" fmla="*/ 604905 w 851360"/>
                <a:gd name="connsiteY47" fmla="*/ 356691 h 667826"/>
                <a:gd name="connsiteX48" fmla="*/ 589761 w 851360"/>
                <a:gd name="connsiteY48" fmla="*/ 361835 h 667826"/>
                <a:gd name="connsiteX49" fmla="*/ 566805 w 851360"/>
                <a:gd name="connsiteY49" fmla="*/ 361835 h 667826"/>
                <a:gd name="connsiteX50" fmla="*/ 555947 w 851360"/>
                <a:gd name="connsiteY50" fmla="*/ 350595 h 667826"/>
                <a:gd name="connsiteX51" fmla="*/ 549756 w 851360"/>
                <a:gd name="connsiteY51" fmla="*/ 355834 h 667826"/>
                <a:gd name="connsiteX52" fmla="*/ 506322 w 851360"/>
                <a:gd name="connsiteY52" fmla="*/ 424509 h 667826"/>
                <a:gd name="connsiteX53" fmla="*/ 504417 w 851360"/>
                <a:gd name="connsiteY53" fmla="*/ 428700 h 667826"/>
                <a:gd name="connsiteX54" fmla="*/ 511941 w 851360"/>
                <a:gd name="connsiteY54" fmla="*/ 436892 h 667826"/>
                <a:gd name="connsiteX55" fmla="*/ 523848 w 851360"/>
                <a:gd name="connsiteY55" fmla="*/ 438606 h 667826"/>
                <a:gd name="connsiteX56" fmla="*/ 532801 w 851360"/>
                <a:gd name="connsiteY56" fmla="*/ 464705 h 667826"/>
                <a:gd name="connsiteX57" fmla="*/ 514989 w 851360"/>
                <a:gd name="connsiteY57" fmla="*/ 489565 h 667826"/>
                <a:gd name="connsiteX58" fmla="*/ 506798 w 851360"/>
                <a:gd name="connsiteY58" fmla="*/ 518140 h 667826"/>
                <a:gd name="connsiteX59" fmla="*/ 394498 w 851360"/>
                <a:gd name="connsiteY59" fmla="*/ 567861 h 667826"/>
                <a:gd name="connsiteX60" fmla="*/ 382020 w 851360"/>
                <a:gd name="connsiteY60" fmla="*/ 567861 h 667826"/>
                <a:gd name="connsiteX61" fmla="*/ 373543 w 851360"/>
                <a:gd name="connsiteY61" fmla="*/ 553097 h 667826"/>
                <a:gd name="connsiteX62" fmla="*/ 352207 w 851360"/>
                <a:gd name="connsiteY62" fmla="*/ 548620 h 667826"/>
                <a:gd name="connsiteX63" fmla="*/ 332681 w 851360"/>
                <a:gd name="connsiteY63" fmla="*/ 557574 h 667826"/>
                <a:gd name="connsiteX64" fmla="*/ 327918 w 851360"/>
                <a:gd name="connsiteY64" fmla="*/ 567099 h 667826"/>
                <a:gd name="connsiteX65" fmla="*/ 316965 w 851360"/>
                <a:gd name="connsiteY65" fmla="*/ 569766 h 667826"/>
                <a:gd name="connsiteX66" fmla="*/ 306392 w 851360"/>
                <a:gd name="connsiteY66" fmla="*/ 564812 h 667826"/>
                <a:gd name="connsiteX67" fmla="*/ 220000 w 851360"/>
                <a:gd name="connsiteY67" fmla="*/ 484041 h 667826"/>
                <a:gd name="connsiteX68" fmla="*/ 85031 w 851360"/>
                <a:gd name="connsiteY68" fmla="*/ 342213 h 667826"/>
                <a:gd name="connsiteX69" fmla="*/ 88269 w 851360"/>
                <a:gd name="connsiteY69" fmla="*/ 339546 h 667826"/>
                <a:gd name="connsiteX70" fmla="*/ 88269 w 851360"/>
                <a:gd name="connsiteY70" fmla="*/ 296208 h 667826"/>
                <a:gd name="connsiteX71" fmla="*/ 123512 w 851360"/>
                <a:gd name="connsiteY71" fmla="*/ 307066 h 667826"/>
                <a:gd name="connsiteX72" fmla="*/ 123512 w 851360"/>
                <a:gd name="connsiteY72" fmla="*/ 340975 h 667826"/>
                <a:gd name="connsiteX73" fmla="*/ 244384 w 851360"/>
                <a:gd name="connsiteY73" fmla="*/ 304494 h 667826"/>
                <a:gd name="connsiteX74" fmla="*/ 267435 w 851360"/>
                <a:gd name="connsiteY74" fmla="*/ 292874 h 667826"/>
                <a:gd name="connsiteX75" fmla="*/ 282198 w 851360"/>
                <a:gd name="connsiteY75" fmla="*/ 272300 h 667826"/>
                <a:gd name="connsiteX76" fmla="*/ 297629 w 851360"/>
                <a:gd name="connsiteY76" fmla="*/ 265251 h 667826"/>
                <a:gd name="connsiteX77" fmla="*/ 316012 w 851360"/>
                <a:gd name="connsiteY77" fmla="*/ 248392 h 667826"/>
                <a:gd name="connsiteX78" fmla="*/ 338872 w 851360"/>
                <a:gd name="connsiteY78" fmla="*/ 220674 h 667826"/>
                <a:gd name="connsiteX79" fmla="*/ 342396 w 851360"/>
                <a:gd name="connsiteY79" fmla="*/ 205529 h 667826"/>
                <a:gd name="connsiteX80" fmla="*/ 330776 w 851360"/>
                <a:gd name="connsiteY80" fmla="*/ 205529 h 667826"/>
                <a:gd name="connsiteX81" fmla="*/ 320584 w 851360"/>
                <a:gd name="connsiteY81" fmla="*/ 212864 h 667826"/>
                <a:gd name="connsiteX82" fmla="*/ 273911 w 851360"/>
                <a:gd name="connsiteY82" fmla="*/ 215245 h 667826"/>
                <a:gd name="connsiteX83" fmla="*/ 259434 w 851360"/>
                <a:gd name="connsiteY83" fmla="*/ 244296 h 667826"/>
                <a:gd name="connsiteX84" fmla="*/ 230859 w 851360"/>
                <a:gd name="connsiteY84" fmla="*/ 255917 h 667826"/>
                <a:gd name="connsiteX85" fmla="*/ 172566 w 851360"/>
                <a:gd name="connsiteY85" fmla="*/ 258012 h 667826"/>
                <a:gd name="connsiteX86" fmla="*/ 115416 w 851360"/>
                <a:gd name="connsiteY86" fmla="*/ 245535 h 667826"/>
                <a:gd name="connsiteX87" fmla="*/ 76173 w 851360"/>
                <a:gd name="connsiteY87" fmla="*/ 200672 h 667826"/>
                <a:gd name="connsiteX88" fmla="*/ 51217 w 851360"/>
                <a:gd name="connsiteY88" fmla="*/ 161238 h 667826"/>
                <a:gd name="connsiteX89" fmla="*/ 44740 w 851360"/>
                <a:gd name="connsiteY89" fmla="*/ 144760 h 667826"/>
                <a:gd name="connsiteX90" fmla="*/ 55122 w 851360"/>
                <a:gd name="connsiteY90" fmla="*/ 126948 h 667826"/>
                <a:gd name="connsiteX91" fmla="*/ 70934 w 851360"/>
                <a:gd name="connsiteY91" fmla="*/ 112946 h 667826"/>
                <a:gd name="connsiteX92" fmla="*/ 69315 w 851360"/>
                <a:gd name="connsiteY92" fmla="*/ 97992 h 667826"/>
                <a:gd name="connsiteX93" fmla="*/ 61314 w 851360"/>
                <a:gd name="connsiteY93" fmla="*/ 100850 h 667826"/>
                <a:gd name="connsiteX94" fmla="*/ 23214 w 851360"/>
                <a:gd name="connsiteY94" fmla="*/ 127520 h 667826"/>
                <a:gd name="connsiteX95" fmla="*/ 8545 w 851360"/>
                <a:gd name="connsiteY95" fmla="*/ 133520 h 667826"/>
                <a:gd name="connsiteX96" fmla="*/ 354 w 851360"/>
                <a:gd name="connsiteY96" fmla="*/ 122662 h 667826"/>
                <a:gd name="connsiteX97" fmla="*/ 15022 w 851360"/>
                <a:gd name="connsiteY97" fmla="*/ 111232 h 667826"/>
                <a:gd name="connsiteX98" fmla="*/ 12641 w 851360"/>
                <a:gd name="connsiteY98" fmla="*/ 98945 h 667826"/>
                <a:gd name="connsiteX99" fmla="*/ 12165 w 851360"/>
                <a:gd name="connsiteY99" fmla="*/ 80657 h 667826"/>
                <a:gd name="connsiteX100" fmla="*/ 14927 w 851360"/>
                <a:gd name="connsiteY100" fmla="*/ 72751 h 667826"/>
                <a:gd name="connsiteX101" fmla="*/ 86269 w 851360"/>
                <a:gd name="connsiteY101" fmla="*/ 72751 h 667826"/>
                <a:gd name="connsiteX102" fmla="*/ 86269 w 851360"/>
                <a:gd name="connsiteY102" fmla="*/ 30174 h 667826"/>
                <a:gd name="connsiteX103" fmla="*/ 191044 w 851360"/>
                <a:gd name="connsiteY103" fmla="*/ 34365 h 667826"/>
                <a:gd name="connsiteX104" fmla="*/ 212475 w 851360"/>
                <a:gd name="connsiteY104" fmla="*/ 36556 h 667826"/>
                <a:gd name="connsiteX105" fmla="*/ 222000 w 851360"/>
                <a:gd name="connsiteY105" fmla="*/ 58845 h 667826"/>
                <a:gd name="connsiteX106" fmla="*/ 242479 w 851360"/>
                <a:gd name="connsiteY106" fmla="*/ 64655 h 667826"/>
                <a:gd name="connsiteX107" fmla="*/ 262863 w 851360"/>
                <a:gd name="connsiteY107" fmla="*/ 59511 h 667826"/>
                <a:gd name="connsiteX108" fmla="*/ 269721 w 851360"/>
                <a:gd name="connsiteY108" fmla="*/ 50844 h 667826"/>
                <a:gd name="connsiteX109" fmla="*/ 307821 w 851360"/>
                <a:gd name="connsiteY109" fmla="*/ 27031 h 667826"/>
                <a:gd name="connsiteX110" fmla="*/ 335634 w 851360"/>
                <a:gd name="connsiteY110" fmla="*/ 21697 h 667826"/>
                <a:gd name="connsiteX111" fmla="*/ 351350 w 851360"/>
                <a:gd name="connsiteY111" fmla="*/ 41795 h 667826"/>
                <a:gd name="connsiteX112" fmla="*/ 342873 w 851360"/>
                <a:gd name="connsiteY112" fmla="*/ 62845 h 667826"/>
                <a:gd name="connsiteX113" fmla="*/ 361923 w 851360"/>
                <a:gd name="connsiteY113" fmla="*/ 69798 h 667826"/>
                <a:gd name="connsiteX114" fmla="*/ 385354 w 851360"/>
                <a:gd name="connsiteY114" fmla="*/ 60273 h 667826"/>
                <a:gd name="connsiteX115" fmla="*/ 391926 w 851360"/>
                <a:gd name="connsiteY115" fmla="*/ 37128 h 667826"/>
                <a:gd name="connsiteX116" fmla="*/ 386592 w 851360"/>
                <a:gd name="connsiteY116" fmla="*/ 25983 h 667826"/>
                <a:gd name="connsiteX117" fmla="*/ 396689 w 851360"/>
                <a:gd name="connsiteY117" fmla="*/ 5600 h 667826"/>
                <a:gd name="connsiteX118" fmla="*/ 398403 w 851360"/>
                <a:gd name="connsiteY118" fmla="*/ 2552 h 667826"/>
                <a:gd name="connsiteX119" fmla="*/ 517371 w 851360"/>
                <a:gd name="connsiteY119" fmla="*/ 3981 h 667826"/>
                <a:gd name="connsiteX120" fmla="*/ 636338 w 851360"/>
                <a:gd name="connsiteY120" fmla="*/ 59321 h 667826"/>
                <a:gd name="connsiteX121" fmla="*/ 653769 w 851360"/>
                <a:gd name="connsiteY121" fmla="*/ 36080 h 667826"/>
                <a:gd name="connsiteX122" fmla="*/ 677676 w 851360"/>
                <a:gd name="connsiteY122" fmla="*/ 63512 h 667826"/>
                <a:gd name="connsiteX123" fmla="*/ 690154 w 851360"/>
                <a:gd name="connsiteY123" fmla="*/ 99516 h 667826"/>
                <a:gd name="connsiteX124" fmla="*/ 706156 w 851360"/>
                <a:gd name="connsiteY124" fmla="*/ 121138 h 667826"/>
                <a:gd name="connsiteX125" fmla="*/ 702918 w 851360"/>
                <a:gd name="connsiteY125" fmla="*/ 152666 h 667826"/>
                <a:gd name="connsiteX126" fmla="*/ 715205 w 851360"/>
                <a:gd name="connsiteY126" fmla="*/ 178574 h 667826"/>
                <a:gd name="connsiteX127" fmla="*/ 734255 w 851360"/>
                <a:gd name="connsiteY127" fmla="*/ 170001 h 667826"/>
                <a:gd name="connsiteX128" fmla="*/ 780165 w 851360"/>
                <a:gd name="connsiteY128" fmla="*/ 223817 h 667826"/>
                <a:gd name="connsiteX129" fmla="*/ 827028 w 851360"/>
                <a:gd name="connsiteY129" fmla="*/ 254488 h 667826"/>
                <a:gd name="connsiteX130" fmla="*/ 838077 w 851360"/>
                <a:gd name="connsiteY130" fmla="*/ 271919 h 667826"/>
                <a:gd name="connsiteX131" fmla="*/ 850746 w 851360"/>
                <a:gd name="connsiteY131" fmla="*/ 289921 h 667826"/>
                <a:gd name="connsiteX132" fmla="*/ 827219 w 851360"/>
                <a:gd name="connsiteY132" fmla="*/ 317924 h 667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851360" h="667826">
                  <a:moveTo>
                    <a:pt x="827219" y="317924"/>
                  </a:moveTo>
                  <a:cubicBezTo>
                    <a:pt x="813455" y="319753"/>
                    <a:pt x="799530" y="320106"/>
                    <a:pt x="785690" y="318972"/>
                  </a:cubicBezTo>
                  <a:cubicBezTo>
                    <a:pt x="781594" y="318972"/>
                    <a:pt x="776927" y="319925"/>
                    <a:pt x="775212" y="323544"/>
                  </a:cubicBezTo>
                  <a:cubicBezTo>
                    <a:pt x="772450" y="329164"/>
                    <a:pt x="779689" y="334689"/>
                    <a:pt x="785880" y="335641"/>
                  </a:cubicBezTo>
                  <a:cubicBezTo>
                    <a:pt x="792072" y="336594"/>
                    <a:pt x="799596" y="336308"/>
                    <a:pt x="803216" y="341451"/>
                  </a:cubicBezTo>
                  <a:cubicBezTo>
                    <a:pt x="805912" y="346661"/>
                    <a:pt x="805197" y="352977"/>
                    <a:pt x="801406" y="357453"/>
                  </a:cubicBezTo>
                  <a:cubicBezTo>
                    <a:pt x="797701" y="361701"/>
                    <a:pt x="794510" y="366369"/>
                    <a:pt x="791881" y="371360"/>
                  </a:cubicBezTo>
                  <a:cubicBezTo>
                    <a:pt x="786071" y="385457"/>
                    <a:pt x="797977" y="405174"/>
                    <a:pt x="786642" y="415270"/>
                  </a:cubicBezTo>
                  <a:cubicBezTo>
                    <a:pt x="785118" y="416623"/>
                    <a:pt x="783337" y="417661"/>
                    <a:pt x="781404" y="418318"/>
                  </a:cubicBezTo>
                  <a:cubicBezTo>
                    <a:pt x="775212" y="420509"/>
                    <a:pt x="767688" y="419747"/>
                    <a:pt x="761115" y="421557"/>
                  </a:cubicBezTo>
                  <a:cubicBezTo>
                    <a:pt x="750762" y="425271"/>
                    <a:pt x="742865" y="433806"/>
                    <a:pt x="739970" y="444416"/>
                  </a:cubicBezTo>
                  <a:cubicBezTo>
                    <a:pt x="737284" y="454894"/>
                    <a:pt x="736350" y="465733"/>
                    <a:pt x="737208" y="476516"/>
                  </a:cubicBezTo>
                  <a:cubicBezTo>
                    <a:pt x="753781" y="472934"/>
                    <a:pt x="770536" y="470296"/>
                    <a:pt x="787404" y="468610"/>
                  </a:cubicBezTo>
                  <a:cubicBezTo>
                    <a:pt x="795215" y="467848"/>
                    <a:pt x="805502" y="468610"/>
                    <a:pt x="807216" y="476706"/>
                  </a:cubicBezTo>
                  <a:cubicBezTo>
                    <a:pt x="808550" y="482516"/>
                    <a:pt x="803216" y="487946"/>
                    <a:pt x="797691" y="489756"/>
                  </a:cubicBezTo>
                  <a:cubicBezTo>
                    <a:pt x="791843" y="490908"/>
                    <a:pt x="785928" y="491642"/>
                    <a:pt x="779975" y="491946"/>
                  </a:cubicBezTo>
                  <a:cubicBezTo>
                    <a:pt x="765211" y="494423"/>
                    <a:pt x="754067" y="506234"/>
                    <a:pt x="742827" y="516045"/>
                  </a:cubicBezTo>
                  <a:cubicBezTo>
                    <a:pt x="731588" y="525855"/>
                    <a:pt x="716348" y="535095"/>
                    <a:pt x="702251" y="529761"/>
                  </a:cubicBezTo>
                  <a:cubicBezTo>
                    <a:pt x="697574" y="532170"/>
                    <a:pt x="695745" y="537923"/>
                    <a:pt x="698155" y="542591"/>
                  </a:cubicBezTo>
                  <a:cubicBezTo>
                    <a:pt x="698498" y="543248"/>
                    <a:pt x="698908" y="543867"/>
                    <a:pt x="699393" y="544429"/>
                  </a:cubicBezTo>
                  <a:cubicBezTo>
                    <a:pt x="703499" y="548649"/>
                    <a:pt x="709042" y="551163"/>
                    <a:pt x="714919" y="551478"/>
                  </a:cubicBezTo>
                  <a:cubicBezTo>
                    <a:pt x="720758" y="551706"/>
                    <a:pt x="726482" y="553097"/>
                    <a:pt x="731778" y="555573"/>
                  </a:cubicBezTo>
                  <a:cubicBezTo>
                    <a:pt x="738894" y="560412"/>
                    <a:pt x="742827" y="568718"/>
                    <a:pt x="742065" y="577290"/>
                  </a:cubicBezTo>
                  <a:cubicBezTo>
                    <a:pt x="741227" y="585701"/>
                    <a:pt x="738351" y="593778"/>
                    <a:pt x="733683" y="600817"/>
                  </a:cubicBezTo>
                  <a:cubicBezTo>
                    <a:pt x="731912" y="604951"/>
                    <a:pt x="728740" y="608323"/>
                    <a:pt x="724730" y="610342"/>
                  </a:cubicBezTo>
                  <a:cubicBezTo>
                    <a:pt x="716252" y="613485"/>
                    <a:pt x="708347" y="605199"/>
                    <a:pt x="702441" y="598341"/>
                  </a:cubicBezTo>
                  <a:cubicBezTo>
                    <a:pt x="696536" y="591483"/>
                    <a:pt x="685868" y="585196"/>
                    <a:pt x="679486" y="591578"/>
                  </a:cubicBezTo>
                  <a:cubicBezTo>
                    <a:pt x="673104" y="597960"/>
                    <a:pt x="677010" y="605008"/>
                    <a:pt x="679962" y="611485"/>
                  </a:cubicBezTo>
                  <a:cubicBezTo>
                    <a:pt x="687135" y="627487"/>
                    <a:pt x="694317" y="643365"/>
                    <a:pt x="701489" y="659110"/>
                  </a:cubicBezTo>
                  <a:cubicBezTo>
                    <a:pt x="691678" y="663958"/>
                    <a:pt x="681048" y="666930"/>
                    <a:pt x="670152" y="667873"/>
                  </a:cubicBezTo>
                  <a:cubicBezTo>
                    <a:pt x="671999" y="661863"/>
                    <a:pt x="671209" y="655348"/>
                    <a:pt x="667961" y="649966"/>
                  </a:cubicBezTo>
                  <a:cubicBezTo>
                    <a:pt x="663160" y="644804"/>
                    <a:pt x="657131" y="640936"/>
                    <a:pt x="650435" y="638727"/>
                  </a:cubicBezTo>
                  <a:cubicBezTo>
                    <a:pt x="628708" y="627649"/>
                    <a:pt x="615049" y="605294"/>
                    <a:pt x="615097" y="580910"/>
                  </a:cubicBezTo>
                  <a:cubicBezTo>
                    <a:pt x="615097" y="565003"/>
                    <a:pt x="621288" y="547953"/>
                    <a:pt x="613764" y="533952"/>
                  </a:cubicBezTo>
                  <a:cubicBezTo>
                    <a:pt x="608049" y="523379"/>
                    <a:pt x="595380" y="516425"/>
                    <a:pt x="594047" y="504519"/>
                  </a:cubicBezTo>
                  <a:cubicBezTo>
                    <a:pt x="593913" y="496594"/>
                    <a:pt x="597009" y="488965"/>
                    <a:pt x="602619" y="483374"/>
                  </a:cubicBezTo>
                  <a:cubicBezTo>
                    <a:pt x="608144" y="477811"/>
                    <a:pt x="612706" y="471372"/>
                    <a:pt x="616145" y="464324"/>
                  </a:cubicBezTo>
                  <a:cubicBezTo>
                    <a:pt x="619526" y="456971"/>
                    <a:pt x="617059" y="448246"/>
                    <a:pt x="610335" y="443750"/>
                  </a:cubicBezTo>
                  <a:cubicBezTo>
                    <a:pt x="603096" y="440035"/>
                    <a:pt x="591951" y="443750"/>
                    <a:pt x="587951" y="436511"/>
                  </a:cubicBezTo>
                  <a:cubicBezTo>
                    <a:pt x="586170" y="431720"/>
                    <a:pt x="587760" y="426328"/>
                    <a:pt x="591856" y="423271"/>
                  </a:cubicBezTo>
                  <a:cubicBezTo>
                    <a:pt x="595666" y="420033"/>
                    <a:pt x="600524" y="418128"/>
                    <a:pt x="604429" y="415079"/>
                  </a:cubicBezTo>
                  <a:cubicBezTo>
                    <a:pt x="608744" y="412308"/>
                    <a:pt x="610839" y="407117"/>
                    <a:pt x="609668" y="402125"/>
                  </a:cubicBezTo>
                  <a:cubicBezTo>
                    <a:pt x="608144" y="397935"/>
                    <a:pt x="603572" y="396029"/>
                    <a:pt x="599667" y="393934"/>
                  </a:cubicBezTo>
                  <a:cubicBezTo>
                    <a:pt x="595761" y="391839"/>
                    <a:pt x="591666" y="388219"/>
                    <a:pt x="592427" y="383837"/>
                  </a:cubicBezTo>
                  <a:cubicBezTo>
                    <a:pt x="593190" y="379456"/>
                    <a:pt x="599667" y="377170"/>
                    <a:pt x="604810" y="377456"/>
                  </a:cubicBezTo>
                  <a:cubicBezTo>
                    <a:pt x="609782" y="378723"/>
                    <a:pt x="615049" y="378075"/>
                    <a:pt x="619574" y="375646"/>
                  </a:cubicBezTo>
                  <a:cubicBezTo>
                    <a:pt x="623479" y="371645"/>
                    <a:pt x="623479" y="365264"/>
                    <a:pt x="619574" y="361263"/>
                  </a:cubicBezTo>
                  <a:cubicBezTo>
                    <a:pt x="615688" y="357501"/>
                    <a:pt x="610239" y="355805"/>
                    <a:pt x="604905" y="356691"/>
                  </a:cubicBezTo>
                  <a:cubicBezTo>
                    <a:pt x="599629" y="357644"/>
                    <a:pt x="594523" y="359377"/>
                    <a:pt x="589761" y="361835"/>
                  </a:cubicBezTo>
                  <a:cubicBezTo>
                    <a:pt x="582236" y="365169"/>
                    <a:pt x="572330" y="367836"/>
                    <a:pt x="566805" y="361835"/>
                  </a:cubicBezTo>
                  <a:cubicBezTo>
                    <a:pt x="563091" y="357739"/>
                    <a:pt x="561376" y="350024"/>
                    <a:pt x="555947" y="350595"/>
                  </a:cubicBezTo>
                  <a:cubicBezTo>
                    <a:pt x="553185" y="350595"/>
                    <a:pt x="551280" y="353548"/>
                    <a:pt x="549756" y="355834"/>
                  </a:cubicBezTo>
                  <a:lnTo>
                    <a:pt x="506322" y="424509"/>
                  </a:lnTo>
                  <a:cubicBezTo>
                    <a:pt x="505379" y="425748"/>
                    <a:pt x="504731" y="427176"/>
                    <a:pt x="504417" y="428700"/>
                  </a:cubicBezTo>
                  <a:cubicBezTo>
                    <a:pt x="503940" y="432796"/>
                    <a:pt x="507941" y="435939"/>
                    <a:pt x="511941" y="436892"/>
                  </a:cubicBezTo>
                  <a:cubicBezTo>
                    <a:pt x="515942" y="437844"/>
                    <a:pt x="520038" y="436892"/>
                    <a:pt x="523848" y="438606"/>
                  </a:cubicBezTo>
                  <a:cubicBezTo>
                    <a:pt x="533315" y="443521"/>
                    <a:pt x="537259" y="455008"/>
                    <a:pt x="532801" y="464705"/>
                  </a:cubicBezTo>
                  <a:cubicBezTo>
                    <a:pt x="528201" y="473868"/>
                    <a:pt x="522190" y="482259"/>
                    <a:pt x="514989" y="489565"/>
                  </a:cubicBezTo>
                  <a:cubicBezTo>
                    <a:pt x="507722" y="497156"/>
                    <a:pt x="504655" y="507843"/>
                    <a:pt x="506798" y="518140"/>
                  </a:cubicBezTo>
                  <a:cubicBezTo>
                    <a:pt x="475270" y="544524"/>
                    <a:pt x="433741" y="556240"/>
                    <a:pt x="394498" y="567861"/>
                  </a:cubicBezTo>
                  <a:cubicBezTo>
                    <a:pt x="390526" y="569613"/>
                    <a:pt x="385992" y="569613"/>
                    <a:pt x="382020" y="567861"/>
                  </a:cubicBezTo>
                  <a:cubicBezTo>
                    <a:pt x="377163" y="564812"/>
                    <a:pt x="377163" y="557669"/>
                    <a:pt x="373543" y="553097"/>
                  </a:cubicBezTo>
                  <a:cubicBezTo>
                    <a:pt x="369924" y="548525"/>
                    <a:pt x="359732" y="547572"/>
                    <a:pt x="352207" y="548620"/>
                  </a:cubicBezTo>
                  <a:cubicBezTo>
                    <a:pt x="344711" y="548649"/>
                    <a:pt x="337596" y="551916"/>
                    <a:pt x="332681" y="557574"/>
                  </a:cubicBezTo>
                  <a:cubicBezTo>
                    <a:pt x="331366" y="560879"/>
                    <a:pt x="329776" y="564060"/>
                    <a:pt x="327918" y="567099"/>
                  </a:cubicBezTo>
                  <a:cubicBezTo>
                    <a:pt x="324975" y="569813"/>
                    <a:pt x="320832" y="570823"/>
                    <a:pt x="316965" y="569766"/>
                  </a:cubicBezTo>
                  <a:cubicBezTo>
                    <a:pt x="313174" y="568765"/>
                    <a:pt x="309592" y="567089"/>
                    <a:pt x="306392" y="564812"/>
                  </a:cubicBezTo>
                  <a:cubicBezTo>
                    <a:pt x="272912" y="543381"/>
                    <a:pt x="243632" y="516006"/>
                    <a:pt x="220000" y="484041"/>
                  </a:cubicBezTo>
                  <a:cubicBezTo>
                    <a:pt x="180014" y="432244"/>
                    <a:pt x="134780" y="384714"/>
                    <a:pt x="85031" y="342213"/>
                  </a:cubicBezTo>
                  <a:lnTo>
                    <a:pt x="88269" y="339546"/>
                  </a:lnTo>
                  <a:lnTo>
                    <a:pt x="88269" y="296208"/>
                  </a:lnTo>
                  <a:cubicBezTo>
                    <a:pt x="101223" y="296208"/>
                    <a:pt x="110748" y="304590"/>
                    <a:pt x="123512" y="307066"/>
                  </a:cubicBezTo>
                  <a:lnTo>
                    <a:pt x="123512" y="340975"/>
                  </a:lnTo>
                  <a:cubicBezTo>
                    <a:pt x="164565" y="340975"/>
                    <a:pt x="205046" y="316115"/>
                    <a:pt x="244384" y="304494"/>
                  </a:cubicBezTo>
                  <a:cubicBezTo>
                    <a:pt x="252995" y="302818"/>
                    <a:pt x="260967" y="298798"/>
                    <a:pt x="267435" y="292874"/>
                  </a:cubicBezTo>
                  <a:cubicBezTo>
                    <a:pt x="273150" y="286587"/>
                    <a:pt x="275435" y="277443"/>
                    <a:pt x="282198" y="272300"/>
                  </a:cubicBezTo>
                  <a:cubicBezTo>
                    <a:pt x="287113" y="269471"/>
                    <a:pt x="292276" y="267118"/>
                    <a:pt x="297629" y="265251"/>
                  </a:cubicBezTo>
                  <a:cubicBezTo>
                    <a:pt x="304877" y="260994"/>
                    <a:pt x="311145" y="255241"/>
                    <a:pt x="316012" y="248392"/>
                  </a:cubicBezTo>
                  <a:lnTo>
                    <a:pt x="338872" y="220674"/>
                  </a:lnTo>
                  <a:cubicBezTo>
                    <a:pt x="342492" y="216293"/>
                    <a:pt x="346111" y="209816"/>
                    <a:pt x="342396" y="205529"/>
                  </a:cubicBezTo>
                  <a:cubicBezTo>
                    <a:pt x="338967" y="202891"/>
                    <a:pt x="334205" y="202891"/>
                    <a:pt x="330776" y="205529"/>
                  </a:cubicBezTo>
                  <a:cubicBezTo>
                    <a:pt x="327156" y="207625"/>
                    <a:pt x="324299" y="210864"/>
                    <a:pt x="320584" y="212864"/>
                  </a:cubicBezTo>
                  <a:cubicBezTo>
                    <a:pt x="306392" y="220198"/>
                    <a:pt x="286675" y="205625"/>
                    <a:pt x="273911" y="215245"/>
                  </a:cubicBezTo>
                  <a:cubicBezTo>
                    <a:pt x="265149" y="221817"/>
                    <a:pt x="266006" y="235533"/>
                    <a:pt x="259434" y="244296"/>
                  </a:cubicBezTo>
                  <a:cubicBezTo>
                    <a:pt x="251899" y="251916"/>
                    <a:pt x="241574" y="256117"/>
                    <a:pt x="230859" y="255917"/>
                  </a:cubicBezTo>
                  <a:cubicBezTo>
                    <a:pt x="211485" y="257708"/>
                    <a:pt x="192025" y="258412"/>
                    <a:pt x="172566" y="258012"/>
                  </a:cubicBezTo>
                  <a:cubicBezTo>
                    <a:pt x="152763" y="258831"/>
                    <a:pt x="133075" y="254536"/>
                    <a:pt x="115416" y="245535"/>
                  </a:cubicBezTo>
                  <a:cubicBezTo>
                    <a:pt x="99023" y="233838"/>
                    <a:pt x="85583" y="218474"/>
                    <a:pt x="76173" y="200672"/>
                  </a:cubicBezTo>
                  <a:cubicBezTo>
                    <a:pt x="67791" y="187527"/>
                    <a:pt x="59475" y="174383"/>
                    <a:pt x="51217" y="161238"/>
                  </a:cubicBezTo>
                  <a:cubicBezTo>
                    <a:pt x="47502" y="156495"/>
                    <a:pt x="45245" y="150770"/>
                    <a:pt x="44740" y="144760"/>
                  </a:cubicBezTo>
                  <a:cubicBezTo>
                    <a:pt x="45550" y="137635"/>
                    <a:pt x="49322" y="131168"/>
                    <a:pt x="55122" y="126948"/>
                  </a:cubicBezTo>
                  <a:cubicBezTo>
                    <a:pt x="60885" y="122872"/>
                    <a:pt x="66190" y="118176"/>
                    <a:pt x="70934" y="112946"/>
                  </a:cubicBezTo>
                  <a:cubicBezTo>
                    <a:pt x="74553" y="108184"/>
                    <a:pt x="75125" y="99326"/>
                    <a:pt x="69315" y="97992"/>
                  </a:cubicBezTo>
                  <a:cubicBezTo>
                    <a:pt x="66371" y="97821"/>
                    <a:pt x="63485" y="98849"/>
                    <a:pt x="61314" y="100850"/>
                  </a:cubicBezTo>
                  <a:lnTo>
                    <a:pt x="23214" y="127520"/>
                  </a:lnTo>
                  <a:cubicBezTo>
                    <a:pt x="19118" y="131082"/>
                    <a:pt x="13965" y="133187"/>
                    <a:pt x="8545" y="133520"/>
                  </a:cubicBezTo>
                  <a:cubicBezTo>
                    <a:pt x="3211" y="133520"/>
                    <a:pt x="-2028" y="127520"/>
                    <a:pt x="354" y="122662"/>
                  </a:cubicBezTo>
                  <a:cubicBezTo>
                    <a:pt x="3687" y="116090"/>
                    <a:pt x="13974" y="119233"/>
                    <a:pt x="15022" y="111232"/>
                  </a:cubicBezTo>
                  <a:cubicBezTo>
                    <a:pt x="14632" y="107070"/>
                    <a:pt x="13841" y="102955"/>
                    <a:pt x="12641" y="98945"/>
                  </a:cubicBezTo>
                  <a:cubicBezTo>
                    <a:pt x="11907" y="92877"/>
                    <a:pt x="11755" y="86753"/>
                    <a:pt x="12165" y="80657"/>
                  </a:cubicBezTo>
                  <a:cubicBezTo>
                    <a:pt x="12012" y="77761"/>
                    <a:pt x="13003" y="74923"/>
                    <a:pt x="14927" y="72751"/>
                  </a:cubicBezTo>
                  <a:lnTo>
                    <a:pt x="86269" y="72751"/>
                  </a:lnTo>
                  <a:lnTo>
                    <a:pt x="86269" y="30174"/>
                  </a:lnTo>
                  <a:cubicBezTo>
                    <a:pt x="121321" y="30174"/>
                    <a:pt x="156659" y="41223"/>
                    <a:pt x="191044" y="34365"/>
                  </a:cubicBezTo>
                  <a:cubicBezTo>
                    <a:pt x="198378" y="32936"/>
                    <a:pt x="207046" y="31412"/>
                    <a:pt x="212475" y="36556"/>
                  </a:cubicBezTo>
                  <a:cubicBezTo>
                    <a:pt x="217905" y="41699"/>
                    <a:pt x="216666" y="52558"/>
                    <a:pt x="222000" y="58845"/>
                  </a:cubicBezTo>
                  <a:cubicBezTo>
                    <a:pt x="227630" y="63721"/>
                    <a:pt x="235126" y="65845"/>
                    <a:pt x="242479" y="64655"/>
                  </a:cubicBezTo>
                  <a:cubicBezTo>
                    <a:pt x="249661" y="65350"/>
                    <a:pt x="256862" y="63531"/>
                    <a:pt x="262863" y="59511"/>
                  </a:cubicBezTo>
                  <a:cubicBezTo>
                    <a:pt x="265453" y="56882"/>
                    <a:pt x="267758" y="53977"/>
                    <a:pt x="269721" y="50844"/>
                  </a:cubicBezTo>
                  <a:cubicBezTo>
                    <a:pt x="279979" y="39547"/>
                    <a:pt x="293171" y="31308"/>
                    <a:pt x="307821" y="27031"/>
                  </a:cubicBezTo>
                  <a:cubicBezTo>
                    <a:pt x="316422" y="22707"/>
                    <a:pt x="326052" y="20859"/>
                    <a:pt x="335634" y="21697"/>
                  </a:cubicBezTo>
                  <a:cubicBezTo>
                    <a:pt x="345511" y="22935"/>
                    <a:pt x="352531" y="31917"/>
                    <a:pt x="351350" y="41795"/>
                  </a:cubicBezTo>
                  <a:cubicBezTo>
                    <a:pt x="349350" y="49320"/>
                    <a:pt x="340872" y="55320"/>
                    <a:pt x="342873" y="62845"/>
                  </a:cubicBezTo>
                  <a:cubicBezTo>
                    <a:pt x="344873" y="70370"/>
                    <a:pt x="354588" y="71036"/>
                    <a:pt x="361923" y="69798"/>
                  </a:cubicBezTo>
                  <a:cubicBezTo>
                    <a:pt x="370467" y="68884"/>
                    <a:pt x="378591" y="65579"/>
                    <a:pt x="385354" y="60273"/>
                  </a:cubicBezTo>
                  <a:cubicBezTo>
                    <a:pt x="392126" y="54663"/>
                    <a:pt x="394736" y="45462"/>
                    <a:pt x="391926" y="37128"/>
                  </a:cubicBezTo>
                  <a:cubicBezTo>
                    <a:pt x="389717" y="33641"/>
                    <a:pt x="387916" y="29898"/>
                    <a:pt x="386592" y="25983"/>
                  </a:cubicBezTo>
                  <a:cubicBezTo>
                    <a:pt x="385164" y="18268"/>
                    <a:pt x="392402" y="12077"/>
                    <a:pt x="396689" y="5600"/>
                  </a:cubicBezTo>
                  <a:cubicBezTo>
                    <a:pt x="397318" y="4619"/>
                    <a:pt x="397889" y="3599"/>
                    <a:pt x="398403" y="2552"/>
                  </a:cubicBezTo>
                  <a:cubicBezTo>
                    <a:pt x="437999" y="-1211"/>
                    <a:pt x="477880" y="-734"/>
                    <a:pt x="517371" y="3981"/>
                  </a:cubicBezTo>
                  <a:cubicBezTo>
                    <a:pt x="561376" y="10553"/>
                    <a:pt x="605191" y="27603"/>
                    <a:pt x="636338" y="59321"/>
                  </a:cubicBezTo>
                  <a:cubicBezTo>
                    <a:pt x="627765" y="49796"/>
                    <a:pt x="641196" y="33699"/>
                    <a:pt x="653769" y="36080"/>
                  </a:cubicBezTo>
                  <a:cubicBezTo>
                    <a:pt x="666342" y="38461"/>
                    <a:pt x="673961" y="51320"/>
                    <a:pt x="677676" y="63512"/>
                  </a:cubicBezTo>
                  <a:cubicBezTo>
                    <a:pt x="679858" y="76113"/>
                    <a:pt x="684068" y="88267"/>
                    <a:pt x="690154" y="99516"/>
                  </a:cubicBezTo>
                  <a:cubicBezTo>
                    <a:pt x="695298" y="106946"/>
                    <a:pt x="703299" y="112566"/>
                    <a:pt x="706156" y="121138"/>
                  </a:cubicBezTo>
                  <a:cubicBezTo>
                    <a:pt x="709490" y="131330"/>
                    <a:pt x="704727" y="142093"/>
                    <a:pt x="702918" y="152666"/>
                  </a:cubicBezTo>
                  <a:cubicBezTo>
                    <a:pt x="701108" y="163239"/>
                    <a:pt x="704537" y="177050"/>
                    <a:pt x="715205" y="178574"/>
                  </a:cubicBezTo>
                  <a:lnTo>
                    <a:pt x="734255" y="170001"/>
                  </a:lnTo>
                  <a:cubicBezTo>
                    <a:pt x="743304" y="192099"/>
                    <a:pt x="762068" y="208101"/>
                    <a:pt x="780165" y="223817"/>
                  </a:cubicBezTo>
                  <a:cubicBezTo>
                    <a:pt x="793815" y="236781"/>
                    <a:pt x="809693" y="247173"/>
                    <a:pt x="827028" y="254488"/>
                  </a:cubicBezTo>
                  <a:cubicBezTo>
                    <a:pt x="828819" y="261298"/>
                    <a:pt x="832686" y="267385"/>
                    <a:pt x="838077" y="271919"/>
                  </a:cubicBezTo>
                  <a:cubicBezTo>
                    <a:pt x="843888" y="276624"/>
                    <a:pt x="848279" y="282863"/>
                    <a:pt x="850746" y="289921"/>
                  </a:cubicBezTo>
                  <a:cubicBezTo>
                    <a:pt x="853508" y="301827"/>
                    <a:pt x="840649" y="314495"/>
                    <a:pt x="827219" y="317924"/>
                  </a:cubicBezTo>
                  <a:close/>
                </a:path>
              </a:pathLst>
            </a:custGeom>
            <a:solidFill>
              <a:schemeClr val="accent5"/>
            </a:solidFill>
            <a:ln w="7144" cap="rnd">
              <a:solidFill>
                <a:schemeClr val="bg1"/>
              </a:solidFill>
              <a:prstDash val="solid"/>
              <a:round/>
            </a:ln>
          </p:spPr>
          <p:txBody>
            <a:bodyPr rtlCol="0" anchor="ctr"/>
            <a:lstStyle/>
            <a:p>
              <a:endParaRPr lang="en-IN"/>
            </a:p>
          </p:txBody>
        </p:sp>
        <p:sp>
          <p:nvSpPr>
            <p:cNvPr id="62" name="Freeform: Shape 61"/>
            <p:cNvSpPr/>
            <p:nvPr/>
          </p:nvSpPr>
          <p:spPr>
            <a:xfrm>
              <a:off x="4845081" y="1989132"/>
              <a:ext cx="955548" cy="737276"/>
            </a:xfrm>
            <a:custGeom>
              <a:avLst/>
              <a:gdLst>
                <a:gd name="connsiteX0" fmla="*/ 934451 w 955548"/>
                <a:gd name="connsiteY0" fmla="*/ 371754 h 737276"/>
                <a:gd name="connsiteX1" fmla="*/ 892541 w 955548"/>
                <a:gd name="connsiteY1" fmla="*/ 376517 h 737276"/>
                <a:gd name="connsiteX2" fmla="*/ 888255 w 955548"/>
                <a:gd name="connsiteY2" fmla="*/ 409664 h 737276"/>
                <a:gd name="connsiteX3" fmla="*/ 861299 w 955548"/>
                <a:gd name="connsiteY3" fmla="*/ 409664 h 737276"/>
                <a:gd name="connsiteX4" fmla="*/ 863966 w 955548"/>
                <a:gd name="connsiteY4" fmla="*/ 428142 h 737276"/>
                <a:gd name="connsiteX5" fmla="*/ 867395 w 955548"/>
                <a:gd name="connsiteY5" fmla="*/ 439667 h 737276"/>
                <a:gd name="connsiteX6" fmla="*/ 862156 w 955548"/>
                <a:gd name="connsiteY6" fmla="*/ 447192 h 737276"/>
                <a:gd name="connsiteX7" fmla="*/ 839010 w 955548"/>
                <a:gd name="connsiteY7" fmla="*/ 469195 h 737276"/>
                <a:gd name="connsiteX8" fmla="*/ 793862 w 955548"/>
                <a:gd name="connsiteY8" fmla="*/ 475005 h 737276"/>
                <a:gd name="connsiteX9" fmla="*/ 775765 w 955548"/>
                <a:gd name="connsiteY9" fmla="*/ 482625 h 737276"/>
                <a:gd name="connsiteX10" fmla="*/ 776526 w 955548"/>
                <a:gd name="connsiteY10" fmla="*/ 504723 h 737276"/>
                <a:gd name="connsiteX11" fmla="*/ 793291 w 955548"/>
                <a:gd name="connsiteY11" fmla="*/ 521201 h 737276"/>
                <a:gd name="connsiteX12" fmla="*/ 797101 w 955548"/>
                <a:gd name="connsiteY12" fmla="*/ 527202 h 737276"/>
                <a:gd name="connsiteX13" fmla="*/ 792624 w 955548"/>
                <a:gd name="connsiteY13" fmla="*/ 533108 h 737276"/>
                <a:gd name="connsiteX14" fmla="*/ 785290 w 955548"/>
                <a:gd name="connsiteY14" fmla="*/ 535870 h 737276"/>
                <a:gd name="connsiteX15" fmla="*/ 776336 w 955548"/>
                <a:gd name="connsiteY15" fmla="*/ 553301 h 737276"/>
                <a:gd name="connsiteX16" fmla="*/ 780336 w 955548"/>
                <a:gd name="connsiteY16" fmla="*/ 568541 h 737276"/>
                <a:gd name="connsiteX17" fmla="*/ 844726 w 955548"/>
                <a:gd name="connsiteY17" fmla="*/ 583590 h 737276"/>
                <a:gd name="connsiteX18" fmla="*/ 840058 w 955548"/>
                <a:gd name="connsiteY18" fmla="*/ 630263 h 737276"/>
                <a:gd name="connsiteX19" fmla="*/ 864157 w 955548"/>
                <a:gd name="connsiteY19" fmla="*/ 658361 h 737276"/>
                <a:gd name="connsiteX20" fmla="*/ 868252 w 955548"/>
                <a:gd name="connsiteY20" fmla="*/ 665029 h 737276"/>
                <a:gd name="connsiteX21" fmla="*/ 863394 w 955548"/>
                <a:gd name="connsiteY21" fmla="*/ 678554 h 737276"/>
                <a:gd name="connsiteX22" fmla="*/ 851393 w 955548"/>
                <a:gd name="connsiteY22" fmla="*/ 690937 h 737276"/>
                <a:gd name="connsiteX23" fmla="*/ 835201 w 955548"/>
                <a:gd name="connsiteY23" fmla="*/ 690175 h 737276"/>
                <a:gd name="connsiteX24" fmla="*/ 789957 w 955548"/>
                <a:gd name="connsiteY24" fmla="*/ 737324 h 737276"/>
                <a:gd name="connsiteX25" fmla="*/ 765001 w 955548"/>
                <a:gd name="connsiteY25" fmla="*/ 710654 h 737276"/>
                <a:gd name="connsiteX26" fmla="*/ 767859 w 955548"/>
                <a:gd name="connsiteY26" fmla="*/ 694842 h 737276"/>
                <a:gd name="connsiteX27" fmla="*/ 764144 w 955548"/>
                <a:gd name="connsiteY27" fmla="*/ 679888 h 737276"/>
                <a:gd name="connsiteX28" fmla="*/ 751571 w 955548"/>
                <a:gd name="connsiteY28" fmla="*/ 677221 h 737276"/>
                <a:gd name="connsiteX29" fmla="*/ 739951 w 955548"/>
                <a:gd name="connsiteY29" fmla="*/ 683507 h 737276"/>
                <a:gd name="connsiteX30" fmla="*/ 731759 w 955548"/>
                <a:gd name="connsiteY30" fmla="*/ 690556 h 737276"/>
                <a:gd name="connsiteX31" fmla="*/ 665846 w 955548"/>
                <a:gd name="connsiteY31" fmla="*/ 677316 h 737276"/>
                <a:gd name="connsiteX32" fmla="*/ 641938 w 955548"/>
                <a:gd name="connsiteY32" fmla="*/ 676268 h 737276"/>
                <a:gd name="connsiteX33" fmla="*/ 631175 w 955548"/>
                <a:gd name="connsiteY33" fmla="*/ 653694 h 737276"/>
                <a:gd name="connsiteX34" fmla="*/ 613363 w 955548"/>
                <a:gd name="connsiteY34" fmla="*/ 639597 h 737276"/>
                <a:gd name="connsiteX35" fmla="*/ 601457 w 955548"/>
                <a:gd name="connsiteY35" fmla="*/ 652265 h 737276"/>
                <a:gd name="connsiteX36" fmla="*/ 560690 w 955548"/>
                <a:gd name="connsiteY36" fmla="*/ 651122 h 737276"/>
                <a:gd name="connsiteX37" fmla="*/ 523257 w 955548"/>
                <a:gd name="connsiteY37" fmla="*/ 613022 h 737276"/>
                <a:gd name="connsiteX38" fmla="*/ 519733 w 955548"/>
                <a:gd name="connsiteY38" fmla="*/ 593115 h 737276"/>
                <a:gd name="connsiteX39" fmla="*/ 507445 w 955548"/>
                <a:gd name="connsiteY39" fmla="*/ 589781 h 737276"/>
                <a:gd name="connsiteX40" fmla="*/ 455153 w 955548"/>
                <a:gd name="connsiteY40" fmla="*/ 612070 h 737276"/>
                <a:gd name="connsiteX41" fmla="*/ 429912 w 955548"/>
                <a:gd name="connsiteY41" fmla="*/ 632358 h 737276"/>
                <a:gd name="connsiteX42" fmla="*/ 401813 w 955548"/>
                <a:gd name="connsiteY42" fmla="*/ 631120 h 737276"/>
                <a:gd name="connsiteX43" fmla="*/ 380667 w 955548"/>
                <a:gd name="connsiteY43" fmla="*/ 645312 h 737276"/>
                <a:gd name="connsiteX44" fmla="*/ 399717 w 955548"/>
                <a:gd name="connsiteY44" fmla="*/ 672173 h 737276"/>
                <a:gd name="connsiteX45" fmla="*/ 386097 w 955548"/>
                <a:gd name="connsiteY45" fmla="*/ 700748 h 737276"/>
                <a:gd name="connsiteX46" fmla="*/ 386097 w 955548"/>
                <a:gd name="connsiteY46" fmla="*/ 700748 h 737276"/>
                <a:gd name="connsiteX47" fmla="*/ 322279 w 955548"/>
                <a:gd name="connsiteY47" fmla="*/ 733037 h 737276"/>
                <a:gd name="connsiteX48" fmla="*/ 315802 w 955548"/>
                <a:gd name="connsiteY48" fmla="*/ 712654 h 737276"/>
                <a:gd name="connsiteX49" fmla="*/ 285513 w 955548"/>
                <a:gd name="connsiteY49" fmla="*/ 699033 h 737276"/>
                <a:gd name="connsiteX50" fmla="*/ 264748 w 955548"/>
                <a:gd name="connsiteY50" fmla="*/ 699033 h 737276"/>
                <a:gd name="connsiteX51" fmla="*/ 247032 w 955548"/>
                <a:gd name="connsiteY51" fmla="*/ 689508 h 737276"/>
                <a:gd name="connsiteX52" fmla="*/ 247603 w 955548"/>
                <a:gd name="connsiteY52" fmla="*/ 669887 h 737276"/>
                <a:gd name="connsiteX53" fmla="*/ 256271 w 955548"/>
                <a:gd name="connsiteY53" fmla="*/ 651408 h 737276"/>
                <a:gd name="connsiteX54" fmla="*/ 256271 w 955548"/>
                <a:gd name="connsiteY54" fmla="*/ 643026 h 737276"/>
                <a:gd name="connsiteX55" fmla="*/ 249984 w 955548"/>
                <a:gd name="connsiteY55" fmla="*/ 638168 h 737276"/>
                <a:gd name="connsiteX56" fmla="*/ 242365 w 955548"/>
                <a:gd name="connsiteY56" fmla="*/ 642645 h 737276"/>
                <a:gd name="connsiteX57" fmla="*/ 222838 w 955548"/>
                <a:gd name="connsiteY57" fmla="*/ 641883 h 737276"/>
                <a:gd name="connsiteX58" fmla="*/ 170736 w 955548"/>
                <a:gd name="connsiteY58" fmla="*/ 623690 h 737276"/>
                <a:gd name="connsiteX59" fmla="*/ 116634 w 955548"/>
                <a:gd name="connsiteY59" fmla="*/ 597497 h 737276"/>
                <a:gd name="connsiteX60" fmla="*/ 113586 w 955548"/>
                <a:gd name="connsiteY60" fmla="*/ 515391 h 737276"/>
                <a:gd name="connsiteX61" fmla="*/ 100823 w 955548"/>
                <a:gd name="connsiteY61" fmla="*/ 475672 h 737276"/>
                <a:gd name="connsiteX62" fmla="*/ 106824 w 955548"/>
                <a:gd name="connsiteY62" fmla="*/ 431762 h 737276"/>
                <a:gd name="connsiteX63" fmla="*/ 109491 w 955548"/>
                <a:gd name="connsiteY63" fmla="*/ 413855 h 737276"/>
                <a:gd name="connsiteX64" fmla="*/ 101204 w 955548"/>
                <a:gd name="connsiteY64" fmla="*/ 400139 h 737276"/>
                <a:gd name="connsiteX65" fmla="*/ 98061 w 955548"/>
                <a:gd name="connsiteY65" fmla="*/ 384041 h 737276"/>
                <a:gd name="connsiteX66" fmla="*/ 112253 w 955548"/>
                <a:gd name="connsiteY66" fmla="*/ 375564 h 737276"/>
                <a:gd name="connsiteX67" fmla="*/ 128541 w 955548"/>
                <a:gd name="connsiteY67" fmla="*/ 370421 h 737276"/>
                <a:gd name="connsiteX68" fmla="*/ 141971 w 955548"/>
                <a:gd name="connsiteY68" fmla="*/ 344417 h 737276"/>
                <a:gd name="connsiteX69" fmla="*/ 175785 w 955548"/>
                <a:gd name="connsiteY69" fmla="*/ 332892 h 737276"/>
                <a:gd name="connsiteX70" fmla="*/ 198835 w 955548"/>
                <a:gd name="connsiteY70" fmla="*/ 292792 h 737276"/>
                <a:gd name="connsiteX71" fmla="*/ 140542 w 955548"/>
                <a:gd name="connsiteY71" fmla="*/ 275456 h 737276"/>
                <a:gd name="connsiteX72" fmla="*/ 140542 w 955548"/>
                <a:gd name="connsiteY72" fmla="*/ 249644 h 737276"/>
                <a:gd name="connsiteX73" fmla="*/ 146162 w 955548"/>
                <a:gd name="connsiteY73" fmla="*/ 235547 h 737276"/>
                <a:gd name="connsiteX74" fmla="*/ 137113 w 955548"/>
                <a:gd name="connsiteY74" fmla="*/ 229832 h 737276"/>
                <a:gd name="connsiteX75" fmla="*/ 125778 w 955548"/>
                <a:gd name="connsiteY75" fmla="*/ 231546 h 737276"/>
                <a:gd name="connsiteX76" fmla="*/ 96060 w 955548"/>
                <a:gd name="connsiteY76" fmla="*/ 225736 h 737276"/>
                <a:gd name="connsiteX77" fmla="*/ 78630 w 955548"/>
                <a:gd name="connsiteY77" fmla="*/ 200971 h 737276"/>
                <a:gd name="connsiteX78" fmla="*/ 75963 w 955548"/>
                <a:gd name="connsiteY78" fmla="*/ 179921 h 737276"/>
                <a:gd name="connsiteX79" fmla="*/ -237 w 955548"/>
                <a:gd name="connsiteY79" fmla="*/ 174682 h 737276"/>
                <a:gd name="connsiteX80" fmla="*/ -237 w 955548"/>
                <a:gd name="connsiteY80" fmla="*/ 119246 h 737276"/>
                <a:gd name="connsiteX81" fmla="*/ 41863 w 955548"/>
                <a:gd name="connsiteY81" fmla="*/ 119246 h 737276"/>
                <a:gd name="connsiteX82" fmla="*/ 73200 w 955548"/>
                <a:gd name="connsiteY82" fmla="*/ 55810 h 737276"/>
                <a:gd name="connsiteX83" fmla="*/ 142542 w 955548"/>
                <a:gd name="connsiteY83" fmla="*/ 53619 h 737276"/>
                <a:gd name="connsiteX84" fmla="*/ 160735 w 955548"/>
                <a:gd name="connsiteY84" fmla="*/ 63144 h 737276"/>
                <a:gd name="connsiteX85" fmla="*/ 176985 w 955548"/>
                <a:gd name="connsiteY85" fmla="*/ 54689 h 737276"/>
                <a:gd name="connsiteX86" fmla="*/ 177023 w 955548"/>
                <a:gd name="connsiteY86" fmla="*/ 54572 h 737276"/>
                <a:gd name="connsiteX87" fmla="*/ 162069 w 955548"/>
                <a:gd name="connsiteY87" fmla="*/ 38379 h 737276"/>
                <a:gd name="connsiteX88" fmla="*/ 149305 w 955548"/>
                <a:gd name="connsiteY88" fmla="*/ 21139 h 737276"/>
                <a:gd name="connsiteX89" fmla="*/ 165212 w 955548"/>
                <a:gd name="connsiteY89" fmla="*/ 16186 h 737276"/>
                <a:gd name="connsiteX90" fmla="*/ 179404 w 955548"/>
                <a:gd name="connsiteY90" fmla="*/ 28187 h 737276"/>
                <a:gd name="connsiteX91" fmla="*/ 195692 w 955548"/>
                <a:gd name="connsiteY91" fmla="*/ 36093 h 737276"/>
                <a:gd name="connsiteX92" fmla="*/ 207789 w 955548"/>
                <a:gd name="connsiteY92" fmla="*/ 30854 h 737276"/>
                <a:gd name="connsiteX93" fmla="*/ 266749 w 955548"/>
                <a:gd name="connsiteY93" fmla="*/ 26663 h 737276"/>
                <a:gd name="connsiteX94" fmla="*/ 266749 w 955548"/>
                <a:gd name="connsiteY94" fmla="*/ 279 h 737276"/>
                <a:gd name="connsiteX95" fmla="*/ 296371 w 955548"/>
                <a:gd name="connsiteY95" fmla="*/ 279 h 737276"/>
                <a:gd name="connsiteX96" fmla="*/ 305896 w 955548"/>
                <a:gd name="connsiteY96" fmla="*/ 20567 h 737276"/>
                <a:gd name="connsiteX97" fmla="*/ 313516 w 955548"/>
                <a:gd name="connsiteY97" fmla="*/ 30092 h 737276"/>
                <a:gd name="connsiteX98" fmla="*/ 325137 w 955548"/>
                <a:gd name="connsiteY98" fmla="*/ 31331 h 737276"/>
                <a:gd name="connsiteX99" fmla="*/ 329518 w 955548"/>
                <a:gd name="connsiteY99" fmla="*/ 21806 h 737276"/>
                <a:gd name="connsiteX100" fmla="*/ 327232 w 955548"/>
                <a:gd name="connsiteY100" fmla="*/ 11042 h 737276"/>
                <a:gd name="connsiteX101" fmla="*/ 326661 w 955548"/>
                <a:gd name="connsiteY101" fmla="*/ 184 h 737276"/>
                <a:gd name="connsiteX102" fmla="*/ 345044 w 955548"/>
                <a:gd name="connsiteY102" fmla="*/ 1898 h 737276"/>
                <a:gd name="connsiteX103" fmla="*/ 358379 w 955548"/>
                <a:gd name="connsiteY103" fmla="*/ 13519 h 737276"/>
                <a:gd name="connsiteX104" fmla="*/ 359332 w 955548"/>
                <a:gd name="connsiteY104" fmla="*/ 27711 h 737276"/>
                <a:gd name="connsiteX105" fmla="*/ 363142 w 955548"/>
                <a:gd name="connsiteY105" fmla="*/ 40951 h 737276"/>
                <a:gd name="connsiteX106" fmla="*/ 378572 w 955548"/>
                <a:gd name="connsiteY106" fmla="*/ 47999 h 737276"/>
                <a:gd name="connsiteX107" fmla="*/ 389621 w 955548"/>
                <a:gd name="connsiteY107" fmla="*/ 71812 h 737276"/>
                <a:gd name="connsiteX108" fmla="*/ 420673 w 955548"/>
                <a:gd name="connsiteY108" fmla="*/ 94196 h 737276"/>
                <a:gd name="connsiteX109" fmla="*/ 439723 w 955548"/>
                <a:gd name="connsiteY109" fmla="*/ 101435 h 737276"/>
                <a:gd name="connsiteX110" fmla="*/ 448676 w 955548"/>
                <a:gd name="connsiteY110" fmla="*/ 118389 h 737276"/>
                <a:gd name="connsiteX111" fmla="*/ 477823 w 955548"/>
                <a:gd name="connsiteY111" fmla="*/ 118389 h 737276"/>
                <a:gd name="connsiteX112" fmla="*/ 490872 w 955548"/>
                <a:gd name="connsiteY112" fmla="*/ 143249 h 737276"/>
                <a:gd name="connsiteX113" fmla="*/ 516780 w 955548"/>
                <a:gd name="connsiteY113" fmla="*/ 154013 h 737276"/>
                <a:gd name="connsiteX114" fmla="*/ 526305 w 955548"/>
                <a:gd name="connsiteY114" fmla="*/ 157727 h 737276"/>
                <a:gd name="connsiteX115" fmla="*/ 525352 w 955548"/>
                <a:gd name="connsiteY115" fmla="*/ 171920 h 737276"/>
                <a:gd name="connsiteX116" fmla="*/ 517732 w 955548"/>
                <a:gd name="connsiteY116" fmla="*/ 184969 h 737276"/>
                <a:gd name="connsiteX117" fmla="*/ 523161 w 955548"/>
                <a:gd name="connsiteY117" fmla="*/ 200018 h 737276"/>
                <a:gd name="connsiteX118" fmla="*/ 537259 w 955548"/>
                <a:gd name="connsiteY118" fmla="*/ 208781 h 737276"/>
                <a:gd name="connsiteX119" fmla="*/ 605553 w 955548"/>
                <a:gd name="connsiteY119" fmla="*/ 208781 h 737276"/>
                <a:gd name="connsiteX120" fmla="*/ 613744 w 955548"/>
                <a:gd name="connsiteY120" fmla="*/ 223736 h 737276"/>
                <a:gd name="connsiteX121" fmla="*/ 607267 w 955548"/>
                <a:gd name="connsiteY121" fmla="*/ 240023 h 737276"/>
                <a:gd name="connsiteX122" fmla="*/ 602124 w 955548"/>
                <a:gd name="connsiteY122" fmla="*/ 248120 h 737276"/>
                <a:gd name="connsiteX123" fmla="*/ 608220 w 955548"/>
                <a:gd name="connsiteY123" fmla="*/ 251644 h 737276"/>
                <a:gd name="connsiteX124" fmla="*/ 642605 w 955548"/>
                <a:gd name="connsiteY124" fmla="*/ 245834 h 737276"/>
                <a:gd name="connsiteX125" fmla="*/ 652130 w 955548"/>
                <a:gd name="connsiteY125" fmla="*/ 248882 h 737276"/>
                <a:gd name="connsiteX126" fmla="*/ 663846 w 955548"/>
                <a:gd name="connsiteY126" fmla="*/ 238595 h 737276"/>
                <a:gd name="connsiteX127" fmla="*/ 682896 w 955548"/>
                <a:gd name="connsiteY127" fmla="*/ 243071 h 737276"/>
                <a:gd name="connsiteX128" fmla="*/ 689182 w 955548"/>
                <a:gd name="connsiteY128" fmla="*/ 230975 h 737276"/>
                <a:gd name="connsiteX129" fmla="*/ 706994 w 955548"/>
                <a:gd name="connsiteY129" fmla="*/ 214020 h 737276"/>
                <a:gd name="connsiteX130" fmla="*/ 825390 w 955548"/>
                <a:gd name="connsiteY130" fmla="*/ 204495 h 737276"/>
                <a:gd name="connsiteX131" fmla="*/ 825390 w 955548"/>
                <a:gd name="connsiteY131" fmla="*/ 176396 h 737276"/>
                <a:gd name="connsiteX132" fmla="*/ 842249 w 955548"/>
                <a:gd name="connsiteY132" fmla="*/ 176396 h 737276"/>
                <a:gd name="connsiteX133" fmla="*/ 878444 w 955548"/>
                <a:gd name="connsiteY133" fmla="*/ 207067 h 737276"/>
                <a:gd name="connsiteX134" fmla="*/ 914639 w 955548"/>
                <a:gd name="connsiteY134" fmla="*/ 207067 h 737276"/>
                <a:gd name="connsiteX135" fmla="*/ 955311 w 955548"/>
                <a:gd name="connsiteY135" fmla="*/ 245167 h 737276"/>
                <a:gd name="connsiteX136" fmla="*/ 934451 w 955548"/>
                <a:gd name="connsiteY136" fmla="*/ 371754 h 737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955548" h="737276">
                  <a:moveTo>
                    <a:pt x="934451" y="371754"/>
                  </a:moveTo>
                  <a:cubicBezTo>
                    <a:pt x="920383" y="372242"/>
                    <a:pt x="906362" y="373834"/>
                    <a:pt x="892541" y="376517"/>
                  </a:cubicBezTo>
                  <a:cubicBezTo>
                    <a:pt x="887388" y="386758"/>
                    <a:pt x="885883" y="398448"/>
                    <a:pt x="888255" y="409664"/>
                  </a:cubicBezTo>
                  <a:lnTo>
                    <a:pt x="861299" y="409664"/>
                  </a:lnTo>
                  <a:cubicBezTo>
                    <a:pt x="860356" y="415951"/>
                    <a:pt x="861280" y="422378"/>
                    <a:pt x="863966" y="428142"/>
                  </a:cubicBezTo>
                  <a:cubicBezTo>
                    <a:pt x="866281" y="431533"/>
                    <a:pt x="867481" y="435562"/>
                    <a:pt x="867395" y="439667"/>
                  </a:cubicBezTo>
                  <a:cubicBezTo>
                    <a:pt x="866490" y="442668"/>
                    <a:pt x="864652" y="445303"/>
                    <a:pt x="862156" y="447192"/>
                  </a:cubicBezTo>
                  <a:lnTo>
                    <a:pt x="839010" y="469195"/>
                  </a:lnTo>
                  <a:cubicBezTo>
                    <a:pt x="824247" y="471481"/>
                    <a:pt x="808626" y="472624"/>
                    <a:pt x="793862" y="475005"/>
                  </a:cubicBezTo>
                  <a:cubicBezTo>
                    <a:pt x="787099" y="475234"/>
                    <a:pt x="780651" y="477947"/>
                    <a:pt x="775765" y="482625"/>
                  </a:cubicBezTo>
                  <a:cubicBezTo>
                    <a:pt x="771278" y="489400"/>
                    <a:pt x="771583" y="498273"/>
                    <a:pt x="776526" y="504723"/>
                  </a:cubicBezTo>
                  <a:cubicBezTo>
                    <a:pt x="781384" y="510913"/>
                    <a:pt x="787014" y="516451"/>
                    <a:pt x="793291" y="521201"/>
                  </a:cubicBezTo>
                  <a:cubicBezTo>
                    <a:pt x="795338" y="522582"/>
                    <a:pt x="796719" y="524758"/>
                    <a:pt x="797101" y="527202"/>
                  </a:cubicBezTo>
                  <a:cubicBezTo>
                    <a:pt x="796824" y="529851"/>
                    <a:pt x="795100" y="532128"/>
                    <a:pt x="792624" y="533108"/>
                  </a:cubicBezTo>
                  <a:cubicBezTo>
                    <a:pt x="790243" y="534251"/>
                    <a:pt x="787671" y="534632"/>
                    <a:pt x="785290" y="535870"/>
                  </a:cubicBezTo>
                  <a:cubicBezTo>
                    <a:pt x="779203" y="539473"/>
                    <a:pt x="775717" y="546251"/>
                    <a:pt x="776336" y="553301"/>
                  </a:cubicBezTo>
                  <a:cubicBezTo>
                    <a:pt x="776708" y="558586"/>
                    <a:pt x="778060" y="563754"/>
                    <a:pt x="780336" y="568541"/>
                  </a:cubicBezTo>
                  <a:cubicBezTo>
                    <a:pt x="799386" y="580542"/>
                    <a:pt x="823961" y="574541"/>
                    <a:pt x="844726" y="583590"/>
                  </a:cubicBezTo>
                  <a:cubicBezTo>
                    <a:pt x="843583" y="598925"/>
                    <a:pt x="841106" y="614927"/>
                    <a:pt x="840058" y="630263"/>
                  </a:cubicBezTo>
                  <a:lnTo>
                    <a:pt x="864157" y="658361"/>
                  </a:lnTo>
                  <a:cubicBezTo>
                    <a:pt x="866014" y="660243"/>
                    <a:pt x="867414" y="662523"/>
                    <a:pt x="868252" y="665029"/>
                  </a:cubicBezTo>
                  <a:cubicBezTo>
                    <a:pt x="868690" y="670031"/>
                    <a:pt x="866919" y="674975"/>
                    <a:pt x="863394" y="678554"/>
                  </a:cubicBezTo>
                  <a:cubicBezTo>
                    <a:pt x="860309" y="683480"/>
                    <a:pt x="856222" y="687699"/>
                    <a:pt x="851393" y="690937"/>
                  </a:cubicBezTo>
                  <a:cubicBezTo>
                    <a:pt x="846364" y="694094"/>
                    <a:pt x="839906" y="693790"/>
                    <a:pt x="835201" y="690175"/>
                  </a:cubicBezTo>
                  <a:cubicBezTo>
                    <a:pt x="819960" y="705605"/>
                    <a:pt x="803673" y="720560"/>
                    <a:pt x="789957" y="737324"/>
                  </a:cubicBezTo>
                  <a:cubicBezTo>
                    <a:pt x="776003" y="736196"/>
                    <a:pt x="765201" y="724648"/>
                    <a:pt x="765001" y="710654"/>
                  </a:cubicBezTo>
                  <a:cubicBezTo>
                    <a:pt x="765677" y="705337"/>
                    <a:pt x="766630" y="700059"/>
                    <a:pt x="767859" y="694842"/>
                  </a:cubicBezTo>
                  <a:cubicBezTo>
                    <a:pt x="769116" y="689550"/>
                    <a:pt x="767735" y="683974"/>
                    <a:pt x="764144" y="679888"/>
                  </a:cubicBezTo>
                  <a:cubicBezTo>
                    <a:pt x="760648" y="676984"/>
                    <a:pt x="755943" y="675987"/>
                    <a:pt x="751571" y="677221"/>
                  </a:cubicBezTo>
                  <a:cubicBezTo>
                    <a:pt x="747294" y="678470"/>
                    <a:pt x="743332" y="680613"/>
                    <a:pt x="739951" y="683507"/>
                  </a:cubicBezTo>
                  <a:cubicBezTo>
                    <a:pt x="737093" y="685698"/>
                    <a:pt x="734426" y="688079"/>
                    <a:pt x="731759" y="690556"/>
                  </a:cubicBezTo>
                  <a:cubicBezTo>
                    <a:pt x="711737" y="679294"/>
                    <a:pt x="688668" y="674659"/>
                    <a:pt x="665846" y="677316"/>
                  </a:cubicBezTo>
                  <a:cubicBezTo>
                    <a:pt x="657997" y="679766"/>
                    <a:pt x="649539" y="679396"/>
                    <a:pt x="641938" y="676268"/>
                  </a:cubicBezTo>
                  <a:cubicBezTo>
                    <a:pt x="634794" y="671601"/>
                    <a:pt x="633651" y="661886"/>
                    <a:pt x="631175" y="653694"/>
                  </a:cubicBezTo>
                  <a:cubicBezTo>
                    <a:pt x="628699" y="645503"/>
                    <a:pt x="621650" y="636740"/>
                    <a:pt x="613363" y="639597"/>
                  </a:cubicBezTo>
                  <a:cubicBezTo>
                    <a:pt x="607743" y="641597"/>
                    <a:pt x="605553" y="648074"/>
                    <a:pt x="601457" y="652265"/>
                  </a:cubicBezTo>
                  <a:cubicBezTo>
                    <a:pt x="591265" y="662743"/>
                    <a:pt x="573834" y="657218"/>
                    <a:pt x="560690" y="651122"/>
                  </a:cubicBezTo>
                  <a:cubicBezTo>
                    <a:pt x="543831" y="643217"/>
                    <a:pt x="524495" y="632072"/>
                    <a:pt x="523257" y="613022"/>
                  </a:cubicBezTo>
                  <a:cubicBezTo>
                    <a:pt x="523257" y="606164"/>
                    <a:pt x="524685" y="597973"/>
                    <a:pt x="519733" y="593115"/>
                  </a:cubicBezTo>
                  <a:cubicBezTo>
                    <a:pt x="516237" y="590422"/>
                    <a:pt x="511817" y="589223"/>
                    <a:pt x="507445" y="589781"/>
                  </a:cubicBezTo>
                  <a:cubicBezTo>
                    <a:pt x="487862" y="590524"/>
                    <a:pt x="469250" y="598460"/>
                    <a:pt x="455153" y="612070"/>
                  </a:cubicBezTo>
                  <a:cubicBezTo>
                    <a:pt x="447342" y="619690"/>
                    <a:pt x="440484" y="629501"/>
                    <a:pt x="429912" y="632358"/>
                  </a:cubicBezTo>
                  <a:cubicBezTo>
                    <a:pt x="420539" y="633317"/>
                    <a:pt x="411071" y="632900"/>
                    <a:pt x="401813" y="631120"/>
                  </a:cubicBezTo>
                  <a:cubicBezTo>
                    <a:pt x="392288" y="631120"/>
                    <a:pt x="380858" y="635882"/>
                    <a:pt x="380667" y="645312"/>
                  </a:cubicBezTo>
                  <a:cubicBezTo>
                    <a:pt x="380667" y="656456"/>
                    <a:pt x="395431" y="661695"/>
                    <a:pt x="399717" y="672173"/>
                  </a:cubicBezTo>
                  <a:cubicBezTo>
                    <a:pt x="404004" y="682650"/>
                    <a:pt x="394955" y="693699"/>
                    <a:pt x="386097" y="700748"/>
                  </a:cubicBezTo>
                  <a:lnTo>
                    <a:pt x="386097" y="700748"/>
                  </a:lnTo>
                  <a:lnTo>
                    <a:pt x="322279" y="733037"/>
                  </a:lnTo>
                  <a:cubicBezTo>
                    <a:pt x="323318" y="725613"/>
                    <a:pt x="320936" y="718118"/>
                    <a:pt x="315802" y="712654"/>
                  </a:cubicBezTo>
                  <a:cubicBezTo>
                    <a:pt x="307620" y="704696"/>
                    <a:pt x="296895" y="699874"/>
                    <a:pt x="285513" y="699033"/>
                  </a:cubicBezTo>
                  <a:cubicBezTo>
                    <a:pt x="278655" y="698557"/>
                    <a:pt x="271606" y="699795"/>
                    <a:pt x="264748" y="699033"/>
                  </a:cubicBezTo>
                  <a:cubicBezTo>
                    <a:pt x="257652" y="698917"/>
                    <a:pt x="251042" y="695367"/>
                    <a:pt x="247032" y="689508"/>
                  </a:cubicBezTo>
                  <a:cubicBezTo>
                    <a:pt x="244222" y="683223"/>
                    <a:pt x="244431" y="675998"/>
                    <a:pt x="247603" y="669887"/>
                  </a:cubicBezTo>
                  <a:cubicBezTo>
                    <a:pt x="250804" y="663876"/>
                    <a:pt x="253690" y="657709"/>
                    <a:pt x="256271" y="651408"/>
                  </a:cubicBezTo>
                  <a:cubicBezTo>
                    <a:pt x="257081" y="648673"/>
                    <a:pt x="257081" y="645762"/>
                    <a:pt x="256271" y="643026"/>
                  </a:cubicBezTo>
                  <a:cubicBezTo>
                    <a:pt x="255471" y="640199"/>
                    <a:pt x="252918" y="638227"/>
                    <a:pt x="249984" y="638168"/>
                  </a:cubicBezTo>
                  <a:cubicBezTo>
                    <a:pt x="247032" y="638168"/>
                    <a:pt x="244841" y="641121"/>
                    <a:pt x="242365" y="642645"/>
                  </a:cubicBezTo>
                  <a:cubicBezTo>
                    <a:pt x="236068" y="645299"/>
                    <a:pt x="228915" y="645020"/>
                    <a:pt x="222838" y="641883"/>
                  </a:cubicBezTo>
                  <a:lnTo>
                    <a:pt x="170736" y="623690"/>
                  </a:lnTo>
                  <a:cubicBezTo>
                    <a:pt x="151344" y="618106"/>
                    <a:pt x="133046" y="609248"/>
                    <a:pt x="116634" y="597497"/>
                  </a:cubicBezTo>
                  <a:cubicBezTo>
                    <a:pt x="107109" y="571112"/>
                    <a:pt x="119587" y="542633"/>
                    <a:pt x="113586" y="515391"/>
                  </a:cubicBezTo>
                  <a:cubicBezTo>
                    <a:pt x="110634" y="501770"/>
                    <a:pt x="103109" y="489388"/>
                    <a:pt x="100823" y="475672"/>
                  </a:cubicBezTo>
                  <a:cubicBezTo>
                    <a:pt x="99299" y="460766"/>
                    <a:pt x="101356" y="445713"/>
                    <a:pt x="106824" y="431762"/>
                  </a:cubicBezTo>
                  <a:cubicBezTo>
                    <a:pt x="109291" y="426136"/>
                    <a:pt x="110205" y="419955"/>
                    <a:pt x="109491" y="413855"/>
                  </a:cubicBezTo>
                  <a:cubicBezTo>
                    <a:pt x="107509" y="408852"/>
                    <a:pt x="104709" y="404216"/>
                    <a:pt x="101204" y="400139"/>
                  </a:cubicBezTo>
                  <a:cubicBezTo>
                    <a:pt x="97508" y="395647"/>
                    <a:pt x="96327" y="389594"/>
                    <a:pt x="98061" y="384041"/>
                  </a:cubicBezTo>
                  <a:cubicBezTo>
                    <a:pt x="101176" y="379117"/>
                    <a:pt x="106443" y="375969"/>
                    <a:pt x="112253" y="375564"/>
                  </a:cubicBezTo>
                  <a:cubicBezTo>
                    <a:pt x="118025" y="375223"/>
                    <a:pt x="123616" y="373456"/>
                    <a:pt x="128541" y="370421"/>
                  </a:cubicBezTo>
                  <a:cubicBezTo>
                    <a:pt x="136161" y="364134"/>
                    <a:pt x="135399" y="351371"/>
                    <a:pt x="141971" y="344417"/>
                  </a:cubicBezTo>
                  <a:cubicBezTo>
                    <a:pt x="150067" y="335369"/>
                    <a:pt x="164831" y="337845"/>
                    <a:pt x="175785" y="332892"/>
                  </a:cubicBezTo>
                  <a:cubicBezTo>
                    <a:pt x="190358" y="326225"/>
                    <a:pt x="195406" y="308413"/>
                    <a:pt x="198835" y="292792"/>
                  </a:cubicBezTo>
                  <a:cubicBezTo>
                    <a:pt x="178490" y="290707"/>
                    <a:pt x="158716" y="284826"/>
                    <a:pt x="140542" y="275456"/>
                  </a:cubicBezTo>
                  <a:cubicBezTo>
                    <a:pt x="135932" y="267470"/>
                    <a:pt x="135932" y="257630"/>
                    <a:pt x="140542" y="249644"/>
                  </a:cubicBezTo>
                  <a:cubicBezTo>
                    <a:pt x="143209" y="245167"/>
                    <a:pt x="147686" y="240595"/>
                    <a:pt x="146162" y="235547"/>
                  </a:cubicBezTo>
                  <a:cubicBezTo>
                    <a:pt x="144600" y="231967"/>
                    <a:pt x="141018" y="229702"/>
                    <a:pt x="137113" y="229832"/>
                  </a:cubicBezTo>
                  <a:cubicBezTo>
                    <a:pt x="133284" y="229982"/>
                    <a:pt x="129484" y="230557"/>
                    <a:pt x="125778" y="231546"/>
                  </a:cubicBezTo>
                  <a:cubicBezTo>
                    <a:pt x="115492" y="233438"/>
                    <a:pt x="104871" y="231361"/>
                    <a:pt x="96060" y="225736"/>
                  </a:cubicBezTo>
                  <a:cubicBezTo>
                    <a:pt x="87345" y="219963"/>
                    <a:pt x="81125" y="211122"/>
                    <a:pt x="78630" y="200971"/>
                  </a:cubicBezTo>
                  <a:cubicBezTo>
                    <a:pt x="76249" y="194225"/>
                    <a:pt x="75334" y="187047"/>
                    <a:pt x="75963" y="179921"/>
                  </a:cubicBezTo>
                  <a:lnTo>
                    <a:pt x="-237" y="174682"/>
                  </a:lnTo>
                  <a:lnTo>
                    <a:pt x="-237" y="119246"/>
                  </a:lnTo>
                  <a:lnTo>
                    <a:pt x="41863" y="119246"/>
                  </a:lnTo>
                  <a:cubicBezTo>
                    <a:pt x="52245" y="99339"/>
                    <a:pt x="62818" y="75717"/>
                    <a:pt x="73200" y="55810"/>
                  </a:cubicBezTo>
                  <a:cubicBezTo>
                    <a:pt x="84631" y="33902"/>
                    <a:pt x="121492" y="40760"/>
                    <a:pt x="142542" y="53619"/>
                  </a:cubicBezTo>
                  <a:cubicBezTo>
                    <a:pt x="148058" y="57753"/>
                    <a:pt x="154201" y="60969"/>
                    <a:pt x="160735" y="63144"/>
                  </a:cubicBezTo>
                  <a:cubicBezTo>
                    <a:pt x="167555" y="65297"/>
                    <a:pt x="174832" y="61512"/>
                    <a:pt x="176985" y="54689"/>
                  </a:cubicBezTo>
                  <a:cubicBezTo>
                    <a:pt x="176994" y="54650"/>
                    <a:pt x="177014" y="54611"/>
                    <a:pt x="177023" y="54572"/>
                  </a:cubicBezTo>
                  <a:cubicBezTo>
                    <a:pt x="178071" y="46761"/>
                    <a:pt x="169308" y="41618"/>
                    <a:pt x="162069" y="38379"/>
                  </a:cubicBezTo>
                  <a:cubicBezTo>
                    <a:pt x="154830" y="35141"/>
                    <a:pt x="146638" y="28854"/>
                    <a:pt x="149305" y="21139"/>
                  </a:cubicBezTo>
                  <a:cubicBezTo>
                    <a:pt x="152372" y="15435"/>
                    <a:pt x="159449" y="13235"/>
                    <a:pt x="165212" y="16186"/>
                  </a:cubicBezTo>
                  <a:cubicBezTo>
                    <a:pt x="170651" y="19268"/>
                    <a:pt x="175461" y="23338"/>
                    <a:pt x="179404" y="28187"/>
                  </a:cubicBezTo>
                  <a:cubicBezTo>
                    <a:pt x="183414" y="33079"/>
                    <a:pt x="189368" y="35967"/>
                    <a:pt x="195692" y="36093"/>
                  </a:cubicBezTo>
                  <a:cubicBezTo>
                    <a:pt x="200016" y="35132"/>
                    <a:pt x="204122" y="33354"/>
                    <a:pt x="207789" y="30854"/>
                  </a:cubicBezTo>
                  <a:cubicBezTo>
                    <a:pt x="225410" y="21329"/>
                    <a:pt x="246841" y="23806"/>
                    <a:pt x="266749" y="26663"/>
                  </a:cubicBezTo>
                  <a:lnTo>
                    <a:pt x="266749" y="279"/>
                  </a:lnTo>
                  <a:lnTo>
                    <a:pt x="296371" y="279"/>
                  </a:lnTo>
                  <a:cubicBezTo>
                    <a:pt x="300276" y="6851"/>
                    <a:pt x="302086" y="13995"/>
                    <a:pt x="305896" y="20567"/>
                  </a:cubicBezTo>
                  <a:cubicBezTo>
                    <a:pt x="307782" y="24213"/>
                    <a:pt x="310373" y="27449"/>
                    <a:pt x="313516" y="30092"/>
                  </a:cubicBezTo>
                  <a:cubicBezTo>
                    <a:pt x="316802" y="32778"/>
                    <a:pt x="321365" y="33265"/>
                    <a:pt x="325137" y="31331"/>
                  </a:cubicBezTo>
                  <a:cubicBezTo>
                    <a:pt x="328080" y="29073"/>
                    <a:pt x="329718" y="25509"/>
                    <a:pt x="329518" y="21806"/>
                  </a:cubicBezTo>
                  <a:cubicBezTo>
                    <a:pt x="329185" y="18139"/>
                    <a:pt x="328423" y="14526"/>
                    <a:pt x="327232" y="11042"/>
                  </a:cubicBezTo>
                  <a:cubicBezTo>
                    <a:pt x="326051" y="7543"/>
                    <a:pt x="325851" y="3787"/>
                    <a:pt x="326661" y="184"/>
                  </a:cubicBezTo>
                  <a:cubicBezTo>
                    <a:pt x="332843" y="-245"/>
                    <a:pt x="339053" y="334"/>
                    <a:pt x="345044" y="1898"/>
                  </a:cubicBezTo>
                  <a:cubicBezTo>
                    <a:pt x="351083" y="3435"/>
                    <a:pt x="356026" y="7748"/>
                    <a:pt x="358379" y="13519"/>
                  </a:cubicBezTo>
                  <a:cubicBezTo>
                    <a:pt x="359598" y="18145"/>
                    <a:pt x="359922" y="22963"/>
                    <a:pt x="359332" y="27711"/>
                  </a:cubicBezTo>
                  <a:cubicBezTo>
                    <a:pt x="358684" y="32464"/>
                    <a:pt x="360065" y="37270"/>
                    <a:pt x="363142" y="40951"/>
                  </a:cubicBezTo>
                  <a:cubicBezTo>
                    <a:pt x="367237" y="44951"/>
                    <a:pt x="373809" y="44856"/>
                    <a:pt x="378572" y="47999"/>
                  </a:cubicBezTo>
                  <a:cubicBezTo>
                    <a:pt x="386001" y="52952"/>
                    <a:pt x="386001" y="63620"/>
                    <a:pt x="389621" y="71812"/>
                  </a:cubicBezTo>
                  <a:cubicBezTo>
                    <a:pt x="396289" y="83378"/>
                    <a:pt x="407595" y="91529"/>
                    <a:pt x="420673" y="94196"/>
                  </a:cubicBezTo>
                  <a:cubicBezTo>
                    <a:pt x="427359" y="95619"/>
                    <a:pt x="433779" y="98060"/>
                    <a:pt x="439723" y="101435"/>
                  </a:cubicBezTo>
                  <a:cubicBezTo>
                    <a:pt x="445685" y="104928"/>
                    <a:pt x="449152" y="111496"/>
                    <a:pt x="448676" y="118389"/>
                  </a:cubicBezTo>
                  <a:lnTo>
                    <a:pt x="477823" y="118389"/>
                  </a:lnTo>
                  <a:cubicBezTo>
                    <a:pt x="478156" y="128232"/>
                    <a:pt x="482957" y="137387"/>
                    <a:pt x="490872" y="143249"/>
                  </a:cubicBezTo>
                  <a:cubicBezTo>
                    <a:pt x="498444" y="149000"/>
                    <a:pt x="507359" y="152706"/>
                    <a:pt x="516780" y="154013"/>
                  </a:cubicBezTo>
                  <a:cubicBezTo>
                    <a:pt x="520276" y="154155"/>
                    <a:pt x="523628" y="155462"/>
                    <a:pt x="526305" y="157727"/>
                  </a:cubicBezTo>
                  <a:cubicBezTo>
                    <a:pt x="529038" y="162179"/>
                    <a:pt x="528658" y="167873"/>
                    <a:pt x="525352" y="171920"/>
                  </a:cubicBezTo>
                  <a:cubicBezTo>
                    <a:pt x="522018" y="175752"/>
                    <a:pt x="519428" y="180179"/>
                    <a:pt x="517732" y="184969"/>
                  </a:cubicBezTo>
                  <a:cubicBezTo>
                    <a:pt x="516932" y="190576"/>
                    <a:pt x="518961" y="196215"/>
                    <a:pt x="523161" y="200018"/>
                  </a:cubicBezTo>
                  <a:cubicBezTo>
                    <a:pt x="527352" y="203684"/>
                    <a:pt x="532115" y="206643"/>
                    <a:pt x="537259" y="208781"/>
                  </a:cubicBezTo>
                  <a:lnTo>
                    <a:pt x="605553" y="208781"/>
                  </a:lnTo>
                  <a:cubicBezTo>
                    <a:pt x="611649" y="208781"/>
                    <a:pt x="613173" y="217640"/>
                    <a:pt x="613744" y="223736"/>
                  </a:cubicBezTo>
                  <a:cubicBezTo>
                    <a:pt x="614363" y="229895"/>
                    <a:pt x="611944" y="235969"/>
                    <a:pt x="607267" y="240023"/>
                  </a:cubicBezTo>
                  <a:cubicBezTo>
                    <a:pt x="604695" y="242214"/>
                    <a:pt x="601076" y="244881"/>
                    <a:pt x="602124" y="248120"/>
                  </a:cubicBezTo>
                  <a:cubicBezTo>
                    <a:pt x="603172" y="251358"/>
                    <a:pt x="605743" y="251453"/>
                    <a:pt x="608220" y="251644"/>
                  </a:cubicBezTo>
                  <a:cubicBezTo>
                    <a:pt x="620031" y="251644"/>
                    <a:pt x="631556" y="241547"/>
                    <a:pt x="642605" y="245834"/>
                  </a:cubicBezTo>
                  <a:cubicBezTo>
                    <a:pt x="645843" y="247072"/>
                    <a:pt x="648892" y="249453"/>
                    <a:pt x="652130" y="248882"/>
                  </a:cubicBezTo>
                  <a:cubicBezTo>
                    <a:pt x="657274" y="247834"/>
                    <a:pt x="658798" y="240309"/>
                    <a:pt x="663846" y="238595"/>
                  </a:cubicBezTo>
                  <a:cubicBezTo>
                    <a:pt x="670323" y="236499"/>
                    <a:pt x="676895" y="245738"/>
                    <a:pt x="682896" y="243071"/>
                  </a:cubicBezTo>
                  <a:cubicBezTo>
                    <a:pt x="687277" y="241262"/>
                    <a:pt x="687658" y="235451"/>
                    <a:pt x="689182" y="230975"/>
                  </a:cubicBezTo>
                  <a:cubicBezTo>
                    <a:pt x="692773" y="223282"/>
                    <a:pt x="699136" y="217228"/>
                    <a:pt x="706994" y="214020"/>
                  </a:cubicBezTo>
                  <a:cubicBezTo>
                    <a:pt x="743608" y="195165"/>
                    <a:pt x="786233" y="191735"/>
                    <a:pt x="825390" y="204495"/>
                  </a:cubicBezTo>
                  <a:lnTo>
                    <a:pt x="825390" y="176396"/>
                  </a:lnTo>
                  <a:lnTo>
                    <a:pt x="842249" y="176396"/>
                  </a:lnTo>
                  <a:cubicBezTo>
                    <a:pt x="854632" y="186398"/>
                    <a:pt x="866061" y="197161"/>
                    <a:pt x="878444" y="207067"/>
                  </a:cubicBezTo>
                  <a:lnTo>
                    <a:pt x="914639" y="207067"/>
                  </a:lnTo>
                  <a:cubicBezTo>
                    <a:pt x="927974" y="220402"/>
                    <a:pt x="941976" y="232022"/>
                    <a:pt x="955311" y="245167"/>
                  </a:cubicBezTo>
                  <a:cubicBezTo>
                    <a:pt x="940090" y="285577"/>
                    <a:pt x="933003" y="328596"/>
                    <a:pt x="934451" y="371754"/>
                  </a:cubicBezTo>
                  <a:close/>
                </a:path>
              </a:pathLst>
            </a:custGeom>
            <a:grpFill/>
            <a:ln w="7144" cap="rnd">
              <a:solidFill>
                <a:schemeClr val="bg1"/>
              </a:solidFill>
              <a:prstDash val="solid"/>
              <a:round/>
            </a:ln>
          </p:spPr>
          <p:txBody>
            <a:bodyPr rtlCol="0" anchor="ctr"/>
            <a:lstStyle/>
            <a:p>
              <a:endParaRPr lang="en-IN"/>
            </a:p>
          </p:txBody>
        </p:sp>
        <p:sp>
          <p:nvSpPr>
            <p:cNvPr id="63" name="Freeform: Shape 62"/>
            <p:cNvSpPr/>
            <p:nvPr/>
          </p:nvSpPr>
          <p:spPr>
            <a:xfrm>
              <a:off x="5516879" y="3527938"/>
              <a:ext cx="35" cy="952"/>
            </a:xfrm>
            <a:custGeom>
              <a:avLst/>
              <a:gdLst>
                <a:gd name="connsiteX0" fmla="*/ -237 w 35"/>
                <a:gd name="connsiteY0" fmla="*/ 47 h 952"/>
                <a:gd name="connsiteX1" fmla="*/ -237 w 35"/>
                <a:gd name="connsiteY1" fmla="*/ 999 h 952"/>
                <a:gd name="connsiteX2" fmla="*/ -237 w 35"/>
                <a:gd name="connsiteY2" fmla="*/ 999 h 952"/>
                <a:gd name="connsiteX3" fmla="*/ -237 w 35"/>
                <a:gd name="connsiteY3" fmla="*/ 47 h 952"/>
              </a:gdLst>
              <a:ahLst/>
              <a:cxnLst>
                <a:cxn ang="0">
                  <a:pos x="connsiteX0" y="connsiteY0"/>
                </a:cxn>
                <a:cxn ang="0">
                  <a:pos x="connsiteX1" y="connsiteY1"/>
                </a:cxn>
                <a:cxn ang="0">
                  <a:pos x="connsiteX2" y="connsiteY2"/>
                </a:cxn>
                <a:cxn ang="0">
                  <a:pos x="connsiteX3" y="connsiteY3"/>
                </a:cxn>
              </a:cxnLst>
              <a:rect l="l" t="t" r="r" b="b"/>
              <a:pathLst>
                <a:path w="35" h="952">
                  <a:moveTo>
                    <a:pt x="-237" y="47"/>
                  </a:moveTo>
                  <a:lnTo>
                    <a:pt x="-237" y="999"/>
                  </a:lnTo>
                  <a:lnTo>
                    <a:pt x="-237" y="999"/>
                  </a:lnTo>
                  <a:cubicBezTo>
                    <a:pt x="-190" y="685"/>
                    <a:pt x="-190" y="361"/>
                    <a:pt x="-237" y="47"/>
                  </a:cubicBezTo>
                  <a:close/>
                </a:path>
              </a:pathLst>
            </a:custGeom>
            <a:grpFill/>
            <a:ln w="7144" cap="rnd">
              <a:solidFill>
                <a:schemeClr val="bg1"/>
              </a:solidFill>
              <a:prstDash val="solid"/>
              <a:round/>
            </a:ln>
          </p:spPr>
          <p:txBody>
            <a:bodyPr rtlCol="0" anchor="ctr"/>
            <a:lstStyle/>
            <a:p>
              <a:endParaRPr lang="en-IN"/>
            </a:p>
          </p:txBody>
        </p:sp>
        <p:sp>
          <p:nvSpPr>
            <p:cNvPr id="3584" name="Freeform: Shape 3583"/>
            <p:cNvSpPr/>
            <p:nvPr/>
          </p:nvSpPr>
          <p:spPr>
            <a:xfrm>
              <a:off x="5516879" y="3522603"/>
              <a:ext cx="149" cy="4667"/>
            </a:xfrm>
            <a:custGeom>
              <a:avLst/>
              <a:gdLst>
                <a:gd name="connsiteX0" fmla="*/ -237 w 149"/>
                <a:gd name="connsiteY0" fmla="*/ 4714 h 4667"/>
                <a:gd name="connsiteX1" fmla="*/ -237 w 149"/>
                <a:gd name="connsiteY1" fmla="*/ 47 h 4667"/>
                <a:gd name="connsiteX2" fmla="*/ -237 w 149"/>
                <a:gd name="connsiteY2" fmla="*/ 4714 h 4667"/>
              </a:gdLst>
              <a:ahLst/>
              <a:cxnLst>
                <a:cxn ang="0">
                  <a:pos x="connsiteX0" y="connsiteY0"/>
                </a:cxn>
                <a:cxn ang="0">
                  <a:pos x="connsiteX1" y="connsiteY1"/>
                </a:cxn>
                <a:cxn ang="0">
                  <a:pos x="connsiteX2" y="connsiteY2"/>
                </a:cxn>
              </a:cxnLst>
              <a:rect l="l" t="t" r="r" b="b"/>
              <a:pathLst>
                <a:path w="149" h="4667">
                  <a:moveTo>
                    <a:pt x="-237" y="4714"/>
                  </a:moveTo>
                  <a:cubicBezTo>
                    <a:pt x="-142" y="3162"/>
                    <a:pt x="-142" y="1600"/>
                    <a:pt x="-237" y="47"/>
                  </a:cubicBezTo>
                  <a:cubicBezTo>
                    <a:pt x="-37" y="1600"/>
                    <a:pt x="-37" y="3162"/>
                    <a:pt x="-237" y="4714"/>
                  </a:cubicBezTo>
                  <a:close/>
                </a:path>
              </a:pathLst>
            </a:custGeom>
            <a:grpFill/>
            <a:ln w="7144" cap="rnd">
              <a:solidFill>
                <a:schemeClr val="bg1"/>
              </a:solidFill>
              <a:prstDash val="solid"/>
              <a:round/>
            </a:ln>
          </p:spPr>
          <p:txBody>
            <a:bodyPr rtlCol="0" anchor="ctr"/>
            <a:lstStyle/>
            <a:p>
              <a:endParaRPr lang="en-IN"/>
            </a:p>
          </p:txBody>
        </p:sp>
        <p:sp>
          <p:nvSpPr>
            <p:cNvPr id="3585" name="Freeform: Shape 3584"/>
            <p:cNvSpPr/>
            <p:nvPr/>
          </p:nvSpPr>
          <p:spPr>
            <a:xfrm>
              <a:off x="4377689" y="3041019"/>
              <a:ext cx="1139097" cy="1033765"/>
            </a:xfrm>
            <a:custGeom>
              <a:avLst/>
              <a:gdLst>
                <a:gd name="connsiteX0" fmla="*/ 1138858 w 1139097"/>
                <a:gd name="connsiteY0" fmla="*/ 487918 h 1033765"/>
                <a:gd name="connsiteX1" fmla="*/ 1138858 w 1139097"/>
                <a:gd name="connsiteY1" fmla="*/ 487918 h 1033765"/>
                <a:gd name="connsiteX2" fmla="*/ 1138858 w 1139097"/>
                <a:gd name="connsiteY2" fmla="*/ 488680 h 1033765"/>
                <a:gd name="connsiteX3" fmla="*/ 1130285 w 1139097"/>
                <a:gd name="connsiteY3" fmla="*/ 511444 h 1033765"/>
                <a:gd name="connsiteX4" fmla="*/ 1093805 w 1139097"/>
                <a:gd name="connsiteY4" fmla="*/ 539162 h 1033765"/>
                <a:gd name="connsiteX5" fmla="*/ 942357 w 1139097"/>
                <a:gd name="connsiteY5" fmla="*/ 623458 h 1033765"/>
                <a:gd name="connsiteX6" fmla="*/ 908638 w 1139097"/>
                <a:gd name="connsiteY6" fmla="*/ 652510 h 1033765"/>
                <a:gd name="connsiteX7" fmla="*/ 944262 w 1139097"/>
                <a:gd name="connsiteY7" fmla="*/ 716327 h 1033765"/>
                <a:gd name="connsiteX8" fmla="*/ 1024462 w 1139097"/>
                <a:gd name="connsiteY8" fmla="*/ 702516 h 1033765"/>
                <a:gd name="connsiteX9" fmla="*/ 1021509 w 1139097"/>
                <a:gd name="connsiteY9" fmla="*/ 743854 h 1033765"/>
                <a:gd name="connsiteX10" fmla="*/ 974837 w 1139097"/>
                <a:gd name="connsiteY10" fmla="*/ 760428 h 1033765"/>
                <a:gd name="connsiteX11" fmla="*/ 948548 w 1139097"/>
                <a:gd name="connsiteY11" fmla="*/ 797099 h 1033765"/>
                <a:gd name="connsiteX12" fmla="*/ 989982 w 1139097"/>
                <a:gd name="connsiteY12" fmla="*/ 817006 h 1033765"/>
                <a:gd name="connsiteX13" fmla="*/ 946072 w 1139097"/>
                <a:gd name="connsiteY13" fmla="*/ 830532 h 1033765"/>
                <a:gd name="connsiteX14" fmla="*/ 959502 w 1139097"/>
                <a:gd name="connsiteY14" fmla="*/ 885396 h 1033765"/>
                <a:gd name="connsiteX15" fmla="*/ 853679 w 1139097"/>
                <a:gd name="connsiteY15" fmla="*/ 860821 h 1033765"/>
                <a:gd name="connsiteX16" fmla="*/ 791767 w 1139097"/>
                <a:gd name="connsiteY16" fmla="*/ 932640 h 1033765"/>
                <a:gd name="connsiteX17" fmla="*/ 768526 w 1139097"/>
                <a:gd name="connsiteY17" fmla="*/ 919019 h 1033765"/>
                <a:gd name="connsiteX18" fmla="*/ 784528 w 1139097"/>
                <a:gd name="connsiteY18" fmla="*/ 911304 h 1033765"/>
                <a:gd name="connsiteX19" fmla="*/ 803578 w 1139097"/>
                <a:gd name="connsiteY19" fmla="*/ 844629 h 1033765"/>
                <a:gd name="connsiteX20" fmla="*/ 810817 w 1139097"/>
                <a:gd name="connsiteY20" fmla="*/ 797004 h 1033765"/>
                <a:gd name="connsiteX21" fmla="*/ 759858 w 1139097"/>
                <a:gd name="connsiteY21" fmla="*/ 787002 h 1033765"/>
                <a:gd name="connsiteX22" fmla="*/ 751285 w 1139097"/>
                <a:gd name="connsiteY22" fmla="*/ 788050 h 1033765"/>
                <a:gd name="connsiteX23" fmla="*/ 759667 w 1139097"/>
                <a:gd name="connsiteY23" fmla="*/ 752903 h 1033765"/>
                <a:gd name="connsiteX24" fmla="*/ 719472 w 1139097"/>
                <a:gd name="connsiteY24" fmla="*/ 746807 h 1033765"/>
                <a:gd name="connsiteX25" fmla="*/ 685753 w 1139097"/>
                <a:gd name="connsiteY25" fmla="*/ 773668 h 1033765"/>
                <a:gd name="connsiteX26" fmla="*/ 665560 w 1139097"/>
                <a:gd name="connsiteY26" fmla="*/ 821293 h 1033765"/>
                <a:gd name="connsiteX27" fmla="*/ 696612 w 1139097"/>
                <a:gd name="connsiteY27" fmla="*/ 888730 h 1033765"/>
                <a:gd name="connsiteX28" fmla="*/ 652225 w 1139097"/>
                <a:gd name="connsiteY28" fmla="*/ 999315 h 1033765"/>
                <a:gd name="connsiteX29" fmla="*/ 670609 w 1139097"/>
                <a:gd name="connsiteY29" fmla="*/ 1011602 h 1033765"/>
                <a:gd name="connsiteX30" fmla="*/ 616507 w 1139097"/>
                <a:gd name="connsiteY30" fmla="*/ 1032176 h 1033765"/>
                <a:gd name="connsiteX31" fmla="*/ 610315 w 1139097"/>
                <a:gd name="connsiteY31" fmla="*/ 1030271 h 1033765"/>
                <a:gd name="connsiteX32" fmla="*/ 563452 w 1139097"/>
                <a:gd name="connsiteY32" fmla="*/ 999601 h 1033765"/>
                <a:gd name="connsiteX33" fmla="*/ 517542 w 1139097"/>
                <a:gd name="connsiteY33" fmla="*/ 945784 h 1033765"/>
                <a:gd name="connsiteX34" fmla="*/ 498492 w 1139097"/>
                <a:gd name="connsiteY34" fmla="*/ 954357 h 1033765"/>
                <a:gd name="connsiteX35" fmla="*/ 486205 w 1139097"/>
                <a:gd name="connsiteY35" fmla="*/ 928449 h 1033765"/>
                <a:gd name="connsiteX36" fmla="*/ 489443 w 1139097"/>
                <a:gd name="connsiteY36" fmla="*/ 896921 h 1033765"/>
                <a:gd name="connsiteX37" fmla="*/ 473441 w 1139097"/>
                <a:gd name="connsiteY37" fmla="*/ 875299 h 1033765"/>
                <a:gd name="connsiteX38" fmla="*/ 460963 w 1139097"/>
                <a:gd name="connsiteY38" fmla="*/ 839295 h 1033765"/>
                <a:gd name="connsiteX39" fmla="*/ 437056 w 1139097"/>
                <a:gd name="connsiteY39" fmla="*/ 811863 h 1033765"/>
                <a:gd name="connsiteX40" fmla="*/ 419625 w 1139097"/>
                <a:gd name="connsiteY40" fmla="*/ 835104 h 1033765"/>
                <a:gd name="connsiteX41" fmla="*/ 300658 w 1139097"/>
                <a:gd name="connsiteY41" fmla="*/ 779764 h 1033765"/>
                <a:gd name="connsiteX42" fmla="*/ 181690 w 1139097"/>
                <a:gd name="connsiteY42" fmla="*/ 778335 h 1033765"/>
                <a:gd name="connsiteX43" fmla="*/ 179690 w 1139097"/>
                <a:gd name="connsiteY43" fmla="*/ 746902 h 1033765"/>
                <a:gd name="connsiteX44" fmla="*/ 171975 w 1139097"/>
                <a:gd name="connsiteY44" fmla="*/ 719470 h 1033765"/>
                <a:gd name="connsiteX45" fmla="*/ 167308 w 1139097"/>
                <a:gd name="connsiteY45" fmla="*/ 692229 h 1033765"/>
                <a:gd name="connsiteX46" fmla="*/ 149972 w 1139097"/>
                <a:gd name="connsiteY46" fmla="*/ 677275 h 1033765"/>
                <a:gd name="connsiteX47" fmla="*/ 143590 w 1139097"/>
                <a:gd name="connsiteY47" fmla="*/ 648700 h 1033765"/>
                <a:gd name="connsiteX48" fmla="*/ 144352 w 1139097"/>
                <a:gd name="connsiteY48" fmla="*/ 612409 h 1033765"/>
                <a:gd name="connsiteX49" fmla="*/ 103014 w 1139097"/>
                <a:gd name="connsiteY49" fmla="*/ 612409 h 1033765"/>
                <a:gd name="connsiteX50" fmla="*/ 65676 w 1139097"/>
                <a:gd name="connsiteY50" fmla="*/ 556879 h 1033765"/>
                <a:gd name="connsiteX51" fmla="*/ 78344 w 1139097"/>
                <a:gd name="connsiteY51" fmla="*/ 538686 h 1033765"/>
                <a:gd name="connsiteX52" fmla="*/ 79773 w 1139097"/>
                <a:gd name="connsiteY52" fmla="*/ 512968 h 1033765"/>
                <a:gd name="connsiteX53" fmla="*/ 86536 w 1139097"/>
                <a:gd name="connsiteY53" fmla="*/ 506872 h 1033765"/>
                <a:gd name="connsiteX54" fmla="*/ 91393 w 1139097"/>
                <a:gd name="connsiteY54" fmla="*/ 495633 h 1033765"/>
                <a:gd name="connsiteX55" fmla="*/ 84154 w 1139097"/>
                <a:gd name="connsiteY55" fmla="*/ 486108 h 1033765"/>
                <a:gd name="connsiteX56" fmla="*/ 77677 w 1139097"/>
                <a:gd name="connsiteY56" fmla="*/ 486108 h 1033765"/>
                <a:gd name="connsiteX57" fmla="*/ 46721 w 1139097"/>
                <a:gd name="connsiteY57" fmla="*/ 489727 h 1033765"/>
                <a:gd name="connsiteX58" fmla="*/ -237 w 1139097"/>
                <a:gd name="connsiteY58" fmla="*/ 446389 h 1033765"/>
                <a:gd name="connsiteX59" fmla="*/ 525 w 1139097"/>
                <a:gd name="connsiteY59" fmla="*/ 444865 h 1033765"/>
                <a:gd name="connsiteX60" fmla="*/ 4049 w 1139097"/>
                <a:gd name="connsiteY60" fmla="*/ 392382 h 1033765"/>
                <a:gd name="connsiteX61" fmla="*/ 41387 w 1139097"/>
                <a:gd name="connsiteY61" fmla="*/ 369903 h 1033765"/>
                <a:gd name="connsiteX62" fmla="*/ 68724 w 1139097"/>
                <a:gd name="connsiteY62" fmla="*/ 352948 h 1033765"/>
                <a:gd name="connsiteX63" fmla="*/ 83202 w 1139097"/>
                <a:gd name="connsiteY63" fmla="*/ 332279 h 1033765"/>
                <a:gd name="connsiteX64" fmla="*/ 102918 w 1139097"/>
                <a:gd name="connsiteY64" fmla="*/ 297894 h 1033765"/>
                <a:gd name="connsiteX65" fmla="*/ 117778 w 1139097"/>
                <a:gd name="connsiteY65" fmla="*/ 278844 h 1033765"/>
                <a:gd name="connsiteX66" fmla="*/ 141400 w 1139097"/>
                <a:gd name="connsiteY66" fmla="*/ 272272 h 1033765"/>
                <a:gd name="connsiteX67" fmla="*/ 165974 w 1139097"/>
                <a:gd name="connsiteY67" fmla="*/ 276272 h 1033765"/>
                <a:gd name="connsiteX68" fmla="*/ 189691 w 1139097"/>
                <a:gd name="connsiteY68" fmla="*/ 324754 h 1033765"/>
                <a:gd name="connsiteX69" fmla="*/ 243126 w 1139097"/>
                <a:gd name="connsiteY69" fmla="*/ 302656 h 1033765"/>
                <a:gd name="connsiteX70" fmla="*/ 268463 w 1139097"/>
                <a:gd name="connsiteY70" fmla="*/ 302656 h 1033765"/>
                <a:gd name="connsiteX71" fmla="*/ 321708 w 1139097"/>
                <a:gd name="connsiteY71" fmla="*/ 302656 h 1033765"/>
                <a:gd name="connsiteX72" fmla="*/ 347521 w 1139097"/>
                <a:gd name="connsiteY72" fmla="*/ 250269 h 1033765"/>
                <a:gd name="connsiteX73" fmla="*/ 368571 w 1139097"/>
                <a:gd name="connsiteY73" fmla="*/ 237220 h 1033765"/>
                <a:gd name="connsiteX74" fmla="*/ 377524 w 1139097"/>
                <a:gd name="connsiteY74" fmla="*/ 212169 h 1033765"/>
                <a:gd name="connsiteX75" fmla="*/ 404099 w 1139097"/>
                <a:gd name="connsiteY75" fmla="*/ 167401 h 1033765"/>
                <a:gd name="connsiteX76" fmla="*/ 410957 w 1139097"/>
                <a:gd name="connsiteY76" fmla="*/ 162543 h 1033765"/>
                <a:gd name="connsiteX77" fmla="*/ 467536 w 1139097"/>
                <a:gd name="connsiteY77" fmla="*/ 137302 h 1033765"/>
                <a:gd name="connsiteX78" fmla="*/ 486586 w 1139097"/>
                <a:gd name="connsiteY78" fmla="*/ 124729 h 1033765"/>
                <a:gd name="connsiteX79" fmla="*/ 497634 w 1139097"/>
                <a:gd name="connsiteY79" fmla="*/ 95107 h 1033765"/>
                <a:gd name="connsiteX80" fmla="*/ 524019 w 1139097"/>
                <a:gd name="connsiteY80" fmla="*/ 30908 h 1033765"/>
                <a:gd name="connsiteX81" fmla="*/ 529258 w 1139097"/>
                <a:gd name="connsiteY81" fmla="*/ 9191 h 1033765"/>
                <a:gd name="connsiteX82" fmla="*/ 538211 w 1139097"/>
                <a:gd name="connsiteY82" fmla="*/ 6334 h 1033765"/>
                <a:gd name="connsiteX83" fmla="*/ 573644 w 1139097"/>
                <a:gd name="connsiteY83" fmla="*/ 1190 h 1033765"/>
                <a:gd name="connsiteX84" fmla="*/ 580693 w 1139097"/>
                <a:gd name="connsiteY84" fmla="*/ 47 h 1033765"/>
                <a:gd name="connsiteX85" fmla="*/ 601457 w 1139097"/>
                <a:gd name="connsiteY85" fmla="*/ 16811 h 1033765"/>
                <a:gd name="connsiteX86" fmla="*/ 647844 w 1139097"/>
                <a:gd name="connsiteY86" fmla="*/ 17382 h 1033765"/>
                <a:gd name="connsiteX87" fmla="*/ 677943 w 1139097"/>
                <a:gd name="connsiteY87" fmla="*/ 14430 h 1033765"/>
                <a:gd name="connsiteX88" fmla="*/ 672418 w 1139097"/>
                <a:gd name="connsiteY88" fmla="*/ 18811 h 1033765"/>
                <a:gd name="connsiteX89" fmla="*/ 665370 w 1139097"/>
                <a:gd name="connsiteY89" fmla="*/ 48339 h 1033765"/>
                <a:gd name="connsiteX90" fmla="*/ 682896 w 1139097"/>
                <a:gd name="connsiteY90" fmla="*/ 59674 h 1033765"/>
                <a:gd name="connsiteX91" fmla="*/ 670513 w 1139097"/>
                <a:gd name="connsiteY91" fmla="*/ 101298 h 1033765"/>
                <a:gd name="connsiteX92" fmla="*/ 690516 w 1139097"/>
                <a:gd name="connsiteY92" fmla="*/ 113585 h 1033765"/>
                <a:gd name="connsiteX93" fmla="*/ 760430 w 1139097"/>
                <a:gd name="connsiteY93" fmla="*/ 127111 h 1033765"/>
                <a:gd name="connsiteX94" fmla="*/ 784623 w 1139097"/>
                <a:gd name="connsiteY94" fmla="*/ 140065 h 1033765"/>
                <a:gd name="connsiteX95" fmla="*/ 786623 w 1139097"/>
                <a:gd name="connsiteY95" fmla="*/ 155590 h 1033765"/>
                <a:gd name="connsiteX96" fmla="*/ 788052 w 1139097"/>
                <a:gd name="connsiteY96" fmla="*/ 226361 h 1033765"/>
                <a:gd name="connsiteX97" fmla="*/ 845202 w 1139097"/>
                <a:gd name="connsiteY97" fmla="*/ 265414 h 1033765"/>
                <a:gd name="connsiteX98" fmla="*/ 841201 w 1139097"/>
                <a:gd name="connsiteY98" fmla="*/ 328469 h 1033765"/>
                <a:gd name="connsiteX99" fmla="*/ 869300 w 1139097"/>
                <a:gd name="connsiteY99" fmla="*/ 332184 h 1033765"/>
                <a:gd name="connsiteX100" fmla="*/ 886159 w 1139097"/>
                <a:gd name="connsiteY100" fmla="*/ 301513 h 1033765"/>
                <a:gd name="connsiteX101" fmla="*/ 915306 w 1139097"/>
                <a:gd name="connsiteY101" fmla="*/ 291512 h 1033765"/>
                <a:gd name="connsiteX102" fmla="*/ 940166 w 1139097"/>
                <a:gd name="connsiteY102" fmla="*/ 312562 h 1033765"/>
                <a:gd name="connsiteX103" fmla="*/ 961788 w 1139097"/>
                <a:gd name="connsiteY103" fmla="*/ 275415 h 1033765"/>
                <a:gd name="connsiteX104" fmla="*/ 970551 w 1139097"/>
                <a:gd name="connsiteY104" fmla="*/ 367617 h 1033765"/>
                <a:gd name="connsiteX105" fmla="*/ 1025701 w 1139097"/>
                <a:gd name="connsiteY105" fmla="*/ 356282 h 1033765"/>
                <a:gd name="connsiteX106" fmla="*/ 1033321 w 1139097"/>
                <a:gd name="connsiteY106" fmla="*/ 354663 h 1033765"/>
                <a:gd name="connsiteX107" fmla="*/ 1035035 w 1139097"/>
                <a:gd name="connsiteY107" fmla="*/ 392763 h 1033765"/>
                <a:gd name="connsiteX108" fmla="*/ 1064944 w 1139097"/>
                <a:gd name="connsiteY108" fmla="*/ 421909 h 1033765"/>
                <a:gd name="connsiteX109" fmla="*/ 1069801 w 1139097"/>
                <a:gd name="connsiteY109" fmla="*/ 460009 h 1033765"/>
                <a:gd name="connsiteX110" fmla="*/ 1042084 w 1139097"/>
                <a:gd name="connsiteY110" fmla="*/ 474773 h 1033765"/>
                <a:gd name="connsiteX111" fmla="*/ 1036845 w 1139097"/>
                <a:gd name="connsiteY111" fmla="*/ 500109 h 1033765"/>
                <a:gd name="connsiteX112" fmla="*/ 1051799 w 1139097"/>
                <a:gd name="connsiteY112" fmla="*/ 498871 h 1033765"/>
                <a:gd name="connsiteX113" fmla="*/ 1133428 w 1139097"/>
                <a:gd name="connsiteY113" fmla="*/ 468772 h 1033765"/>
                <a:gd name="connsiteX114" fmla="*/ 1134952 w 1139097"/>
                <a:gd name="connsiteY114" fmla="*/ 471153 h 1033765"/>
                <a:gd name="connsiteX115" fmla="*/ 1136191 w 1139097"/>
                <a:gd name="connsiteY115" fmla="*/ 473535 h 1033765"/>
                <a:gd name="connsiteX116" fmla="*/ 1137429 w 1139097"/>
                <a:gd name="connsiteY116" fmla="*/ 476773 h 1033765"/>
                <a:gd name="connsiteX117" fmla="*/ 1137429 w 1139097"/>
                <a:gd name="connsiteY117" fmla="*/ 477821 h 1033765"/>
                <a:gd name="connsiteX118" fmla="*/ 1137429 w 1139097"/>
                <a:gd name="connsiteY118" fmla="*/ 476868 h 1033765"/>
                <a:gd name="connsiteX119" fmla="*/ 1138858 w 1139097"/>
                <a:gd name="connsiteY119" fmla="*/ 487918 h 1033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1139097" h="1033765">
                  <a:moveTo>
                    <a:pt x="1138858" y="487918"/>
                  </a:moveTo>
                  <a:lnTo>
                    <a:pt x="1138858" y="487918"/>
                  </a:lnTo>
                  <a:lnTo>
                    <a:pt x="1138858" y="488680"/>
                  </a:lnTo>
                  <a:cubicBezTo>
                    <a:pt x="1138181" y="496919"/>
                    <a:pt x="1135219" y="504805"/>
                    <a:pt x="1130285" y="511444"/>
                  </a:cubicBezTo>
                  <a:cubicBezTo>
                    <a:pt x="1120217" y="523150"/>
                    <a:pt x="1107787" y="532599"/>
                    <a:pt x="1093805" y="539162"/>
                  </a:cubicBezTo>
                  <a:lnTo>
                    <a:pt x="942357" y="623458"/>
                  </a:lnTo>
                  <a:cubicBezTo>
                    <a:pt x="928403" y="629459"/>
                    <a:pt x="916639" y="639603"/>
                    <a:pt x="908638" y="652510"/>
                  </a:cubicBezTo>
                  <a:cubicBezTo>
                    <a:pt x="896542" y="677465"/>
                    <a:pt x="917592" y="708612"/>
                    <a:pt x="944262" y="716327"/>
                  </a:cubicBezTo>
                  <a:cubicBezTo>
                    <a:pt x="970932" y="724042"/>
                    <a:pt x="999412" y="714613"/>
                    <a:pt x="1024462" y="702516"/>
                  </a:cubicBezTo>
                  <a:cubicBezTo>
                    <a:pt x="1039417" y="709755"/>
                    <a:pt x="1034940" y="734043"/>
                    <a:pt x="1021509" y="743854"/>
                  </a:cubicBezTo>
                  <a:cubicBezTo>
                    <a:pt x="1008080" y="753665"/>
                    <a:pt x="990363" y="754713"/>
                    <a:pt x="974837" y="760428"/>
                  </a:cubicBezTo>
                  <a:cubicBezTo>
                    <a:pt x="959311" y="766143"/>
                    <a:pt x="943881" y="781192"/>
                    <a:pt x="948548" y="797099"/>
                  </a:cubicBezTo>
                  <a:cubicBezTo>
                    <a:pt x="963026" y="783669"/>
                    <a:pt x="991411" y="797099"/>
                    <a:pt x="989982" y="817006"/>
                  </a:cubicBezTo>
                  <a:cubicBezTo>
                    <a:pt x="988553" y="836914"/>
                    <a:pt x="958359" y="845581"/>
                    <a:pt x="946072" y="830532"/>
                  </a:cubicBezTo>
                  <a:lnTo>
                    <a:pt x="959502" y="885396"/>
                  </a:lnTo>
                  <a:cubicBezTo>
                    <a:pt x="925879" y="871261"/>
                    <a:pt x="890093" y="862955"/>
                    <a:pt x="853679" y="860821"/>
                  </a:cubicBezTo>
                  <a:cubicBezTo>
                    <a:pt x="849012" y="894873"/>
                    <a:pt x="824761" y="923000"/>
                    <a:pt x="791767" y="932640"/>
                  </a:cubicBezTo>
                  <a:cubicBezTo>
                    <a:pt x="780813" y="935688"/>
                    <a:pt x="763192" y="929306"/>
                    <a:pt x="768526" y="919019"/>
                  </a:cubicBezTo>
                  <a:cubicBezTo>
                    <a:pt x="771193" y="913399"/>
                    <a:pt x="778527" y="912733"/>
                    <a:pt x="784528" y="911304"/>
                  </a:cubicBezTo>
                  <a:cubicBezTo>
                    <a:pt x="811959" y="904922"/>
                    <a:pt x="823485" y="864441"/>
                    <a:pt x="803578" y="844629"/>
                  </a:cubicBezTo>
                  <a:cubicBezTo>
                    <a:pt x="824151" y="842343"/>
                    <a:pt x="826723" y="809577"/>
                    <a:pt x="810817" y="797004"/>
                  </a:cubicBezTo>
                  <a:cubicBezTo>
                    <a:pt x="797005" y="785669"/>
                    <a:pt x="777955" y="785193"/>
                    <a:pt x="759858" y="787002"/>
                  </a:cubicBezTo>
                  <a:lnTo>
                    <a:pt x="751285" y="788050"/>
                  </a:lnTo>
                  <a:cubicBezTo>
                    <a:pt x="765478" y="784812"/>
                    <a:pt x="769383" y="763762"/>
                    <a:pt x="759667" y="752903"/>
                  </a:cubicBezTo>
                  <a:cubicBezTo>
                    <a:pt x="748828" y="742730"/>
                    <a:pt x="732836" y="740301"/>
                    <a:pt x="719472" y="746807"/>
                  </a:cubicBezTo>
                  <a:cubicBezTo>
                    <a:pt x="706508" y="753351"/>
                    <a:pt x="695031" y="762495"/>
                    <a:pt x="685753" y="773668"/>
                  </a:cubicBezTo>
                  <a:cubicBezTo>
                    <a:pt x="701279" y="789479"/>
                    <a:pt x="687754" y="821293"/>
                    <a:pt x="665560" y="821293"/>
                  </a:cubicBezTo>
                  <a:cubicBezTo>
                    <a:pt x="683258" y="839600"/>
                    <a:pt x="694202" y="863384"/>
                    <a:pt x="696612" y="888730"/>
                  </a:cubicBezTo>
                  <a:cubicBezTo>
                    <a:pt x="702203" y="930820"/>
                    <a:pt x="685363" y="972769"/>
                    <a:pt x="652225" y="999315"/>
                  </a:cubicBezTo>
                  <a:lnTo>
                    <a:pt x="670609" y="1011602"/>
                  </a:lnTo>
                  <a:cubicBezTo>
                    <a:pt x="661655" y="1030652"/>
                    <a:pt x="636795" y="1037224"/>
                    <a:pt x="616507" y="1032176"/>
                  </a:cubicBezTo>
                  <a:lnTo>
                    <a:pt x="610315" y="1030271"/>
                  </a:lnTo>
                  <a:cubicBezTo>
                    <a:pt x="592980" y="1022956"/>
                    <a:pt x="577102" y="1012564"/>
                    <a:pt x="563452" y="999601"/>
                  </a:cubicBezTo>
                  <a:cubicBezTo>
                    <a:pt x="545355" y="984170"/>
                    <a:pt x="526591" y="967882"/>
                    <a:pt x="517542" y="945784"/>
                  </a:cubicBezTo>
                  <a:lnTo>
                    <a:pt x="498492" y="954357"/>
                  </a:lnTo>
                  <a:cubicBezTo>
                    <a:pt x="487824" y="952833"/>
                    <a:pt x="484300" y="939022"/>
                    <a:pt x="486205" y="928449"/>
                  </a:cubicBezTo>
                  <a:cubicBezTo>
                    <a:pt x="488109" y="917876"/>
                    <a:pt x="492777" y="907113"/>
                    <a:pt x="489443" y="896921"/>
                  </a:cubicBezTo>
                  <a:cubicBezTo>
                    <a:pt x="486586" y="888348"/>
                    <a:pt x="478584" y="882729"/>
                    <a:pt x="473441" y="875299"/>
                  </a:cubicBezTo>
                  <a:cubicBezTo>
                    <a:pt x="467355" y="864050"/>
                    <a:pt x="463144" y="851896"/>
                    <a:pt x="460963" y="839295"/>
                  </a:cubicBezTo>
                  <a:cubicBezTo>
                    <a:pt x="457249" y="827103"/>
                    <a:pt x="449629" y="814244"/>
                    <a:pt x="437056" y="811863"/>
                  </a:cubicBezTo>
                  <a:cubicBezTo>
                    <a:pt x="424483" y="809481"/>
                    <a:pt x="411052" y="825674"/>
                    <a:pt x="419625" y="835104"/>
                  </a:cubicBezTo>
                  <a:cubicBezTo>
                    <a:pt x="388478" y="803385"/>
                    <a:pt x="344663" y="786336"/>
                    <a:pt x="300658" y="779764"/>
                  </a:cubicBezTo>
                  <a:cubicBezTo>
                    <a:pt x="261167" y="775049"/>
                    <a:pt x="221286" y="774572"/>
                    <a:pt x="181690" y="778335"/>
                  </a:cubicBezTo>
                  <a:cubicBezTo>
                    <a:pt x="186605" y="768238"/>
                    <a:pt x="185843" y="756294"/>
                    <a:pt x="179690" y="746902"/>
                  </a:cubicBezTo>
                  <a:cubicBezTo>
                    <a:pt x="174375" y="738758"/>
                    <a:pt x="171689" y="729186"/>
                    <a:pt x="171975" y="719470"/>
                  </a:cubicBezTo>
                  <a:cubicBezTo>
                    <a:pt x="173489" y="710126"/>
                    <a:pt x="171851" y="700535"/>
                    <a:pt x="167308" y="692229"/>
                  </a:cubicBezTo>
                  <a:cubicBezTo>
                    <a:pt x="162736" y="686133"/>
                    <a:pt x="154925" y="682704"/>
                    <a:pt x="149972" y="677275"/>
                  </a:cubicBezTo>
                  <a:cubicBezTo>
                    <a:pt x="144590" y="668778"/>
                    <a:pt x="142342" y="658672"/>
                    <a:pt x="143590" y="648700"/>
                  </a:cubicBezTo>
                  <a:cubicBezTo>
                    <a:pt x="143590" y="636603"/>
                    <a:pt x="144067" y="624506"/>
                    <a:pt x="144352" y="612409"/>
                  </a:cubicBezTo>
                  <a:lnTo>
                    <a:pt x="103014" y="612409"/>
                  </a:lnTo>
                  <a:cubicBezTo>
                    <a:pt x="86640" y="596865"/>
                    <a:pt x="73896" y="577910"/>
                    <a:pt x="65676" y="556879"/>
                  </a:cubicBezTo>
                  <a:cubicBezTo>
                    <a:pt x="62723" y="549449"/>
                    <a:pt x="75772" y="546306"/>
                    <a:pt x="78344" y="538686"/>
                  </a:cubicBezTo>
                  <a:cubicBezTo>
                    <a:pt x="80916" y="531066"/>
                    <a:pt x="74820" y="520207"/>
                    <a:pt x="79773" y="512968"/>
                  </a:cubicBezTo>
                  <a:cubicBezTo>
                    <a:pt x="81821" y="510720"/>
                    <a:pt x="84088" y="508672"/>
                    <a:pt x="86536" y="506872"/>
                  </a:cubicBezTo>
                  <a:cubicBezTo>
                    <a:pt x="89755" y="504043"/>
                    <a:pt x="91546" y="499919"/>
                    <a:pt x="91393" y="495633"/>
                  </a:cubicBezTo>
                  <a:cubicBezTo>
                    <a:pt x="91298" y="491223"/>
                    <a:pt x="88374" y="487384"/>
                    <a:pt x="84154" y="486108"/>
                  </a:cubicBezTo>
                  <a:cubicBezTo>
                    <a:pt x="82021" y="485679"/>
                    <a:pt x="79811" y="485679"/>
                    <a:pt x="77677" y="486108"/>
                  </a:cubicBezTo>
                  <a:lnTo>
                    <a:pt x="46721" y="489727"/>
                  </a:lnTo>
                  <a:cubicBezTo>
                    <a:pt x="28795" y="477954"/>
                    <a:pt x="12926" y="463314"/>
                    <a:pt x="-237" y="446389"/>
                  </a:cubicBezTo>
                  <a:cubicBezTo>
                    <a:pt x="-237" y="446389"/>
                    <a:pt x="239" y="445341"/>
                    <a:pt x="525" y="444865"/>
                  </a:cubicBezTo>
                  <a:cubicBezTo>
                    <a:pt x="8050" y="428005"/>
                    <a:pt x="-618" y="410193"/>
                    <a:pt x="4049" y="392382"/>
                  </a:cubicBezTo>
                  <a:cubicBezTo>
                    <a:pt x="15755" y="383733"/>
                    <a:pt x="28262" y="376199"/>
                    <a:pt x="41387" y="369903"/>
                  </a:cubicBezTo>
                  <a:cubicBezTo>
                    <a:pt x="51274" y="365617"/>
                    <a:pt x="60485" y="359901"/>
                    <a:pt x="68724" y="352948"/>
                  </a:cubicBezTo>
                  <a:cubicBezTo>
                    <a:pt x="74467" y="346747"/>
                    <a:pt x="79344" y="339797"/>
                    <a:pt x="83202" y="332279"/>
                  </a:cubicBezTo>
                  <a:lnTo>
                    <a:pt x="102918" y="297894"/>
                  </a:lnTo>
                  <a:cubicBezTo>
                    <a:pt x="106490" y="290580"/>
                    <a:pt x="111558" y="284092"/>
                    <a:pt x="117778" y="278844"/>
                  </a:cubicBezTo>
                  <a:cubicBezTo>
                    <a:pt x="124750" y="274186"/>
                    <a:pt x="133027" y="271883"/>
                    <a:pt x="141400" y="272272"/>
                  </a:cubicBezTo>
                  <a:cubicBezTo>
                    <a:pt x="149705" y="272752"/>
                    <a:pt x="157944" y="274092"/>
                    <a:pt x="165974" y="276272"/>
                  </a:cubicBezTo>
                  <a:cubicBezTo>
                    <a:pt x="174070" y="292084"/>
                    <a:pt x="181595" y="309038"/>
                    <a:pt x="189691" y="324754"/>
                  </a:cubicBezTo>
                  <a:cubicBezTo>
                    <a:pt x="206865" y="315937"/>
                    <a:pt x="224743" y="308547"/>
                    <a:pt x="243126" y="302656"/>
                  </a:cubicBezTo>
                  <a:cubicBezTo>
                    <a:pt x="251566" y="302180"/>
                    <a:pt x="260024" y="302180"/>
                    <a:pt x="268463" y="302656"/>
                  </a:cubicBezTo>
                  <a:lnTo>
                    <a:pt x="321708" y="302656"/>
                  </a:lnTo>
                  <a:cubicBezTo>
                    <a:pt x="318793" y="281559"/>
                    <a:pt x="329013" y="260815"/>
                    <a:pt x="347521" y="250269"/>
                  </a:cubicBezTo>
                  <a:cubicBezTo>
                    <a:pt x="355169" y="247040"/>
                    <a:pt x="362275" y="242636"/>
                    <a:pt x="368571" y="237220"/>
                  </a:cubicBezTo>
                  <a:cubicBezTo>
                    <a:pt x="373448" y="229673"/>
                    <a:pt x="376515" y="221098"/>
                    <a:pt x="377524" y="212169"/>
                  </a:cubicBezTo>
                  <a:cubicBezTo>
                    <a:pt x="381782" y="194954"/>
                    <a:pt x="391021" y="179381"/>
                    <a:pt x="404099" y="167401"/>
                  </a:cubicBezTo>
                  <a:cubicBezTo>
                    <a:pt x="406042" y="165346"/>
                    <a:pt x="408376" y="163694"/>
                    <a:pt x="410957" y="162543"/>
                  </a:cubicBezTo>
                  <a:cubicBezTo>
                    <a:pt x="430007" y="154352"/>
                    <a:pt x="448867" y="145939"/>
                    <a:pt x="467536" y="137302"/>
                  </a:cubicBezTo>
                  <a:cubicBezTo>
                    <a:pt x="474736" y="134573"/>
                    <a:pt x="481242" y="130279"/>
                    <a:pt x="486586" y="124729"/>
                  </a:cubicBezTo>
                  <a:cubicBezTo>
                    <a:pt x="492101" y="115637"/>
                    <a:pt x="495844" y="105587"/>
                    <a:pt x="497634" y="95107"/>
                  </a:cubicBezTo>
                  <a:cubicBezTo>
                    <a:pt x="504778" y="72913"/>
                    <a:pt x="523447" y="54244"/>
                    <a:pt x="524019" y="30908"/>
                  </a:cubicBezTo>
                  <a:cubicBezTo>
                    <a:pt x="524019" y="23097"/>
                    <a:pt x="522971" y="13763"/>
                    <a:pt x="529258" y="9191"/>
                  </a:cubicBezTo>
                  <a:cubicBezTo>
                    <a:pt x="531944" y="7478"/>
                    <a:pt x="535030" y="6494"/>
                    <a:pt x="538211" y="6334"/>
                  </a:cubicBezTo>
                  <a:lnTo>
                    <a:pt x="573644" y="1190"/>
                  </a:lnTo>
                  <a:lnTo>
                    <a:pt x="580693" y="47"/>
                  </a:lnTo>
                  <a:cubicBezTo>
                    <a:pt x="585427" y="7905"/>
                    <a:pt x="592780" y="13842"/>
                    <a:pt x="601457" y="16811"/>
                  </a:cubicBezTo>
                  <a:cubicBezTo>
                    <a:pt x="616669" y="20575"/>
                    <a:pt x="632547" y="20771"/>
                    <a:pt x="647844" y="17382"/>
                  </a:cubicBezTo>
                  <a:cubicBezTo>
                    <a:pt x="657845" y="16049"/>
                    <a:pt x="667846" y="14811"/>
                    <a:pt x="677943" y="14430"/>
                  </a:cubicBezTo>
                  <a:lnTo>
                    <a:pt x="672418" y="18811"/>
                  </a:lnTo>
                  <a:cubicBezTo>
                    <a:pt x="663846" y="26336"/>
                    <a:pt x="657369" y="40338"/>
                    <a:pt x="665370" y="48339"/>
                  </a:cubicBezTo>
                  <a:cubicBezTo>
                    <a:pt x="670323" y="53387"/>
                    <a:pt x="679086" y="53768"/>
                    <a:pt x="682896" y="59674"/>
                  </a:cubicBezTo>
                  <a:cubicBezTo>
                    <a:pt x="691278" y="72437"/>
                    <a:pt x="666132" y="86629"/>
                    <a:pt x="670513" y="101298"/>
                  </a:cubicBezTo>
                  <a:cubicBezTo>
                    <a:pt x="672799" y="109203"/>
                    <a:pt x="682420" y="111966"/>
                    <a:pt x="690516" y="113585"/>
                  </a:cubicBezTo>
                  <a:lnTo>
                    <a:pt x="760430" y="127111"/>
                  </a:lnTo>
                  <a:cubicBezTo>
                    <a:pt x="770021" y="127603"/>
                    <a:pt x="778898" y="132353"/>
                    <a:pt x="784623" y="140065"/>
                  </a:cubicBezTo>
                  <a:cubicBezTo>
                    <a:pt x="786576" y="144993"/>
                    <a:pt x="787261" y="150330"/>
                    <a:pt x="786623" y="155590"/>
                  </a:cubicBezTo>
                  <a:cubicBezTo>
                    <a:pt x="785861" y="179784"/>
                    <a:pt x="788909" y="202167"/>
                    <a:pt x="788052" y="226361"/>
                  </a:cubicBezTo>
                  <a:cubicBezTo>
                    <a:pt x="809388" y="235886"/>
                    <a:pt x="831676" y="246459"/>
                    <a:pt x="845202" y="265414"/>
                  </a:cubicBezTo>
                  <a:cubicBezTo>
                    <a:pt x="858727" y="284368"/>
                    <a:pt x="859966" y="314563"/>
                    <a:pt x="841201" y="328469"/>
                  </a:cubicBezTo>
                  <a:cubicBezTo>
                    <a:pt x="843011" y="339994"/>
                    <a:pt x="861109" y="340566"/>
                    <a:pt x="869300" y="332184"/>
                  </a:cubicBezTo>
                  <a:cubicBezTo>
                    <a:pt x="877492" y="323802"/>
                    <a:pt x="880063" y="311515"/>
                    <a:pt x="886159" y="301513"/>
                  </a:cubicBezTo>
                  <a:cubicBezTo>
                    <a:pt x="892255" y="291512"/>
                    <a:pt x="906448" y="283892"/>
                    <a:pt x="915306" y="291512"/>
                  </a:cubicBezTo>
                  <a:cubicBezTo>
                    <a:pt x="906638" y="303514"/>
                    <a:pt x="926831" y="319039"/>
                    <a:pt x="940166" y="312562"/>
                  </a:cubicBezTo>
                  <a:cubicBezTo>
                    <a:pt x="953501" y="306085"/>
                    <a:pt x="958264" y="289893"/>
                    <a:pt x="961788" y="275415"/>
                  </a:cubicBezTo>
                  <a:cubicBezTo>
                    <a:pt x="988553" y="299036"/>
                    <a:pt x="992382" y="339377"/>
                    <a:pt x="970551" y="367617"/>
                  </a:cubicBezTo>
                  <a:lnTo>
                    <a:pt x="1025701" y="356282"/>
                  </a:lnTo>
                  <a:lnTo>
                    <a:pt x="1033321" y="354663"/>
                  </a:lnTo>
                  <a:cubicBezTo>
                    <a:pt x="1041417" y="372760"/>
                    <a:pt x="1026463" y="381714"/>
                    <a:pt x="1035035" y="392763"/>
                  </a:cubicBezTo>
                  <a:cubicBezTo>
                    <a:pt x="1043608" y="403812"/>
                    <a:pt x="1055990" y="411241"/>
                    <a:pt x="1064944" y="421909"/>
                  </a:cubicBezTo>
                  <a:cubicBezTo>
                    <a:pt x="1073897" y="432577"/>
                    <a:pt x="1078755" y="449341"/>
                    <a:pt x="1069801" y="460009"/>
                  </a:cubicBezTo>
                  <a:cubicBezTo>
                    <a:pt x="1063039" y="468105"/>
                    <a:pt x="1051228" y="469534"/>
                    <a:pt x="1042084" y="474773"/>
                  </a:cubicBezTo>
                  <a:cubicBezTo>
                    <a:pt x="1032940" y="480012"/>
                    <a:pt x="1027415" y="495252"/>
                    <a:pt x="1036845" y="500109"/>
                  </a:cubicBezTo>
                  <a:cubicBezTo>
                    <a:pt x="1041788" y="501757"/>
                    <a:pt x="1047189" y="501310"/>
                    <a:pt x="1051799" y="498871"/>
                  </a:cubicBezTo>
                  <a:lnTo>
                    <a:pt x="1133428" y="468772"/>
                  </a:lnTo>
                  <a:cubicBezTo>
                    <a:pt x="1134029" y="469506"/>
                    <a:pt x="1134533" y="470306"/>
                    <a:pt x="1134952" y="471153"/>
                  </a:cubicBezTo>
                  <a:cubicBezTo>
                    <a:pt x="1134952" y="471916"/>
                    <a:pt x="1135810" y="472773"/>
                    <a:pt x="1136191" y="473535"/>
                  </a:cubicBezTo>
                  <a:cubicBezTo>
                    <a:pt x="1136657" y="474592"/>
                    <a:pt x="1137077" y="475668"/>
                    <a:pt x="1137429" y="476773"/>
                  </a:cubicBezTo>
                  <a:cubicBezTo>
                    <a:pt x="1137477" y="477126"/>
                    <a:pt x="1137477" y="477469"/>
                    <a:pt x="1137429" y="477821"/>
                  </a:cubicBezTo>
                  <a:cubicBezTo>
                    <a:pt x="1137467" y="477507"/>
                    <a:pt x="1137467" y="477183"/>
                    <a:pt x="1137429" y="476868"/>
                  </a:cubicBezTo>
                  <a:cubicBezTo>
                    <a:pt x="1138429" y="480469"/>
                    <a:pt x="1138905" y="484184"/>
                    <a:pt x="1138858" y="487918"/>
                  </a:cubicBezTo>
                  <a:close/>
                </a:path>
              </a:pathLst>
            </a:custGeom>
            <a:grpFill/>
            <a:ln w="7144" cap="rnd">
              <a:solidFill>
                <a:schemeClr val="bg1"/>
              </a:solidFill>
              <a:prstDash val="solid"/>
              <a:round/>
            </a:ln>
          </p:spPr>
          <p:txBody>
            <a:bodyPr rtlCol="0" anchor="ctr"/>
            <a:lstStyle/>
            <a:p>
              <a:endParaRPr lang="en-IN"/>
            </a:p>
          </p:txBody>
        </p:sp>
        <p:sp>
          <p:nvSpPr>
            <p:cNvPr id="3586" name="Freeform: Shape 3585"/>
            <p:cNvSpPr/>
            <p:nvPr/>
          </p:nvSpPr>
          <p:spPr>
            <a:xfrm>
              <a:off x="4958619" y="2691071"/>
              <a:ext cx="401478" cy="423961"/>
            </a:xfrm>
            <a:custGeom>
              <a:avLst/>
              <a:gdLst>
                <a:gd name="connsiteX0" fmla="*/ 401242 w 401478"/>
                <a:gd name="connsiteY0" fmla="*/ 316753 h 423961"/>
                <a:gd name="connsiteX1" fmla="*/ 376858 w 401478"/>
                <a:gd name="connsiteY1" fmla="*/ 325516 h 423961"/>
                <a:gd name="connsiteX2" fmla="*/ 362665 w 401478"/>
                <a:gd name="connsiteY2" fmla="*/ 352662 h 423961"/>
                <a:gd name="connsiteX3" fmla="*/ 319803 w 401478"/>
                <a:gd name="connsiteY3" fmla="*/ 362187 h 423961"/>
                <a:gd name="connsiteX4" fmla="*/ 306849 w 401478"/>
                <a:gd name="connsiteY4" fmla="*/ 411051 h 423961"/>
                <a:gd name="connsiteX5" fmla="*/ 268749 w 401478"/>
                <a:gd name="connsiteY5" fmla="*/ 411051 h 423961"/>
                <a:gd name="connsiteX6" fmla="*/ 230649 w 401478"/>
                <a:gd name="connsiteY6" fmla="*/ 402574 h 423961"/>
                <a:gd name="connsiteX7" fmla="*/ 198836 w 401478"/>
                <a:gd name="connsiteY7" fmla="*/ 424005 h 423961"/>
                <a:gd name="connsiteX8" fmla="*/ 173880 w 401478"/>
                <a:gd name="connsiteY8" fmla="*/ 396954 h 423961"/>
                <a:gd name="connsiteX9" fmla="*/ 125588 w 401478"/>
                <a:gd name="connsiteY9" fmla="*/ 366664 h 423961"/>
                <a:gd name="connsiteX10" fmla="*/ 97013 w 401478"/>
                <a:gd name="connsiteY10" fmla="*/ 365045 h 423961"/>
                <a:gd name="connsiteX11" fmla="*/ 66914 w 401478"/>
                <a:gd name="connsiteY11" fmla="*/ 367998 h 423961"/>
                <a:gd name="connsiteX12" fmla="*/ 20528 w 401478"/>
                <a:gd name="connsiteY12" fmla="*/ 367426 h 423961"/>
                <a:gd name="connsiteX13" fmla="*/ -237 w 401478"/>
                <a:gd name="connsiteY13" fmla="*/ 350662 h 423961"/>
                <a:gd name="connsiteX14" fmla="*/ 20051 w 401478"/>
                <a:gd name="connsiteY14" fmla="*/ 342566 h 423961"/>
                <a:gd name="connsiteX15" fmla="*/ 30433 w 401478"/>
                <a:gd name="connsiteY15" fmla="*/ 317896 h 423961"/>
                <a:gd name="connsiteX16" fmla="*/ 18527 w 401478"/>
                <a:gd name="connsiteY16" fmla="*/ 292750 h 423961"/>
                <a:gd name="connsiteX17" fmla="*/ 42340 w 401478"/>
                <a:gd name="connsiteY17" fmla="*/ 272652 h 423961"/>
                <a:gd name="connsiteX18" fmla="*/ 68438 w 401478"/>
                <a:gd name="connsiteY18" fmla="*/ 237791 h 423961"/>
                <a:gd name="connsiteX19" fmla="*/ 74153 w 401478"/>
                <a:gd name="connsiteY19" fmla="*/ 221979 h 423961"/>
                <a:gd name="connsiteX20" fmla="*/ 109967 w 401478"/>
                <a:gd name="connsiteY20" fmla="*/ 211597 h 423961"/>
                <a:gd name="connsiteX21" fmla="*/ 110824 w 401478"/>
                <a:gd name="connsiteY21" fmla="*/ 192547 h 423961"/>
                <a:gd name="connsiteX22" fmla="*/ 104347 w 401478"/>
                <a:gd name="connsiteY22" fmla="*/ 173497 h 423961"/>
                <a:gd name="connsiteX23" fmla="*/ 120635 w 401478"/>
                <a:gd name="connsiteY23" fmla="*/ 126539 h 423961"/>
                <a:gd name="connsiteX24" fmla="*/ 111110 w 401478"/>
                <a:gd name="connsiteY24" fmla="*/ 105203 h 423961"/>
                <a:gd name="connsiteX25" fmla="*/ 132161 w 401478"/>
                <a:gd name="connsiteY25" fmla="*/ 73008 h 423961"/>
                <a:gd name="connsiteX26" fmla="*/ 173404 w 401478"/>
                <a:gd name="connsiteY26" fmla="*/ 65007 h 423961"/>
                <a:gd name="connsiteX27" fmla="*/ 203884 w 401478"/>
                <a:gd name="connsiteY27" fmla="*/ 45957 h 423961"/>
                <a:gd name="connsiteX28" fmla="*/ 208741 w 401478"/>
                <a:gd name="connsiteY28" fmla="*/ 32337 h 423961"/>
                <a:gd name="connsiteX29" fmla="*/ 272559 w 401478"/>
                <a:gd name="connsiteY29" fmla="*/ 47 h 423961"/>
                <a:gd name="connsiteX30" fmla="*/ 272559 w 401478"/>
                <a:gd name="connsiteY30" fmla="*/ 47 h 423961"/>
                <a:gd name="connsiteX31" fmla="*/ 282084 w 401478"/>
                <a:gd name="connsiteY31" fmla="*/ 10620 h 423961"/>
                <a:gd name="connsiteX32" fmla="*/ 277893 w 401478"/>
                <a:gd name="connsiteY32" fmla="*/ 32527 h 423961"/>
                <a:gd name="connsiteX33" fmla="*/ 260081 w 401478"/>
                <a:gd name="connsiteY33" fmla="*/ 42528 h 423961"/>
                <a:gd name="connsiteX34" fmla="*/ 246937 w 401478"/>
                <a:gd name="connsiteY34" fmla="*/ 56816 h 423961"/>
                <a:gd name="connsiteX35" fmla="*/ 266558 w 401478"/>
                <a:gd name="connsiteY35" fmla="*/ 74437 h 423961"/>
                <a:gd name="connsiteX36" fmla="*/ 291609 w 401478"/>
                <a:gd name="connsiteY36" fmla="*/ 86534 h 423961"/>
                <a:gd name="connsiteX37" fmla="*/ 293990 w 401478"/>
                <a:gd name="connsiteY37" fmla="*/ 106441 h 423961"/>
                <a:gd name="connsiteX38" fmla="*/ 318184 w 401478"/>
                <a:gd name="connsiteY38" fmla="*/ 177974 h 423961"/>
                <a:gd name="connsiteX39" fmla="*/ 355674 w 401478"/>
                <a:gd name="connsiteY39" fmla="*/ 172739 h 423961"/>
                <a:gd name="connsiteX40" fmla="*/ 366285 w 401478"/>
                <a:gd name="connsiteY40" fmla="*/ 192928 h 423961"/>
                <a:gd name="connsiteX41" fmla="*/ 364094 w 401478"/>
                <a:gd name="connsiteY41" fmla="*/ 221503 h 423961"/>
                <a:gd name="connsiteX42" fmla="*/ 375238 w 401478"/>
                <a:gd name="connsiteY42" fmla="*/ 245316 h 423961"/>
                <a:gd name="connsiteX43" fmla="*/ 370857 w 401478"/>
                <a:gd name="connsiteY43" fmla="*/ 282177 h 423961"/>
                <a:gd name="connsiteX44" fmla="*/ 397622 w 401478"/>
                <a:gd name="connsiteY44" fmla="*/ 301227 h 423961"/>
                <a:gd name="connsiteX45" fmla="*/ 401242 w 401478"/>
                <a:gd name="connsiteY45" fmla="*/ 316753 h 42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01478" h="423961">
                  <a:moveTo>
                    <a:pt x="401242" y="316753"/>
                  </a:moveTo>
                  <a:cubicBezTo>
                    <a:pt x="388288" y="314562"/>
                    <a:pt x="381239" y="316086"/>
                    <a:pt x="376858" y="325516"/>
                  </a:cubicBezTo>
                  <a:cubicBezTo>
                    <a:pt x="372476" y="334946"/>
                    <a:pt x="371238" y="346662"/>
                    <a:pt x="362665" y="352662"/>
                  </a:cubicBezTo>
                  <a:cubicBezTo>
                    <a:pt x="350473" y="361235"/>
                    <a:pt x="330947" y="351900"/>
                    <a:pt x="319803" y="362187"/>
                  </a:cubicBezTo>
                  <a:cubicBezTo>
                    <a:pt x="306754" y="373618"/>
                    <a:pt x="318470" y="398192"/>
                    <a:pt x="306849" y="411051"/>
                  </a:cubicBezTo>
                  <a:cubicBezTo>
                    <a:pt x="297324" y="421147"/>
                    <a:pt x="281036" y="416956"/>
                    <a:pt x="268749" y="411051"/>
                  </a:cubicBezTo>
                  <a:cubicBezTo>
                    <a:pt x="256462" y="405145"/>
                    <a:pt x="242746" y="397144"/>
                    <a:pt x="230649" y="402574"/>
                  </a:cubicBezTo>
                  <a:cubicBezTo>
                    <a:pt x="218552" y="408003"/>
                    <a:pt x="211599" y="424291"/>
                    <a:pt x="198836" y="424005"/>
                  </a:cubicBezTo>
                  <a:cubicBezTo>
                    <a:pt x="186072" y="423719"/>
                    <a:pt x="180452" y="408003"/>
                    <a:pt x="173880" y="396954"/>
                  </a:cubicBezTo>
                  <a:cubicBezTo>
                    <a:pt x="162802" y="380473"/>
                    <a:pt x="145248" y="369465"/>
                    <a:pt x="125588" y="366664"/>
                  </a:cubicBezTo>
                  <a:cubicBezTo>
                    <a:pt x="116158" y="365014"/>
                    <a:pt x="106567" y="364471"/>
                    <a:pt x="97013" y="365045"/>
                  </a:cubicBezTo>
                  <a:cubicBezTo>
                    <a:pt x="86917" y="365045"/>
                    <a:pt x="76915" y="366664"/>
                    <a:pt x="66914" y="367998"/>
                  </a:cubicBezTo>
                  <a:cubicBezTo>
                    <a:pt x="51617" y="371386"/>
                    <a:pt x="35739" y="371191"/>
                    <a:pt x="20528" y="367426"/>
                  </a:cubicBezTo>
                  <a:cubicBezTo>
                    <a:pt x="11850" y="364457"/>
                    <a:pt x="4497" y="358520"/>
                    <a:pt x="-237" y="350662"/>
                  </a:cubicBezTo>
                  <a:cubicBezTo>
                    <a:pt x="7012" y="349400"/>
                    <a:pt x="13926" y="346643"/>
                    <a:pt x="20051" y="342566"/>
                  </a:cubicBezTo>
                  <a:cubicBezTo>
                    <a:pt x="28538" y="337502"/>
                    <a:pt x="32748" y="327506"/>
                    <a:pt x="30433" y="317896"/>
                  </a:cubicBezTo>
                  <a:cubicBezTo>
                    <a:pt x="27386" y="309419"/>
                    <a:pt x="16527" y="301513"/>
                    <a:pt x="18527" y="292750"/>
                  </a:cubicBezTo>
                  <a:cubicBezTo>
                    <a:pt x="20813" y="282273"/>
                    <a:pt x="33005" y="278082"/>
                    <a:pt x="42340" y="272652"/>
                  </a:cubicBezTo>
                  <a:cubicBezTo>
                    <a:pt x="55446" y="265095"/>
                    <a:pt x="64876" y="252495"/>
                    <a:pt x="68438" y="237791"/>
                  </a:cubicBezTo>
                  <a:cubicBezTo>
                    <a:pt x="68800" y="232084"/>
                    <a:pt x="70781" y="226597"/>
                    <a:pt x="74153" y="221979"/>
                  </a:cubicBezTo>
                  <a:cubicBezTo>
                    <a:pt x="83107" y="212454"/>
                    <a:pt x="101680" y="221408"/>
                    <a:pt x="109967" y="211597"/>
                  </a:cubicBezTo>
                  <a:cubicBezTo>
                    <a:pt x="113644" y="205857"/>
                    <a:pt x="113968" y="198594"/>
                    <a:pt x="110824" y="192547"/>
                  </a:cubicBezTo>
                  <a:cubicBezTo>
                    <a:pt x="107672" y="186579"/>
                    <a:pt x="105490" y="180149"/>
                    <a:pt x="104347" y="173497"/>
                  </a:cubicBezTo>
                  <a:cubicBezTo>
                    <a:pt x="103586" y="156638"/>
                    <a:pt x="123874" y="143112"/>
                    <a:pt x="120635" y="126539"/>
                  </a:cubicBezTo>
                  <a:cubicBezTo>
                    <a:pt x="119111" y="118728"/>
                    <a:pt x="112634" y="112823"/>
                    <a:pt x="111110" y="105203"/>
                  </a:cubicBezTo>
                  <a:cubicBezTo>
                    <a:pt x="107395" y="91582"/>
                    <a:pt x="119111" y="78152"/>
                    <a:pt x="132161" y="73008"/>
                  </a:cubicBezTo>
                  <a:cubicBezTo>
                    <a:pt x="145686" y="69319"/>
                    <a:pt x="159478" y="66645"/>
                    <a:pt x="173404" y="65007"/>
                  </a:cubicBezTo>
                  <a:cubicBezTo>
                    <a:pt x="185586" y="62698"/>
                    <a:pt x="196464" y="55900"/>
                    <a:pt x="203884" y="45957"/>
                  </a:cubicBezTo>
                  <a:cubicBezTo>
                    <a:pt x="206551" y="41860"/>
                    <a:pt x="208208" y="37194"/>
                    <a:pt x="208741" y="32337"/>
                  </a:cubicBezTo>
                  <a:lnTo>
                    <a:pt x="272559" y="47"/>
                  </a:lnTo>
                  <a:lnTo>
                    <a:pt x="272559" y="47"/>
                  </a:lnTo>
                  <a:cubicBezTo>
                    <a:pt x="276683" y="2589"/>
                    <a:pt x="279988" y="6258"/>
                    <a:pt x="282084" y="10620"/>
                  </a:cubicBezTo>
                  <a:cubicBezTo>
                    <a:pt x="285084" y="18114"/>
                    <a:pt x="283446" y="26669"/>
                    <a:pt x="277893" y="32527"/>
                  </a:cubicBezTo>
                  <a:cubicBezTo>
                    <a:pt x="272540" y="36812"/>
                    <a:pt x="266520" y="40190"/>
                    <a:pt x="260081" y="42528"/>
                  </a:cubicBezTo>
                  <a:cubicBezTo>
                    <a:pt x="253423" y="44533"/>
                    <a:pt x="248385" y="50010"/>
                    <a:pt x="246937" y="56816"/>
                  </a:cubicBezTo>
                  <a:cubicBezTo>
                    <a:pt x="246937" y="66341"/>
                    <a:pt x="257224" y="72246"/>
                    <a:pt x="266558" y="74437"/>
                  </a:cubicBezTo>
                  <a:cubicBezTo>
                    <a:pt x="275893" y="76628"/>
                    <a:pt x="286656" y="78247"/>
                    <a:pt x="291609" y="86534"/>
                  </a:cubicBezTo>
                  <a:cubicBezTo>
                    <a:pt x="294286" y="92808"/>
                    <a:pt x="295105" y="99714"/>
                    <a:pt x="293990" y="106441"/>
                  </a:cubicBezTo>
                  <a:cubicBezTo>
                    <a:pt x="293123" y="132428"/>
                    <a:pt x="301724" y="157847"/>
                    <a:pt x="318184" y="177974"/>
                  </a:cubicBezTo>
                  <a:cubicBezTo>
                    <a:pt x="327090" y="166176"/>
                    <a:pt x="343873" y="163832"/>
                    <a:pt x="355674" y="172739"/>
                  </a:cubicBezTo>
                  <a:cubicBezTo>
                    <a:pt x="362046" y="177549"/>
                    <a:pt x="365933" y="184952"/>
                    <a:pt x="366285" y="192928"/>
                  </a:cubicBezTo>
                  <a:cubicBezTo>
                    <a:pt x="366285" y="202453"/>
                    <a:pt x="361999" y="211978"/>
                    <a:pt x="364094" y="221503"/>
                  </a:cubicBezTo>
                  <a:cubicBezTo>
                    <a:pt x="366190" y="231028"/>
                    <a:pt x="373619" y="236743"/>
                    <a:pt x="375238" y="245316"/>
                  </a:cubicBezTo>
                  <a:cubicBezTo>
                    <a:pt x="377905" y="257508"/>
                    <a:pt x="369333" y="269795"/>
                    <a:pt x="370857" y="282177"/>
                  </a:cubicBezTo>
                  <a:cubicBezTo>
                    <a:pt x="378582" y="290058"/>
                    <a:pt x="387650" y="296508"/>
                    <a:pt x="397622" y="301227"/>
                  </a:cubicBezTo>
                  <a:cubicBezTo>
                    <a:pt x="398518" y="306470"/>
                    <a:pt x="399727" y="311654"/>
                    <a:pt x="401242" y="316753"/>
                  </a:cubicBezTo>
                  <a:close/>
                </a:path>
              </a:pathLst>
            </a:custGeom>
            <a:grpFill/>
            <a:ln w="7144" cap="rnd">
              <a:solidFill>
                <a:schemeClr val="bg1"/>
              </a:solidFill>
              <a:prstDash val="solid"/>
              <a:round/>
            </a:ln>
          </p:spPr>
          <p:txBody>
            <a:bodyPr rtlCol="0" anchor="ctr"/>
            <a:lstStyle/>
            <a:p>
              <a:endParaRPr lang="en-IN"/>
            </a:p>
          </p:txBody>
        </p:sp>
        <p:sp>
          <p:nvSpPr>
            <p:cNvPr id="3587" name="Freeform: Shape 3586"/>
            <p:cNvSpPr/>
            <p:nvPr/>
          </p:nvSpPr>
          <p:spPr>
            <a:xfrm>
              <a:off x="5205402" y="2579494"/>
              <a:ext cx="429300" cy="426931"/>
            </a:xfrm>
            <a:custGeom>
              <a:avLst/>
              <a:gdLst>
                <a:gd name="connsiteX0" fmla="*/ 428874 w 429300"/>
                <a:gd name="connsiteY0" fmla="*/ 292218 h 426931"/>
                <a:gd name="connsiteX1" fmla="*/ 418397 w 429300"/>
                <a:gd name="connsiteY1" fmla="*/ 316411 h 426931"/>
                <a:gd name="connsiteX2" fmla="*/ 380297 w 429300"/>
                <a:gd name="connsiteY2" fmla="*/ 311363 h 426931"/>
                <a:gd name="connsiteX3" fmla="*/ 377820 w 429300"/>
                <a:gd name="connsiteY3" fmla="*/ 310125 h 426931"/>
                <a:gd name="connsiteX4" fmla="*/ 302858 w 429300"/>
                <a:gd name="connsiteY4" fmla="*/ 299838 h 426931"/>
                <a:gd name="connsiteX5" fmla="*/ 255995 w 429300"/>
                <a:gd name="connsiteY5" fmla="*/ 354606 h 426931"/>
                <a:gd name="connsiteX6" fmla="*/ 256567 w 429300"/>
                <a:gd name="connsiteY6" fmla="*/ 413852 h 426931"/>
                <a:gd name="connsiteX7" fmla="*/ 253805 w 429300"/>
                <a:gd name="connsiteY7" fmla="*/ 417471 h 426931"/>
                <a:gd name="connsiteX8" fmla="*/ 225230 w 429300"/>
                <a:gd name="connsiteY8" fmla="*/ 426330 h 426931"/>
                <a:gd name="connsiteX9" fmla="*/ 206180 w 429300"/>
                <a:gd name="connsiteY9" fmla="*/ 415471 h 426931"/>
                <a:gd name="connsiteX10" fmla="*/ 198655 w 429300"/>
                <a:gd name="connsiteY10" fmla="*/ 404422 h 426931"/>
                <a:gd name="connsiteX11" fmla="*/ 181033 w 429300"/>
                <a:gd name="connsiteY11" fmla="*/ 373847 h 426931"/>
                <a:gd name="connsiteX12" fmla="*/ 151125 w 429300"/>
                <a:gd name="connsiteY12" fmla="*/ 390230 h 426931"/>
                <a:gd name="connsiteX13" fmla="*/ 150458 w 429300"/>
                <a:gd name="connsiteY13" fmla="*/ 413185 h 426931"/>
                <a:gd name="connsiteX14" fmla="*/ 123693 w 429300"/>
                <a:gd name="connsiteY14" fmla="*/ 394135 h 426931"/>
                <a:gd name="connsiteX15" fmla="*/ 128074 w 429300"/>
                <a:gd name="connsiteY15" fmla="*/ 357273 h 426931"/>
                <a:gd name="connsiteX16" fmla="*/ 116930 w 429300"/>
                <a:gd name="connsiteY16" fmla="*/ 333461 h 426931"/>
                <a:gd name="connsiteX17" fmla="*/ 119121 w 429300"/>
                <a:gd name="connsiteY17" fmla="*/ 304886 h 426931"/>
                <a:gd name="connsiteX18" fmla="*/ 91213 w 429300"/>
                <a:gd name="connsiteY18" fmla="*/ 279318 h 426931"/>
                <a:gd name="connsiteX19" fmla="*/ 71020 w 429300"/>
                <a:gd name="connsiteY19" fmla="*/ 289932 h 426931"/>
                <a:gd name="connsiteX20" fmla="*/ 46826 w 429300"/>
                <a:gd name="connsiteY20" fmla="*/ 218399 h 426931"/>
                <a:gd name="connsiteX21" fmla="*/ 44445 w 429300"/>
                <a:gd name="connsiteY21" fmla="*/ 198492 h 426931"/>
                <a:gd name="connsiteX22" fmla="*/ 19394 w 429300"/>
                <a:gd name="connsiteY22" fmla="*/ 186395 h 426931"/>
                <a:gd name="connsiteX23" fmla="*/ -227 w 429300"/>
                <a:gd name="connsiteY23" fmla="*/ 168774 h 426931"/>
                <a:gd name="connsiteX24" fmla="*/ 12250 w 429300"/>
                <a:gd name="connsiteY24" fmla="*/ 153629 h 426931"/>
                <a:gd name="connsiteX25" fmla="*/ 30062 w 429300"/>
                <a:gd name="connsiteY25" fmla="*/ 143628 h 426931"/>
                <a:gd name="connsiteX26" fmla="*/ 34253 w 429300"/>
                <a:gd name="connsiteY26" fmla="*/ 121720 h 426931"/>
                <a:gd name="connsiteX27" fmla="*/ 24728 w 429300"/>
                <a:gd name="connsiteY27" fmla="*/ 111147 h 426931"/>
                <a:gd name="connsiteX28" fmla="*/ 38349 w 429300"/>
                <a:gd name="connsiteY28" fmla="*/ 82572 h 426931"/>
                <a:gd name="connsiteX29" fmla="*/ 19299 w 429300"/>
                <a:gd name="connsiteY29" fmla="*/ 55712 h 426931"/>
                <a:gd name="connsiteX30" fmla="*/ 40445 w 429300"/>
                <a:gd name="connsiteY30" fmla="*/ 41520 h 426931"/>
                <a:gd name="connsiteX31" fmla="*/ 68543 w 429300"/>
                <a:gd name="connsiteY31" fmla="*/ 42758 h 426931"/>
                <a:gd name="connsiteX32" fmla="*/ 93784 w 429300"/>
                <a:gd name="connsiteY32" fmla="*/ 22470 h 426931"/>
                <a:gd name="connsiteX33" fmla="*/ 146077 w 429300"/>
                <a:gd name="connsiteY33" fmla="*/ 181 h 426931"/>
                <a:gd name="connsiteX34" fmla="*/ 158364 w 429300"/>
                <a:gd name="connsiteY34" fmla="*/ 3515 h 426931"/>
                <a:gd name="connsiteX35" fmla="*/ 161888 w 429300"/>
                <a:gd name="connsiteY35" fmla="*/ 23422 h 426931"/>
                <a:gd name="connsiteX36" fmla="*/ 199322 w 429300"/>
                <a:gd name="connsiteY36" fmla="*/ 61522 h 426931"/>
                <a:gd name="connsiteX37" fmla="*/ 240089 w 429300"/>
                <a:gd name="connsiteY37" fmla="*/ 62665 h 426931"/>
                <a:gd name="connsiteX38" fmla="*/ 251995 w 429300"/>
                <a:gd name="connsiteY38" fmla="*/ 49997 h 426931"/>
                <a:gd name="connsiteX39" fmla="*/ 269806 w 429300"/>
                <a:gd name="connsiteY39" fmla="*/ 64094 h 426931"/>
                <a:gd name="connsiteX40" fmla="*/ 280570 w 429300"/>
                <a:gd name="connsiteY40" fmla="*/ 86668 h 426931"/>
                <a:gd name="connsiteX41" fmla="*/ 304478 w 429300"/>
                <a:gd name="connsiteY41" fmla="*/ 87716 h 426931"/>
                <a:gd name="connsiteX42" fmla="*/ 370390 w 429300"/>
                <a:gd name="connsiteY42" fmla="*/ 100956 h 426931"/>
                <a:gd name="connsiteX43" fmla="*/ 356674 w 429300"/>
                <a:gd name="connsiteY43" fmla="*/ 115148 h 426931"/>
                <a:gd name="connsiteX44" fmla="*/ 358675 w 429300"/>
                <a:gd name="connsiteY44" fmla="*/ 115148 h 426931"/>
                <a:gd name="connsiteX45" fmla="*/ 370676 w 429300"/>
                <a:gd name="connsiteY45" fmla="*/ 126764 h 426931"/>
                <a:gd name="connsiteX46" fmla="*/ 368200 w 429300"/>
                <a:gd name="connsiteY46" fmla="*/ 134198 h 426931"/>
                <a:gd name="connsiteX47" fmla="*/ 358675 w 429300"/>
                <a:gd name="connsiteY47" fmla="*/ 145914 h 426931"/>
                <a:gd name="connsiteX48" fmla="*/ 354293 w 429300"/>
                <a:gd name="connsiteY48" fmla="*/ 159725 h 426931"/>
                <a:gd name="connsiteX49" fmla="*/ 371343 w 429300"/>
                <a:gd name="connsiteY49" fmla="*/ 169250 h 426931"/>
                <a:gd name="connsiteX50" fmla="*/ 386297 w 429300"/>
                <a:gd name="connsiteY50" fmla="*/ 184490 h 426931"/>
                <a:gd name="connsiteX51" fmla="*/ 387916 w 429300"/>
                <a:gd name="connsiteY51" fmla="*/ 202778 h 426931"/>
                <a:gd name="connsiteX52" fmla="*/ 387916 w 429300"/>
                <a:gd name="connsiteY52" fmla="*/ 221352 h 426931"/>
                <a:gd name="connsiteX53" fmla="*/ 398394 w 429300"/>
                <a:gd name="connsiteY53" fmla="*/ 235639 h 426931"/>
                <a:gd name="connsiteX54" fmla="*/ 403538 w 429300"/>
                <a:gd name="connsiteY54" fmla="*/ 238211 h 426931"/>
                <a:gd name="connsiteX55" fmla="*/ 400204 w 429300"/>
                <a:gd name="connsiteY55" fmla="*/ 247164 h 426931"/>
                <a:gd name="connsiteX56" fmla="*/ 390679 w 429300"/>
                <a:gd name="connsiteY56" fmla="*/ 252498 h 426931"/>
                <a:gd name="connsiteX57" fmla="*/ 389250 w 429300"/>
                <a:gd name="connsiteY57" fmla="*/ 262023 h 426931"/>
                <a:gd name="connsiteX58" fmla="*/ 395727 w 429300"/>
                <a:gd name="connsiteY58" fmla="*/ 270024 h 426931"/>
                <a:gd name="connsiteX59" fmla="*/ 422397 w 429300"/>
                <a:gd name="connsiteY59" fmla="*/ 275454 h 426931"/>
                <a:gd name="connsiteX60" fmla="*/ 422873 w 429300"/>
                <a:gd name="connsiteY60" fmla="*/ 275454 h 426931"/>
                <a:gd name="connsiteX61" fmla="*/ 428874 w 429300"/>
                <a:gd name="connsiteY61" fmla="*/ 292218 h 426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29300" h="426931">
                  <a:moveTo>
                    <a:pt x="428874" y="292218"/>
                  </a:moveTo>
                  <a:cubicBezTo>
                    <a:pt x="430007" y="301583"/>
                    <a:pt x="426007" y="310833"/>
                    <a:pt x="418397" y="316411"/>
                  </a:cubicBezTo>
                  <a:cubicBezTo>
                    <a:pt x="406966" y="323650"/>
                    <a:pt x="392584" y="317268"/>
                    <a:pt x="380297" y="311363"/>
                  </a:cubicBezTo>
                  <a:lnTo>
                    <a:pt x="377820" y="310125"/>
                  </a:lnTo>
                  <a:cubicBezTo>
                    <a:pt x="354874" y="297811"/>
                    <a:pt x="328271" y="294160"/>
                    <a:pt x="302858" y="299838"/>
                  </a:cubicBezTo>
                  <a:cubicBezTo>
                    <a:pt x="278093" y="306696"/>
                    <a:pt x="256472" y="328413"/>
                    <a:pt x="255995" y="354606"/>
                  </a:cubicBezTo>
                  <a:cubicBezTo>
                    <a:pt x="255995" y="374704"/>
                    <a:pt x="267235" y="396707"/>
                    <a:pt x="256567" y="413852"/>
                  </a:cubicBezTo>
                  <a:cubicBezTo>
                    <a:pt x="255786" y="415159"/>
                    <a:pt x="254862" y="416373"/>
                    <a:pt x="253805" y="417471"/>
                  </a:cubicBezTo>
                  <a:cubicBezTo>
                    <a:pt x="246442" y="425152"/>
                    <a:pt x="235640" y="428499"/>
                    <a:pt x="225230" y="426330"/>
                  </a:cubicBezTo>
                  <a:cubicBezTo>
                    <a:pt x="217905" y="424773"/>
                    <a:pt x="211247" y="420978"/>
                    <a:pt x="206180" y="415471"/>
                  </a:cubicBezTo>
                  <a:cubicBezTo>
                    <a:pt x="203122" y="412196"/>
                    <a:pt x="200579" y="408470"/>
                    <a:pt x="198655" y="404422"/>
                  </a:cubicBezTo>
                  <a:cubicBezTo>
                    <a:pt x="193606" y="393564"/>
                    <a:pt x="191797" y="379276"/>
                    <a:pt x="181033" y="373847"/>
                  </a:cubicBezTo>
                  <a:cubicBezTo>
                    <a:pt x="170270" y="368418"/>
                    <a:pt x="155030" y="377943"/>
                    <a:pt x="151125" y="390230"/>
                  </a:cubicBezTo>
                  <a:cubicBezTo>
                    <a:pt x="149030" y="397713"/>
                    <a:pt x="148801" y="405594"/>
                    <a:pt x="150458" y="413185"/>
                  </a:cubicBezTo>
                  <a:cubicBezTo>
                    <a:pt x="140486" y="408465"/>
                    <a:pt x="131418" y="402016"/>
                    <a:pt x="123693" y="394135"/>
                  </a:cubicBezTo>
                  <a:cubicBezTo>
                    <a:pt x="122169" y="381753"/>
                    <a:pt x="130741" y="369465"/>
                    <a:pt x="128074" y="357273"/>
                  </a:cubicBezTo>
                  <a:cubicBezTo>
                    <a:pt x="126074" y="348701"/>
                    <a:pt x="118549" y="342129"/>
                    <a:pt x="116930" y="333461"/>
                  </a:cubicBezTo>
                  <a:cubicBezTo>
                    <a:pt x="115311" y="324793"/>
                    <a:pt x="119502" y="314411"/>
                    <a:pt x="119121" y="304886"/>
                  </a:cubicBezTo>
                  <a:cubicBezTo>
                    <a:pt x="118473" y="290118"/>
                    <a:pt x="105976" y="278671"/>
                    <a:pt x="91213" y="279318"/>
                  </a:cubicBezTo>
                  <a:cubicBezTo>
                    <a:pt x="83231" y="279668"/>
                    <a:pt x="75830" y="283559"/>
                    <a:pt x="71020" y="289932"/>
                  </a:cubicBezTo>
                  <a:cubicBezTo>
                    <a:pt x="54561" y="269804"/>
                    <a:pt x="45959" y="244386"/>
                    <a:pt x="46826" y="218399"/>
                  </a:cubicBezTo>
                  <a:cubicBezTo>
                    <a:pt x="47941" y="211671"/>
                    <a:pt x="47121" y="204766"/>
                    <a:pt x="44445" y="198492"/>
                  </a:cubicBezTo>
                  <a:cubicBezTo>
                    <a:pt x="39492" y="190205"/>
                    <a:pt x="28633" y="188967"/>
                    <a:pt x="19394" y="186395"/>
                  </a:cubicBezTo>
                  <a:cubicBezTo>
                    <a:pt x="10155" y="183823"/>
                    <a:pt x="-608" y="178299"/>
                    <a:pt x="-227" y="168774"/>
                  </a:cubicBezTo>
                  <a:cubicBezTo>
                    <a:pt x="811" y="161807"/>
                    <a:pt x="5612" y="155982"/>
                    <a:pt x="12250" y="153629"/>
                  </a:cubicBezTo>
                  <a:cubicBezTo>
                    <a:pt x="18689" y="151290"/>
                    <a:pt x="24709" y="147912"/>
                    <a:pt x="30062" y="143628"/>
                  </a:cubicBezTo>
                  <a:cubicBezTo>
                    <a:pt x="35615" y="137770"/>
                    <a:pt x="37253" y="129214"/>
                    <a:pt x="34253" y="121720"/>
                  </a:cubicBezTo>
                  <a:cubicBezTo>
                    <a:pt x="32158" y="117359"/>
                    <a:pt x="28853" y="113690"/>
                    <a:pt x="24728" y="111147"/>
                  </a:cubicBezTo>
                  <a:cubicBezTo>
                    <a:pt x="33587" y="103908"/>
                    <a:pt x="42349" y="92955"/>
                    <a:pt x="38349" y="82572"/>
                  </a:cubicBezTo>
                  <a:cubicBezTo>
                    <a:pt x="34348" y="72190"/>
                    <a:pt x="19299" y="66856"/>
                    <a:pt x="19299" y="55712"/>
                  </a:cubicBezTo>
                  <a:cubicBezTo>
                    <a:pt x="19299" y="46187"/>
                    <a:pt x="30920" y="41139"/>
                    <a:pt x="40445" y="41520"/>
                  </a:cubicBezTo>
                  <a:cubicBezTo>
                    <a:pt x="49703" y="43300"/>
                    <a:pt x="59170" y="43717"/>
                    <a:pt x="68543" y="42758"/>
                  </a:cubicBezTo>
                  <a:cubicBezTo>
                    <a:pt x="79116" y="39900"/>
                    <a:pt x="85974" y="30090"/>
                    <a:pt x="93784" y="22470"/>
                  </a:cubicBezTo>
                  <a:cubicBezTo>
                    <a:pt x="107881" y="8859"/>
                    <a:pt x="126493" y="924"/>
                    <a:pt x="146077" y="181"/>
                  </a:cubicBezTo>
                  <a:cubicBezTo>
                    <a:pt x="150449" y="-377"/>
                    <a:pt x="154868" y="821"/>
                    <a:pt x="158364" y="3515"/>
                  </a:cubicBezTo>
                  <a:cubicBezTo>
                    <a:pt x="163317" y="8373"/>
                    <a:pt x="161507" y="16564"/>
                    <a:pt x="161888" y="23422"/>
                  </a:cubicBezTo>
                  <a:cubicBezTo>
                    <a:pt x="163126" y="42472"/>
                    <a:pt x="182462" y="53235"/>
                    <a:pt x="199322" y="61522"/>
                  </a:cubicBezTo>
                  <a:cubicBezTo>
                    <a:pt x="212466" y="67618"/>
                    <a:pt x="229897" y="73143"/>
                    <a:pt x="240089" y="62665"/>
                  </a:cubicBezTo>
                  <a:cubicBezTo>
                    <a:pt x="244184" y="58474"/>
                    <a:pt x="246375" y="51997"/>
                    <a:pt x="251995" y="49997"/>
                  </a:cubicBezTo>
                  <a:cubicBezTo>
                    <a:pt x="259996" y="47139"/>
                    <a:pt x="267330" y="55998"/>
                    <a:pt x="269806" y="64094"/>
                  </a:cubicBezTo>
                  <a:cubicBezTo>
                    <a:pt x="272283" y="72190"/>
                    <a:pt x="273426" y="82001"/>
                    <a:pt x="280570" y="86668"/>
                  </a:cubicBezTo>
                  <a:cubicBezTo>
                    <a:pt x="288171" y="89795"/>
                    <a:pt x="296629" y="90166"/>
                    <a:pt x="304478" y="87716"/>
                  </a:cubicBezTo>
                  <a:cubicBezTo>
                    <a:pt x="327299" y="85058"/>
                    <a:pt x="350369" y="89693"/>
                    <a:pt x="370390" y="100956"/>
                  </a:cubicBezTo>
                  <a:cubicBezTo>
                    <a:pt x="365628" y="105432"/>
                    <a:pt x="360865" y="110481"/>
                    <a:pt x="356674" y="115148"/>
                  </a:cubicBezTo>
                  <a:lnTo>
                    <a:pt x="358675" y="115148"/>
                  </a:lnTo>
                  <a:cubicBezTo>
                    <a:pt x="365199" y="115041"/>
                    <a:pt x="370572" y="120242"/>
                    <a:pt x="370676" y="126764"/>
                  </a:cubicBezTo>
                  <a:cubicBezTo>
                    <a:pt x="370724" y="129452"/>
                    <a:pt x="369847" y="132074"/>
                    <a:pt x="368200" y="134198"/>
                  </a:cubicBezTo>
                  <a:cubicBezTo>
                    <a:pt x="365247" y="138276"/>
                    <a:pt x="362066" y="142187"/>
                    <a:pt x="358675" y="145914"/>
                  </a:cubicBezTo>
                  <a:cubicBezTo>
                    <a:pt x="355322" y="149688"/>
                    <a:pt x="353731" y="154708"/>
                    <a:pt x="354293" y="159725"/>
                  </a:cubicBezTo>
                  <a:cubicBezTo>
                    <a:pt x="360199" y="163821"/>
                    <a:pt x="365152" y="165821"/>
                    <a:pt x="371343" y="169250"/>
                  </a:cubicBezTo>
                  <a:cubicBezTo>
                    <a:pt x="377839" y="172592"/>
                    <a:pt x="383078" y="177936"/>
                    <a:pt x="386297" y="184490"/>
                  </a:cubicBezTo>
                  <a:cubicBezTo>
                    <a:pt x="388316" y="190363"/>
                    <a:pt x="388879" y="196641"/>
                    <a:pt x="387916" y="202778"/>
                  </a:cubicBezTo>
                  <a:cubicBezTo>
                    <a:pt x="387059" y="208940"/>
                    <a:pt x="387059" y="215190"/>
                    <a:pt x="387916" y="221352"/>
                  </a:cubicBezTo>
                  <a:cubicBezTo>
                    <a:pt x="388697" y="227608"/>
                    <a:pt x="392660" y="233014"/>
                    <a:pt x="398394" y="235639"/>
                  </a:cubicBezTo>
                  <a:cubicBezTo>
                    <a:pt x="400204" y="236401"/>
                    <a:pt x="402299" y="236687"/>
                    <a:pt x="403538" y="238211"/>
                  </a:cubicBezTo>
                  <a:cubicBezTo>
                    <a:pt x="404776" y="239735"/>
                    <a:pt x="403538" y="245355"/>
                    <a:pt x="400204" y="247164"/>
                  </a:cubicBezTo>
                  <a:cubicBezTo>
                    <a:pt x="396756" y="248396"/>
                    <a:pt x="393536" y="250199"/>
                    <a:pt x="390679" y="252498"/>
                  </a:cubicBezTo>
                  <a:cubicBezTo>
                    <a:pt x="388602" y="255220"/>
                    <a:pt x="388069" y="258813"/>
                    <a:pt x="389250" y="262023"/>
                  </a:cubicBezTo>
                  <a:cubicBezTo>
                    <a:pt x="390631" y="265234"/>
                    <a:pt x="392879" y="268002"/>
                    <a:pt x="395727" y="270024"/>
                  </a:cubicBezTo>
                  <a:cubicBezTo>
                    <a:pt x="403366" y="275713"/>
                    <a:pt x="413139" y="277702"/>
                    <a:pt x="422397" y="275454"/>
                  </a:cubicBezTo>
                  <a:lnTo>
                    <a:pt x="422873" y="275454"/>
                  </a:lnTo>
                  <a:cubicBezTo>
                    <a:pt x="425731" y="280697"/>
                    <a:pt x="427750" y="286352"/>
                    <a:pt x="428874" y="292218"/>
                  </a:cubicBezTo>
                  <a:close/>
                </a:path>
              </a:pathLst>
            </a:custGeom>
            <a:grpFill/>
            <a:ln w="7144" cap="rnd">
              <a:solidFill>
                <a:schemeClr val="bg1"/>
              </a:solidFill>
              <a:prstDash val="solid"/>
              <a:round/>
            </a:ln>
          </p:spPr>
          <p:txBody>
            <a:bodyPr rtlCol="0" anchor="ctr"/>
            <a:lstStyle/>
            <a:p>
              <a:endParaRPr lang="en-IN"/>
            </a:p>
          </p:txBody>
        </p:sp>
        <p:sp>
          <p:nvSpPr>
            <p:cNvPr id="3588" name="Freeform: Shape 3587"/>
            <p:cNvSpPr/>
            <p:nvPr/>
          </p:nvSpPr>
          <p:spPr>
            <a:xfrm>
              <a:off x="5348644" y="3221960"/>
              <a:ext cx="74127" cy="83450"/>
            </a:xfrm>
            <a:custGeom>
              <a:avLst/>
              <a:gdLst>
                <a:gd name="connsiteX0" fmla="*/ 73891 w 74127"/>
                <a:gd name="connsiteY0" fmla="*/ 64757 h 83450"/>
                <a:gd name="connsiteX1" fmla="*/ 66651 w 74127"/>
                <a:gd name="connsiteY1" fmla="*/ 73520 h 83450"/>
                <a:gd name="connsiteX2" fmla="*/ 40743 w 74127"/>
                <a:gd name="connsiteY2" fmla="*/ 83045 h 83450"/>
                <a:gd name="connsiteX3" fmla="*/ 25980 w 74127"/>
                <a:gd name="connsiteY3" fmla="*/ 71615 h 83450"/>
                <a:gd name="connsiteX4" fmla="*/ 9121 w 74127"/>
                <a:gd name="connsiteY4" fmla="*/ 52565 h 83450"/>
                <a:gd name="connsiteX5" fmla="*/ 72 w 74127"/>
                <a:gd name="connsiteY5" fmla="*/ 38658 h 83450"/>
                <a:gd name="connsiteX6" fmla="*/ 4930 w 74127"/>
                <a:gd name="connsiteY6" fmla="*/ 15608 h 83450"/>
                <a:gd name="connsiteX7" fmla="*/ 27151 w 74127"/>
                <a:gd name="connsiteY7" fmla="*/ 373 h 83450"/>
                <a:gd name="connsiteX8" fmla="*/ 27599 w 74127"/>
                <a:gd name="connsiteY8" fmla="*/ 463 h 83450"/>
                <a:gd name="connsiteX9" fmla="*/ 48459 w 74127"/>
                <a:gd name="connsiteY9" fmla="*/ 1320 h 83450"/>
                <a:gd name="connsiteX10" fmla="*/ 49792 w 74127"/>
                <a:gd name="connsiteY10" fmla="*/ 16370 h 83450"/>
                <a:gd name="connsiteX11" fmla="*/ 73891 w 74127"/>
                <a:gd name="connsiteY11" fmla="*/ 64757 h 83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127" h="83450">
                  <a:moveTo>
                    <a:pt x="73891" y="64757"/>
                  </a:moveTo>
                  <a:cubicBezTo>
                    <a:pt x="71662" y="67826"/>
                    <a:pt x="69242" y="70753"/>
                    <a:pt x="66651" y="73520"/>
                  </a:cubicBezTo>
                  <a:cubicBezTo>
                    <a:pt x="60403" y="81193"/>
                    <a:pt x="50468" y="84846"/>
                    <a:pt x="40743" y="83045"/>
                  </a:cubicBezTo>
                  <a:cubicBezTo>
                    <a:pt x="34886" y="80636"/>
                    <a:pt x="29780" y="76686"/>
                    <a:pt x="25980" y="71615"/>
                  </a:cubicBezTo>
                  <a:lnTo>
                    <a:pt x="9121" y="52565"/>
                  </a:lnTo>
                  <a:cubicBezTo>
                    <a:pt x="5006" y="48742"/>
                    <a:pt x="1900" y="43966"/>
                    <a:pt x="72" y="38658"/>
                  </a:cubicBezTo>
                  <a:cubicBezTo>
                    <a:pt x="-995" y="30645"/>
                    <a:pt x="719" y="22509"/>
                    <a:pt x="4930" y="15608"/>
                  </a:cubicBezTo>
                  <a:cubicBezTo>
                    <a:pt x="6863" y="5265"/>
                    <a:pt x="16807" y="-1556"/>
                    <a:pt x="27151" y="373"/>
                  </a:cubicBezTo>
                  <a:cubicBezTo>
                    <a:pt x="27304" y="402"/>
                    <a:pt x="27447" y="431"/>
                    <a:pt x="27599" y="463"/>
                  </a:cubicBezTo>
                  <a:lnTo>
                    <a:pt x="48459" y="1320"/>
                  </a:lnTo>
                  <a:cubicBezTo>
                    <a:pt x="47906" y="6376"/>
                    <a:pt x="48364" y="11490"/>
                    <a:pt x="49792" y="16370"/>
                  </a:cubicBezTo>
                  <a:cubicBezTo>
                    <a:pt x="53507" y="34277"/>
                    <a:pt x="58650" y="53708"/>
                    <a:pt x="73891" y="64757"/>
                  </a:cubicBezTo>
                  <a:close/>
                </a:path>
              </a:pathLst>
            </a:custGeom>
            <a:grpFill/>
            <a:ln w="7144" cap="rnd">
              <a:solidFill>
                <a:schemeClr val="bg1"/>
              </a:solidFill>
              <a:prstDash val="solid"/>
              <a:round/>
            </a:ln>
          </p:spPr>
          <p:txBody>
            <a:bodyPr rtlCol="0" anchor="ctr"/>
            <a:lstStyle/>
            <a:p>
              <a:endParaRPr lang="en-IN"/>
            </a:p>
          </p:txBody>
        </p:sp>
        <p:sp>
          <p:nvSpPr>
            <p:cNvPr id="3589" name="Freeform: Shape 3588"/>
            <p:cNvSpPr/>
            <p:nvPr/>
          </p:nvSpPr>
          <p:spPr>
            <a:xfrm>
              <a:off x="6805144" y="3308971"/>
              <a:ext cx="125145" cy="152677"/>
            </a:xfrm>
            <a:custGeom>
              <a:avLst/>
              <a:gdLst>
                <a:gd name="connsiteX0" fmla="*/ 122913 w 125145"/>
                <a:gd name="connsiteY0" fmla="*/ 117096 h 152677"/>
                <a:gd name="connsiteX1" fmla="*/ 122341 w 125145"/>
                <a:gd name="connsiteY1" fmla="*/ 117858 h 152677"/>
                <a:gd name="connsiteX2" fmla="*/ 68049 w 125145"/>
                <a:gd name="connsiteY2" fmla="*/ 148910 h 152677"/>
                <a:gd name="connsiteX3" fmla="*/ 2612 w 125145"/>
                <a:gd name="connsiteY3" fmla="*/ 140623 h 152677"/>
                <a:gd name="connsiteX4" fmla="*/ 6517 w 125145"/>
                <a:gd name="connsiteY4" fmla="*/ 130431 h 152677"/>
                <a:gd name="connsiteX5" fmla="*/ 1660 w 125145"/>
                <a:gd name="connsiteY5" fmla="*/ 115572 h 152677"/>
                <a:gd name="connsiteX6" fmla="*/ 4802 w 125145"/>
                <a:gd name="connsiteY6" fmla="*/ 101189 h 152677"/>
                <a:gd name="connsiteX7" fmla="*/ 14899 w 125145"/>
                <a:gd name="connsiteY7" fmla="*/ 88235 h 152677"/>
                <a:gd name="connsiteX8" fmla="*/ 14137 w 125145"/>
                <a:gd name="connsiteY8" fmla="*/ 69757 h 152677"/>
                <a:gd name="connsiteX9" fmla="*/ 23662 w 125145"/>
                <a:gd name="connsiteY9" fmla="*/ 57184 h 152677"/>
                <a:gd name="connsiteX10" fmla="*/ 26996 w 125145"/>
                <a:gd name="connsiteY10" fmla="*/ 42801 h 152677"/>
                <a:gd name="connsiteX11" fmla="*/ 20805 w 125145"/>
                <a:gd name="connsiteY11" fmla="*/ 38229 h 152677"/>
                <a:gd name="connsiteX12" fmla="*/ 16995 w 125145"/>
                <a:gd name="connsiteY12" fmla="*/ 31847 h 152677"/>
                <a:gd name="connsiteX13" fmla="*/ 23948 w 125145"/>
                <a:gd name="connsiteY13" fmla="*/ 26990 h 152677"/>
                <a:gd name="connsiteX14" fmla="*/ 41569 w 125145"/>
                <a:gd name="connsiteY14" fmla="*/ 26990 h 152677"/>
                <a:gd name="connsiteX15" fmla="*/ 57857 w 125145"/>
                <a:gd name="connsiteY15" fmla="*/ 21370 h 152677"/>
                <a:gd name="connsiteX16" fmla="*/ 68525 w 125145"/>
                <a:gd name="connsiteY16" fmla="*/ 4892 h 152677"/>
                <a:gd name="connsiteX17" fmla="*/ 87575 w 125145"/>
                <a:gd name="connsiteY17" fmla="*/ 605 h 152677"/>
                <a:gd name="connsiteX18" fmla="*/ 113578 w 125145"/>
                <a:gd name="connsiteY18" fmla="*/ 15464 h 152677"/>
                <a:gd name="connsiteX19" fmla="*/ 120722 w 125145"/>
                <a:gd name="connsiteY19" fmla="*/ 44039 h 152677"/>
                <a:gd name="connsiteX20" fmla="*/ 112816 w 125145"/>
                <a:gd name="connsiteY20" fmla="*/ 61851 h 152677"/>
                <a:gd name="connsiteX21" fmla="*/ 105863 w 125145"/>
                <a:gd name="connsiteY21" fmla="*/ 80044 h 152677"/>
                <a:gd name="connsiteX22" fmla="*/ 112530 w 125145"/>
                <a:gd name="connsiteY22" fmla="*/ 97475 h 152677"/>
                <a:gd name="connsiteX23" fmla="*/ 123484 w 125145"/>
                <a:gd name="connsiteY23" fmla="*/ 104809 h 152677"/>
                <a:gd name="connsiteX24" fmla="*/ 122913 w 125145"/>
                <a:gd name="connsiteY24" fmla="*/ 117096 h 152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5145" h="152677">
                  <a:moveTo>
                    <a:pt x="122913" y="117096"/>
                  </a:moveTo>
                  <a:lnTo>
                    <a:pt x="122341" y="117858"/>
                  </a:lnTo>
                  <a:cubicBezTo>
                    <a:pt x="103958" y="127383"/>
                    <a:pt x="87765" y="142147"/>
                    <a:pt x="68049" y="148910"/>
                  </a:cubicBezTo>
                  <a:cubicBezTo>
                    <a:pt x="46093" y="156082"/>
                    <a:pt x="22081" y="153043"/>
                    <a:pt x="2612" y="140623"/>
                  </a:cubicBezTo>
                  <a:cubicBezTo>
                    <a:pt x="3565" y="137194"/>
                    <a:pt x="5660" y="133955"/>
                    <a:pt x="6517" y="130431"/>
                  </a:cubicBezTo>
                  <a:cubicBezTo>
                    <a:pt x="7737" y="124964"/>
                    <a:pt x="5869" y="119268"/>
                    <a:pt x="1660" y="115572"/>
                  </a:cubicBezTo>
                  <a:cubicBezTo>
                    <a:pt x="-2531" y="111857"/>
                    <a:pt x="993" y="105285"/>
                    <a:pt x="4802" y="101189"/>
                  </a:cubicBezTo>
                  <a:cubicBezTo>
                    <a:pt x="8613" y="97094"/>
                    <a:pt x="13566" y="93665"/>
                    <a:pt x="14899" y="88235"/>
                  </a:cubicBezTo>
                  <a:cubicBezTo>
                    <a:pt x="16233" y="82806"/>
                    <a:pt x="12708" y="75758"/>
                    <a:pt x="14137" y="69757"/>
                  </a:cubicBezTo>
                  <a:cubicBezTo>
                    <a:pt x="15566" y="63756"/>
                    <a:pt x="20233" y="61089"/>
                    <a:pt x="23662" y="57184"/>
                  </a:cubicBezTo>
                  <a:cubicBezTo>
                    <a:pt x="27091" y="53279"/>
                    <a:pt x="30139" y="47659"/>
                    <a:pt x="26996" y="42801"/>
                  </a:cubicBezTo>
                  <a:cubicBezTo>
                    <a:pt x="25224" y="40914"/>
                    <a:pt x="23129" y="39365"/>
                    <a:pt x="20805" y="38229"/>
                  </a:cubicBezTo>
                  <a:cubicBezTo>
                    <a:pt x="18404" y="37016"/>
                    <a:pt x="16928" y="34531"/>
                    <a:pt x="16995" y="31847"/>
                  </a:cubicBezTo>
                  <a:cubicBezTo>
                    <a:pt x="16995" y="28895"/>
                    <a:pt x="20900" y="27466"/>
                    <a:pt x="23948" y="26990"/>
                  </a:cubicBezTo>
                  <a:cubicBezTo>
                    <a:pt x="29815" y="26655"/>
                    <a:pt x="35702" y="26655"/>
                    <a:pt x="41569" y="26990"/>
                  </a:cubicBezTo>
                  <a:cubicBezTo>
                    <a:pt x="47503" y="27188"/>
                    <a:pt x="53304" y="25186"/>
                    <a:pt x="57857" y="21370"/>
                  </a:cubicBezTo>
                  <a:cubicBezTo>
                    <a:pt x="62524" y="16703"/>
                    <a:pt x="63762" y="9464"/>
                    <a:pt x="68525" y="4892"/>
                  </a:cubicBezTo>
                  <a:cubicBezTo>
                    <a:pt x="73906" y="674"/>
                    <a:pt x="80908" y="-900"/>
                    <a:pt x="87575" y="605"/>
                  </a:cubicBezTo>
                  <a:cubicBezTo>
                    <a:pt x="97766" y="2204"/>
                    <a:pt x="107025" y="7492"/>
                    <a:pt x="113578" y="15464"/>
                  </a:cubicBezTo>
                  <a:cubicBezTo>
                    <a:pt x="120055" y="23472"/>
                    <a:pt x="122665" y="33927"/>
                    <a:pt x="120722" y="44039"/>
                  </a:cubicBezTo>
                  <a:cubicBezTo>
                    <a:pt x="118941" y="50319"/>
                    <a:pt x="116274" y="56316"/>
                    <a:pt x="112816" y="61851"/>
                  </a:cubicBezTo>
                  <a:cubicBezTo>
                    <a:pt x="109359" y="67414"/>
                    <a:pt x="106996" y="73591"/>
                    <a:pt x="105863" y="80044"/>
                  </a:cubicBezTo>
                  <a:cubicBezTo>
                    <a:pt x="104892" y="86616"/>
                    <a:pt x="107415" y="93226"/>
                    <a:pt x="112530" y="97475"/>
                  </a:cubicBezTo>
                  <a:cubicBezTo>
                    <a:pt x="116150" y="100046"/>
                    <a:pt x="121198" y="100999"/>
                    <a:pt x="123484" y="104809"/>
                  </a:cubicBezTo>
                  <a:cubicBezTo>
                    <a:pt x="125570" y="108695"/>
                    <a:pt x="125351" y="113419"/>
                    <a:pt x="122913" y="117096"/>
                  </a:cubicBezTo>
                  <a:close/>
                </a:path>
              </a:pathLst>
            </a:custGeom>
            <a:grpFill/>
            <a:ln w="7144" cap="rnd">
              <a:solidFill>
                <a:schemeClr val="bg1"/>
              </a:solidFill>
              <a:prstDash val="solid"/>
              <a:round/>
            </a:ln>
          </p:spPr>
          <p:txBody>
            <a:bodyPr rtlCol="0" anchor="ctr"/>
            <a:lstStyle/>
            <a:p>
              <a:endParaRPr lang="en-IN"/>
            </a:p>
          </p:txBody>
        </p:sp>
        <p:sp>
          <p:nvSpPr>
            <p:cNvPr id="3590" name="Freeform: Shape 3589"/>
            <p:cNvSpPr/>
            <p:nvPr/>
          </p:nvSpPr>
          <p:spPr>
            <a:xfrm>
              <a:off x="5039657" y="2951624"/>
              <a:ext cx="427691" cy="457251"/>
            </a:xfrm>
            <a:custGeom>
              <a:avLst/>
              <a:gdLst>
                <a:gd name="connsiteX0" fmla="*/ 427455 w 427691"/>
                <a:gd name="connsiteY0" fmla="*/ 51152 h 457251"/>
                <a:gd name="connsiteX1" fmla="*/ 409453 w 427691"/>
                <a:gd name="connsiteY1" fmla="*/ 60677 h 457251"/>
                <a:gd name="connsiteX2" fmla="*/ 392403 w 427691"/>
                <a:gd name="connsiteY2" fmla="*/ 83442 h 457251"/>
                <a:gd name="connsiteX3" fmla="*/ 389355 w 427691"/>
                <a:gd name="connsiteY3" fmla="*/ 98301 h 457251"/>
                <a:gd name="connsiteX4" fmla="*/ 374115 w 427691"/>
                <a:gd name="connsiteY4" fmla="*/ 110588 h 457251"/>
                <a:gd name="connsiteX5" fmla="*/ 354208 w 427691"/>
                <a:gd name="connsiteY5" fmla="*/ 111636 h 457251"/>
                <a:gd name="connsiteX6" fmla="*/ 344683 w 427691"/>
                <a:gd name="connsiteY6" fmla="*/ 165166 h 457251"/>
                <a:gd name="connsiteX7" fmla="*/ 335158 w 427691"/>
                <a:gd name="connsiteY7" fmla="*/ 180406 h 457251"/>
                <a:gd name="connsiteX8" fmla="*/ 353255 w 427691"/>
                <a:gd name="connsiteY8" fmla="*/ 203838 h 457251"/>
                <a:gd name="connsiteX9" fmla="*/ 348588 w 427691"/>
                <a:gd name="connsiteY9" fmla="*/ 230603 h 457251"/>
                <a:gd name="connsiteX10" fmla="*/ 361447 w 427691"/>
                <a:gd name="connsiteY10" fmla="*/ 260607 h 457251"/>
                <a:gd name="connsiteX11" fmla="*/ 357732 w 427691"/>
                <a:gd name="connsiteY11" fmla="*/ 268798 h 457251"/>
                <a:gd name="connsiteX12" fmla="*/ 356970 w 427691"/>
                <a:gd name="connsiteY12" fmla="*/ 271942 h 457251"/>
                <a:gd name="connsiteX13" fmla="*/ 336110 w 427691"/>
                <a:gd name="connsiteY13" fmla="*/ 271084 h 457251"/>
                <a:gd name="connsiteX14" fmla="*/ 313526 w 427691"/>
                <a:gd name="connsiteY14" fmla="*/ 285780 h 457251"/>
                <a:gd name="connsiteX15" fmla="*/ 313441 w 427691"/>
                <a:gd name="connsiteY15" fmla="*/ 286229 h 457251"/>
                <a:gd name="connsiteX16" fmla="*/ 308583 w 427691"/>
                <a:gd name="connsiteY16" fmla="*/ 309280 h 457251"/>
                <a:gd name="connsiteX17" fmla="*/ 317632 w 427691"/>
                <a:gd name="connsiteY17" fmla="*/ 323186 h 457251"/>
                <a:gd name="connsiteX18" fmla="*/ 334491 w 427691"/>
                <a:gd name="connsiteY18" fmla="*/ 342236 h 457251"/>
                <a:gd name="connsiteX19" fmla="*/ 349255 w 427691"/>
                <a:gd name="connsiteY19" fmla="*/ 353666 h 457251"/>
                <a:gd name="connsiteX20" fmla="*/ 375163 w 427691"/>
                <a:gd name="connsiteY20" fmla="*/ 344141 h 457251"/>
                <a:gd name="connsiteX21" fmla="*/ 382402 w 427691"/>
                <a:gd name="connsiteY21" fmla="*/ 335378 h 457251"/>
                <a:gd name="connsiteX22" fmla="*/ 382878 w 427691"/>
                <a:gd name="connsiteY22" fmla="*/ 335854 h 457251"/>
                <a:gd name="connsiteX23" fmla="*/ 401261 w 427691"/>
                <a:gd name="connsiteY23" fmla="*/ 354238 h 457251"/>
                <a:gd name="connsiteX24" fmla="*/ 388974 w 427691"/>
                <a:gd name="connsiteY24" fmla="*/ 378812 h 457251"/>
                <a:gd name="connsiteX25" fmla="*/ 388974 w 427691"/>
                <a:gd name="connsiteY25" fmla="*/ 410435 h 457251"/>
                <a:gd name="connsiteX26" fmla="*/ 363828 w 427691"/>
                <a:gd name="connsiteY26" fmla="*/ 445963 h 457251"/>
                <a:gd name="connsiteX27" fmla="*/ 308678 w 427691"/>
                <a:gd name="connsiteY27" fmla="*/ 457298 h 457251"/>
                <a:gd name="connsiteX28" fmla="*/ 299915 w 427691"/>
                <a:gd name="connsiteY28" fmla="*/ 365096 h 457251"/>
                <a:gd name="connsiteX29" fmla="*/ 278293 w 427691"/>
                <a:gd name="connsiteY29" fmla="*/ 402244 h 457251"/>
                <a:gd name="connsiteX30" fmla="*/ 253433 w 427691"/>
                <a:gd name="connsiteY30" fmla="*/ 381193 h 457251"/>
                <a:gd name="connsiteX31" fmla="*/ 224287 w 427691"/>
                <a:gd name="connsiteY31" fmla="*/ 391195 h 457251"/>
                <a:gd name="connsiteX32" fmla="*/ 207427 w 427691"/>
                <a:gd name="connsiteY32" fmla="*/ 421865 h 457251"/>
                <a:gd name="connsiteX33" fmla="*/ 179329 w 427691"/>
                <a:gd name="connsiteY33" fmla="*/ 418150 h 457251"/>
                <a:gd name="connsiteX34" fmla="*/ 183329 w 427691"/>
                <a:gd name="connsiteY34" fmla="*/ 355095 h 457251"/>
                <a:gd name="connsiteX35" fmla="*/ 126179 w 427691"/>
                <a:gd name="connsiteY35" fmla="*/ 316042 h 457251"/>
                <a:gd name="connsiteX36" fmla="*/ 124750 w 427691"/>
                <a:gd name="connsiteY36" fmla="*/ 245272 h 457251"/>
                <a:gd name="connsiteX37" fmla="*/ 122750 w 427691"/>
                <a:gd name="connsiteY37" fmla="*/ 229746 h 457251"/>
                <a:gd name="connsiteX38" fmla="*/ 98557 w 427691"/>
                <a:gd name="connsiteY38" fmla="*/ 216792 h 457251"/>
                <a:gd name="connsiteX39" fmla="*/ 28548 w 427691"/>
                <a:gd name="connsiteY39" fmla="*/ 202981 h 457251"/>
                <a:gd name="connsiteX40" fmla="*/ 8545 w 427691"/>
                <a:gd name="connsiteY40" fmla="*/ 190693 h 457251"/>
                <a:gd name="connsiteX41" fmla="*/ 20928 w 427691"/>
                <a:gd name="connsiteY41" fmla="*/ 149069 h 457251"/>
                <a:gd name="connsiteX42" fmla="*/ 3402 w 427691"/>
                <a:gd name="connsiteY42" fmla="*/ 137734 h 457251"/>
                <a:gd name="connsiteX43" fmla="*/ 10450 w 427691"/>
                <a:gd name="connsiteY43" fmla="*/ 108207 h 457251"/>
                <a:gd name="connsiteX44" fmla="*/ 15975 w 427691"/>
                <a:gd name="connsiteY44" fmla="*/ 103825 h 457251"/>
                <a:gd name="connsiteX45" fmla="*/ 44550 w 427691"/>
                <a:gd name="connsiteY45" fmla="*/ 105445 h 457251"/>
                <a:gd name="connsiteX46" fmla="*/ 92841 w 427691"/>
                <a:gd name="connsiteY46" fmla="*/ 135734 h 457251"/>
                <a:gd name="connsiteX47" fmla="*/ 117797 w 427691"/>
                <a:gd name="connsiteY47" fmla="*/ 162785 h 457251"/>
                <a:gd name="connsiteX48" fmla="*/ 149611 w 427691"/>
                <a:gd name="connsiteY48" fmla="*/ 141354 h 457251"/>
                <a:gd name="connsiteX49" fmla="*/ 187711 w 427691"/>
                <a:gd name="connsiteY49" fmla="*/ 149831 h 457251"/>
                <a:gd name="connsiteX50" fmla="*/ 225811 w 427691"/>
                <a:gd name="connsiteY50" fmla="*/ 149831 h 457251"/>
                <a:gd name="connsiteX51" fmla="*/ 238765 w 427691"/>
                <a:gd name="connsiteY51" fmla="*/ 100968 h 457251"/>
                <a:gd name="connsiteX52" fmla="*/ 281627 w 427691"/>
                <a:gd name="connsiteY52" fmla="*/ 91443 h 457251"/>
                <a:gd name="connsiteX53" fmla="*/ 295819 w 427691"/>
                <a:gd name="connsiteY53" fmla="*/ 64297 h 457251"/>
                <a:gd name="connsiteX54" fmla="*/ 320203 w 427691"/>
                <a:gd name="connsiteY54" fmla="*/ 55534 h 457251"/>
                <a:gd name="connsiteX55" fmla="*/ 316203 w 427691"/>
                <a:gd name="connsiteY55" fmla="*/ 41056 h 457251"/>
                <a:gd name="connsiteX56" fmla="*/ 316870 w 427691"/>
                <a:gd name="connsiteY56" fmla="*/ 18100 h 457251"/>
                <a:gd name="connsiteX57" fmla="*/ 346778 w 427691"/>
                <a:gd name="connsiteY57" fmla="*/ 1717 h 457251"/>
                <a:gd name="connsiteX58" fmla="*/ 364399 w 427691"/>
                <a:gd name="connsiteY58" fmla="*/ 32293 h 457251"/>
                <a:gd name="connsiteX59" fmla="*/ 371924 w 427691"/>
                <a:gd name="connsiteY59" fmla="*/ 43342 h 457251"/>
                <a:gd name="connsiteX60" fmla="*/ 390974 w 427691"/>
                <a:gd name="connsiteY60" fmla="*/ 54200 h 457251"/>
                <a:gd name="connsiteX61" fmla="*/ 419549 w 427691"/>
                <a:gd name="connsiteY61" fmla="*/ 45342 h 457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27691" h="457251">
                  <a:moveTo>
                    <a:pt x="427455" y="51152"/>
                  </a:moveTo>
                  <a:cubicBezTo>
                    <a:pt x="421235" y="53900"/>
                    <a:pt x="415225" y="57083"/>
                    <a:pt x="409453" y="60677"/>
                  </a:cubicBezTo>
                  <a:cubicBezTo>
                    <a:pt x="401099" y="65839"/>
                    <a:pt x="395003" y="73972"/>
                    <a:pt x="392403" y="83442"/>
                  </a:cubicBezTo>
                  <a:cubicBezTo>
                    <a:pt x="391879" y="88483"/>
                    <a:pt x="390860" y="93461"/>
                    <a:pt x="389355" y="98301"/>
                  </a:cubicBezTo>
                  <a:cubicBezTo>
                    <a:pt x="386421" y="104509"/>
                    <a:pt x="380802" y="109035"/>
                    <a:pt x="374115" y="110588"/>
                  </a:cubicBezTo>
                  <a:cubicBezTo>
                    <a:pt x="367562" y="111890"/>
                    <a:pt x="360856" y="112243"/>
                    <a:pt x="354208" y="111636"/>
                  </a:cubicBezTo>
                  <a:cubicBezTo>
                    <a:pt x="361218" y="129864"/>
                    <a:pt x="357551" y="150477"/>
                    <a:pt x="344683" y="165166"/>
                  </a:cubicBezTo>
                  <a:cubicBezTo>
                    <a:pt x="340587" y="169738"/>
                    <a:pt x="335158" y="174691"/>
                    <a:pt x="335158" y="180406"/>
                  </a:cubicBezTo>
                  <a:cubicBezTo>
                    <a:pt x="335634" y="190598"/>
                    <a:pt x="350302" y="194122"/>
                    <a:pt x="353255" y="203838"/>
                  </a:cubicBezTo>
                  <a:cubicBezTo>
                    <a:pt x="356208" y="213553"/>
                    <a:pt x="347731" y="221459"/>
                    <a:pt x="348588" y="230603"/>
                  </a:cubicBezTo>
                  <a:cubicBezTo>
                    <a:pt x="349731" y="241652"/>
                    <a:pt x="364018" y="249653"/>
                    <a:pt x="361447" y="260607"/>
                  </a:cubicBezTo>
                  <a:cubicBezTo>
                    <a:pt x="360370" y="263407"/>
                    <a:pt x="359132" y="266142"/>
                    <a:pt x="357732" y="268798"/>
                  </a:cubicBezTo>
                  <a:cubicBezTo>
                    <a:pt x="357389" y="269822"/>
                    <a:pt x="357132" y="270874"/>
                    <a:pt x="356970" y="271942"/>
                  </a:cubicBezTo>
                  <a:lnTo>
                    <a:pt x="336110" y="271084"/>
                  </a:lnTo>
                  <a:cubicBezTo>
                    <a:pt x="325814" y="268907"/>
                    <a:pt x="315708" y="275486"/>
                    <a:pt x="313526" y="285780"/>
                  </a:cubicBezTo>
                  <a:cubicBezTo>
                    <a:pt x="313498" y="285929"/>
                    <a:pt x="313469" y="286079"/>
                    <a:pt x="313441" y="286229"/>
                  </a:cubicBezTo>
                  <a:cubicBezTo>
                    <a:pt x="309231" y="293131"/>
                    <a:pt x="307516" y="301266"/>
                    <a:pt x="308583" y="309280"/>
                  </a:cubicBezTo>
                  <a:cubicBezTo>
                    <a:pt x="310412" y="314588"/>
                    <a:pt x="313517" y="319364"/>
                    <a:pt x="317632" y="323186"/>
                  </a:cubicBezTo>
                  <a:lnTo>
                    <a:pt x="334491" y="342236"/>
                  </a:lnTo>
                  <a:cubicBezTo>
                    <a:pt x="338291" y="347307"/>
                    <a:pt x="343397" y="351257"/>
                    <a:pt x="349255" y="353666"/>
                  </a:cubicBezTo>
                  <a:cubicBezTo>
                    <a:pt x="358980" y="355467"/>
                    <a:pt x="368914" y="351814"/>
                    <a:pt x="375163" y="344141"/>
                  </a:cubicBezTo>
                  <a:cubicBezTo>
                    <a:pt x="377753" y="341374"/>
                    <a:pt x="380173" y="338448"/>
                    <a:pt x="382402" y="335378"/>
                  </a:cubicBezTo>
                  <a:lnTo>
                    <a:pt x="382878" y="335854"/>
                  </a:lnTo>
                  <a:cubicBezTo>
                    <a:pt x="390212" y="341093"/>
                    <a:pt x="400308" y="345379"/>
                    <a:pt x="401261" y="354238"/>
                  </a:cubicBezTo>
                  <a:cubicBezTo>
                    <a:pt x="402214" y="363096"/>
                    <a:pt x="392212" y="370049"/>
                    <a:pt x="388974" y="378812"/>
                  </a:cubicBezTo>
                  <a:cubicBezTo>
                    <a:pt x="385735" y="387575"/>
                    <a:pt x="390783" y="399958"/>
                    <a:pt x="388974" y="410435"/>
                  </a:cubicBezTo>
                  <a:cubicBezTo>
                    <a:pt x="386497" y="424818"/>
                    <a:pt x="371353" y="433581"/>
                    <a:pt x="363828" y="445963"/>
                  </a:cubicBezTo>
                  <a:lnTo>
                    <a:pt x="308678" y="457298"/>
                  </a:lnTo>
                  <a:cubicBezTo>
                    <a:pt x="330510" y="429058"/>
                    <a:pt x="326680" y="388717"/>
                    <a:pt x="299915" y="365096"/>
                  </a:cubicBezTo>
                  <a:cubicBezTo>
                    <a:pt x="296391" y="379574"/>
                    <a:pt x="291628" y="395767"/>
                    <a:pt x="278293" y="402244"/>
                  </a:cubicBezTo>
                  <a:cubicBezTo>
                    <a:pt x="264958" y="408721"/>
                    <a:pt x="244765" y="392719"/>
                    <a:pt x="253433" y="381193"/>
                  </a:cubicBezTo>
                  <a:cubicBezTo>
                    <a:pt x="244575" y="373573"/>
                    <a:pt x="230383" y="381193"/>
                    <a:pt x="224287" y="391195"/>
                  </a:cubicBezTo>
                  <a:cubicBezTo>
                    <a:pt x="218191" y="401196"/>
                    <a:pt x="215714" y="413578"/>
                    <a:pt x="207427" y="421865"/>
                  </a:cubicBezTo>
                  <a:cubicBezTo>
                    <a:pt x="199141" y="430152"/>
                    <a:pt x="181138" y="429676"/>
                    <a:pt x="179329" y="418150"/>
                  </a:cubicBezTo>
                  <a:cubicBezTo>
                    <a:pt x="198379" y="404244"/>
                    <a:pt x="197045" y="374050"/>
                    <a:pt x="183329" y="355095"/>
                  </a:cubicBezTo>
                  <a:cubicBezTo>
                    <a:pt x="169613" y="336140"/>
                    <a:pt x="147420" y="325758"/>
                    <a:pt x="126179" y="316042"/>
                  </a:cubicBezTo>
                  <a:cubicBezTo>
                    <a:pt x="127036" y="291849"/>
                    <a:pt x="123988" y="269465"/>
                    <a:pt x="124750" y="245272"/>
                  </a:cubicBezTo>
                  <a:cubicBezTo>
                    <a:pt x="125389" y="240011"/>
                    <a:pt x="124703" y="234674"/>
                    <a:pt x="122750" y="229746"/>
                  </a:cubicBezTo>
                  <a:cubicBezTo>
                    <a:pt x="117025" y="222034"/>
                    <a:pt x="108148" y="217284"/>
                    <a:pt x="98557" y="216792"/>
                  </a:cubicBezTo>
                  <a:lnTo>
                    <a:pt x="28548" y="202981"/>
                  </a:lnTo>
                  <a:cubicBezTo>
                    <a:pt x="20452" y="201361"/>
                    <a:pt x="10831" y="198599"/>
                    <a:pt x="8545" y="190693"/>
                  </a:cubicBezTo>
                  <a:cubicBezTo>
                    <a:pt x="4164" y="176025"/>
                    <a:pt x="29310" y="162118"/>
                    <a:pt x="20928" y="149069"/>
                  </a:cubicBezTo>
                  <a:cubicBezTo>
                    <a:pt x="17118" y="143164"/>
                    <a:pt x="8355" y="142783"/>
                    <a:pt x="3402" y="137734"/>
                  </a:cubicBezTo>
                  <a:cubicBezTo>
                    <a:pt x="-4599" y="129733"/>
                    <a:pt x="1878" y="115732"/>
                    <a:pt x="10450" y="108207"/>
                  </a:cubicBezTo>
                  <a:lnTo>
                    <a:pt x="15975" y="103825"/>
                  </a:lnTo>
                  <a:cubicBezTo>
                    <a:pt x="25528" y="103251"/>
                    <a:pt x="35120" y="103795"/>
                    <a:pt x="44550" y="105445"/>
                  </a:cubicBezTo>
                  <a:cubicBezTo>
                    <a:pt x="64210" y="108245"/>
                    <a:pt x="81764" y="119253"/>
                    <a:pt x="92841" y="135734"/>
                  </a:cubicBezTo>
                  <a:cubicBezTo>
                    <a:pt x="99414" y="146783"/>
                    <a:pt x="104938" y="162404"/>
                    <a:pt x="117797" y="162785"/>
                  </a:cubicBezTo>
                  <a:cubicBezTo>
                    <a:pt x="130656" y="163166"/>
                    <a:pt x="137704" y="146688"/>
                    <a:pt x="149611" y="141354"/>
                  </a:cubicBezTo>
                  <a:cubicBezTo>
                    <a:pt x="161517" y="136020"/>
                    <a:pt x="175995" y="143545"/>
                    <a:pt x="187711" y="149831"/>
                  </a:cubicBezTo>
                  <a:cubicBezTo>
                    <a:pt x="199426" y="156118"/>
                    <a:pt x="216286" y="160213"/>
                    <a:pt x="225811" y="149831"/>
                  </a:cubicBezTo>
                  <a:cubicBezTo>
                    <a:pt x="237431" y="136972"/>
                    <a:pt x="225811" y="112398"/>
                    <a:pt x="238765" y="100968"/>
                  </a:cubicBezTo>
                  <a:cubicBezTo>
                    <a:pt x="249909" y="91443"/>
                    <a:pt x="269435" y="100396"/>
                    <a:pt x="281627" y="91443"/>
                  </a:cubicBezTo>
                  <a:cubicBezTo>
                    <a:pt x="290200" y="85442"/>
                    <a:pt x="291152" y="73726"/>
                    <a:pt x="295819" y="64297"/>
                  </a:cubicBezTo>
                  <a:cubicBezTo>
                    <a:pt x="300487" y="54867"/>
                    <a:pt x="307249" y="53343"/>
                    <a:pt x="320203" y="55534"/>
                  </a:cubicBezTo>
                  <a:cubicBezTo>
                    <a:pt x="318603" y="50785"/>
                    <a:pt x="317270" y="45952"/>
                    <a:pt x="316203" y="41056"/>
                  </a:cubicBezTo>
                  <a:cubicBezTo>
                    <a:pt x="314545" y="33464"/>
                    <a:pt x="314774" y="25583"/>
                    <a:pt x="316870" y="18100"/>
                  </a:cubicBezTo>
                  <a:cubicBezTo>
                    <a:pt x="320775" y="5813"/>
                    <a:pt x="335253" y="-3998"/>
                    <a:pt x="346778" y="1717"/>
                  </a:cubicBezTo>
                  <a:cubicBezTo>
                    <a:pt x="358303" y="7432"/>
                    <a:pt x="359351" y="21434"/>
                    <a:pt x="364399" y="32293"/>
                  </a:cubicBezTo>
                  <a:cubicBezTo>
                    <a:pt x="366323" y="36341"/>
                    <a:pt x="368867" y="40067"/>
                    <a:pt x="371924" y="43342"/>
                  </a:cubicBezTo>
                  <a:cubicBezTo>
                    <a:pt x="376991" y="48849"/>
                    <a:pt x="383649" y="52644"/>
                    <a:pt x="390974" y="54200"/>
                  </a:cubicBezTo>
                  <a:cubicBezTo>
                    <a:pt x="401385" y="56370"/>
                    <a:pt x="412186" y="53023"/>
                    <a:pt x="419549" y="45342"/>
                  </a:cubicBezTo>
                  <a:close/>
                </a:path>
              </a:pathLst>
            </a:custGeom>
            <a:solidFill>
              <a:schemeClr val="accent4"/>
            </a:solidFill>
            <a:ln w="7144" cap="rnd">
              <a:solidFill>
                <a:schemeClr val="bg1"/>
              </a:solidFill>
              <a:prstDash val="solid"/>
              <a:round/>
            </a:ln>
          </p:spPr>
          <p:txBody>
            <a:bodyPr rtlCol="0" anchor="ctr"/>
            <a:lstStyle/>
            <a:p>
              <a:endParaRPr lang="en-IN"/>
            </a:p>
          </p:txBody>
        </p:sp>
        <p:sp>
          <p:nvSpPr>
            <p:cNvPr id="3591" name="Freeform: Shape 3590"/>
            <p:cNvSpPr/>
            <p:nvPr/>
          </p:nvSpPr>
          <p:spPr>
            <a:xfrm>
              <a:off x="6205534" y="3438021"/>
              <a:ext cx="624937" cy="454856"/>
            </a:xfrm>
            <a:custGeom>
              <a:avLst/>
              <a:gdLst>
                <a:gd name="connsiteX0" fmla="*/ 624700 w 624937"/>
                <a:gd name="connsiteY0" fmla="*/ 236648 h 454856"/>
                <a:gd name="connsiteX1" fmla="*/ 608603 w 624937"/>
                <a:gd name="connsiteY1" fmla="*/ 262366 h 454856"/>
                <a:gd name="connsiteX2" fmla="*/ 585267 w 624937"/>
                <a:gd name="connsiteY2" fmla="*/ 282940 h 454856"/>
                <a:gd name="connsiteX3" fmla="*/ 582315 w 624937"/>
                <a:gd name="connsiteY3" fmla="*/ 300371 h 454856"/>
                <a:gd name="connsiteX4" fmla="*/ 555644 w 624937"/>
                <a:gd name="connsiteY4" fmla="*/ 296370 h 454856"/>
                <a:gd name="connsiteX5" fmla="*/ 509829 w 624937"/>
                <a:gd name="connsiteY5" fmla="*/ 318278 h 454856"/>
                <a:gd name="connsiteX6" fmla="*/ 500304 w 624937"/>
                <a:gd name="connsiteY6" fmla="*/ 370570 h 454856"/>
                <a:gd name="connsiteX7" fmla="*/ 483350 w 624937"/>
                <a:gd name="connsiteY7" fmla="*/ 404574 h 454856"/>
                <a:gd name="connsiteX8" fmla="*/ 445250 w 624937"/>
                <a:gd name="connsiteY8" fmla="*/ 415052 h 454856"/>
                <a:gd name="connsiteX9" fmla="*/ 414008 w 624937"/>
                <a:gd name="connsiteY9" fmla="*/ 436197 h 454856"/>
                <a:gd name="connsiteX10" fmla="*/ 393148 w 624937"/>
                <a:gd name="connsiteY10" fmla="*/ 389239 h 454856"/>
                <a:gd name="connsiteX11" fmla="*/ 347047 w 624937"/>
                <a:gd name="connsiteY11" fmla="*/ 374189 h 454856"/>
                <a:gd name="connsiteX12" fmla="*/ 320377 w 624937"/>
                <a:gd name="connsiteY12" fmla="*/ 397240 h 454856"/>
                <a:gd name="connsiteX13" fmla="*/ 254654 w 624937"/>
                <a:gd name="connsiteY13" fmla="*/ 438102 h 454856"/>
                <a:gd name="connsiteX14" fmla="*/ 227794 w 624937"/>
                <a:gd name="connsiteY14" fmla="*/ 441341 h 454856"/>
                <a:gd name="connsiteX15" fmla="*/ 204458 w 624937"/>
                <a:gd name="connsiteY15" fmla="*/ 417242 h 454856"/>
                <a:gd name="connsiteX16" fmla="*/ 182550 w 624937"/>
                <a:gd name="connsiteY16" fmla="*/ 435149 h 454856"/>
                <a:gd name="connsiteX17" fmla="*/ 161595 w 624937"/>
                <a:gd name="connsiteY17" fmla="*/ 454866 h 454856"/>
                <a:gd name="connsiteX18" fmla="*/ 130829 w 624937"/>
                <a:gd name="connsiteY18" fmla="*/ 434102 h 454856"/>
                <a:gd name="connsiteX19" fmla="*/ 106350 w 624937"/>
                <a:gd name="connsiteY19" fmla="*/ 432673 h 454856"/>
                <a:gd name="connsiteX20" fmla="*/ 105017 w 624937"/>
                <a:gd name="connsiteY20" fmla="*/ 418576 h 454856"/>
                <a:gd name="connsiteX21" fmla="*/ 87491 w 624937"/>
                <a:gd name="connsiteY21" fmla="*/ 412575 h 454856"/>
                <a:gd name="connsiteX22" fmla="*/ 35770 w 624937"/>
                <a:gd name="connsiteY22" fmla="*/ 417719 h 454856"/>
                <a:gd name="connsiteX23" fmla="*/ 18529 w 624937"/>
                <a:gd name="connsiteY23" fmla="*/ 401336 h 454856"/>
                <a:gd name="connsiteX24" fmla="*/ 25673 w 624937"/>
                <a:gd name="connsiteY24" fmla="*/ 408956 h 454856"/>
                <a:gd name="connsiteX25" fmla="*/ 22339 w 624937"/>
                <a:gd name="connsiteY25" fmla="*/ 405717 h 454856"/>
                <a:gd name="connsiteX26" fmla="*/ 16815 w 624937"/>
                <a:gd name="connsiteY26" fmla="*/ 399431 h 454856"/>
                <a:gd name="connsiteX27" fmla="*/ 13577 w 624937"/>
                <a:gd name="connsiteY27" fmla="*/ 395430 h 454856"/>
                <a:gd name="connsiteX28" fmla="*/ 13100 w 624937"/>
                <a:gd name="connsiteY28" fmla="*/ 394763 h 454856"/>
                <a:gd name="connsiteX29" fmla="*/ 10338 w 624937"/>
                <a:gd name="connsiteY29" fmla="*/ 390763 h 454856"/>
                <a:gd name="connsiteX30" fmla="*/ 6719 w 624937"/>
                <a:gd name="connsiteY30" fmla="*/ 384572 h 454856"/>
                <a:gd name="connsiteX31" fmla="*/ 5671 w 624937"/>
                <a:gd name="connsiteY31" fmla="*/ 382476 h 454856"/>
                <a:gd name="connsiteX32" fmla="*/ 4623 w 624937"/>
                <a:gd name="connsiteY32" fmla="*/ 380285 h 454856"/>
                <a:gd name="connsiteX33" fmla="*/ 3766 w 624937"/>
                <a:gd name="connsiteY33" fmla="*/ 378095 h 454856"/>
                <a:gd name="connsiteX34" fmla="*/ 1003 w 624937"/>
                <a:gd name="connsiteY34" fmla="*/ 368570 h 454856"/>
                <a:gd name="connsiteX35" fmla="*/ 146 w 624937"/>
                <a:gd name="connsiteY35" fmla="*/ 363902 h 454856"/>
                <a:gd name="connsiteX36" fmla="*/ 35579 w 624937"/>
                <a:gd name="connsiteY36" fmla="*/ 313039 h 454856"/>
                <a:gd name="connsiteX37" fmla="*/ 59487 w 624937"/>
                <a:gd name="connsiteY37" fmla="*/ 310467 h 454856"/>
                <a:gd name="connsiteX38" fmla="*/ 74346 w 624937"/>
                <a:gd name="connsiteY38" fmla="*/ 281892 h 454856"/>
                <a:gd name="connsiteX39" fmla="*/ 168167 w 624937"/>
                <a:gd name="connsiteY39" fmla="*/ 232934 h 454856"/>
                <a:gd name="connsiteX40" fmla="*/ 87395 w 624937"/>
                <a:gd name="connsiteY40" fmla="*/ 190357 h 454856"/>
                <a:gd name="connsiteX41" fmla="*/ 96063 w 624937"/>
                <a:gd name="connsiteY41" fmla="*/ 166354 h 454856"/>
                <a:gd name="connsiteX42" fmla="*/ 115970 w 624937"/>
                <a:gd name="connsiteY42" fmla="*/ 158829 h 454856"/>
                <a:gd name="connsiteX43" fmla="*/ 103873 w 624937"/>
                <a:gd name="connsiteY43" fmla="*/ 143589 h 454856"/>
                <a:gd name="connsiteX44" fmla="*/ 82633 w 624937"/>
                <a:gd name="connsiteY44" fmla="*/ 137493 h 454856"/>
                <a:gd name="connsiteX45" fmla="*/ 98920 w 624937"/>
                <a:gd name="connsiteY45" fmla="*/ 119396 h 454856"/>
                <a:gd name="connsiteX46" fmla="*/ 126448 w 624937"/>
                <a:gd name="connsiteY46" fmla="*/ 122634 h 454856"/>
                <a:gd name="connsiteX47" fmla="*/ 148546 w 624937"/>
                <a:gd name="connsiteY47" fmla="*/ 110061 h 454856"/>
                <a:gd name="connsiteX48" fmla="*/ 142069 w 624937"/>
                <a:gd name="connsiteY48" fmla="*/ 94440 h 454856"/>
                <a:gd name="connsiteX49" fmla="*/ 126734 w 624937"/>
                <a:gd name="connsiteY49" fmla="*/ 85582 h 454856"/>
                <a:gd name="connsiteX50" fmla="*/ 55963 w 624937"/>
                <a:gd name="connsiteY50" fmla="*/ 4429 h 454856"/>
                <a:gd name="connsiteX51" fmla="*/ 65011 w 624937"/>
                <a:gd name="connsiteY51" fmla="*/ 6905 h 454856"/>
                <a:gd name="connsiteX52" fmla="*/ 79870 w 624937"/>
                <a:gd name="connsiteY52" fmla="*/ 8429 h 454856"/>
                <a:gd name="connsiteX53" fmla="*/ 91681 w 624937"/>
                <a:gd name="connsiteY53" fmla="*/ 714 h 454856"/>
                <a:gd name="connsiteX54" fmla="*/ 104540 w 624937"/>
                <a:gd name="connsiteY54" fmla="*/ 2333 h 454856"/>
                <a:gd name="connsiteX55" fmla="*/ 115780 w 624937"/>
                <a:gd name="connsiteY55" fmla="*/ 9572 h 454856"/>
                <a:gd name="connsiteX56" fmla="*/ 158737 w 624937"/>
                <a:gd name="connsiteY56" fmla="*/ 19097 h 454856"/>
                <a:gd name="connsiteX57" fmla="*/ 168262 w 624937"/>
                <a:gd name="connsiteY57" fmla="*/ 21193 h 454856"/>
                <a:gd name="connsiteX58" fmla="*/ 173311 w 624937"/>
                <a:gd name="connsiteY58" fmla="*/ 28622 h 454856"/>
                <a:gd name="connsiteX59" fmla="*/ 169215 w 624937"/>
                <a:gd name="connsiteY59" fmla="*/ 36433 h 454856"/>
                <a:gd name="connsiteX60" fmla="*/ 150451 w 624937"/>
                <a:gd name="connsiteY60" fmla="*/ 57864 h 454856"/>
                <a:gd name="connsiteX61" fmla="*/ 217126 w 624937"/>
                <a:gd name="connsiteY61" fmla="*/ 69770 h 454856"/>
                <a:gd name="connsiteX62" fmla="*/ 249511 w 624937"/>
                <a:gd name="connsiteY62" fmla="*/ 103870 h 454856"/>
                <a:gd name="connsiteX63" fmla="*/ 271133 w 624937"/>
                <a:gd name="connsiteY63" fmla="*/ 103298 h 454856"/>
                <a:gd name="connsiteX64" fmla="*/ 290183 w 624937"/>
                <a:gd name="connsiteY64" fmla="*/ 92630 h 454856"/>
                <a:gd name="connsiteX65" fmla="*/ 295612 w 624937"/>
                <a:gd name="connsiteY65" fmla="*/ 84629 h 454856"/>
                <a:gd name="connsiteX66" fmla="*/ 304279 w 624937"/>
                <a:gd name="connsiteY66" fmla="*/ 83963 h 454856"/>
                <a:gd name="connsiteX67" fmla="*/ 304279 w 624937"/>
                <a:gd name="connsiteY67" fmla="*/ 94916 h 454856"/>
                <a:gd name="connsiteX68" fmla="*/ 310661 w 624937"/>
                <a:gd name="connsiteY68" fmla="*/ 112442 h 454856"/>
                <a:gd name="connsiteX69" fmla="*/ 327330 w 624937"/>
                <a:gd name="connsiteY69" fmla="*/ 121967 h 454856"/>
                <a:gd name="connsiteX70" fmla="*/ 378670 w 624937"/>
                <a:gd name="connsiteY70" fmla="*/ 106061 h 454856"/>
                <a:gd name="connsiteX71" fmla="*/ 431534 w 624937"/>
                <a:gd name="connsiteY71" fmla="*/ 123872 h 454856"/>
                <a:gd name="connsiteX72" fmla="*/ 483350 w 624937"/>
                <a:gd name="connsiteY72" fmla="*/ 114347 h 454856"/>
                <a:gd name="connsiteX73" fmla="*/ 490112 w 624937"/>
                <a:gd name="connsiteY73" fmla="*/ 122063 h 454856"/>
                <a:gd name="connsiteX74" fmla="*/ 490112 w 624937"/>
                <a:gd name="connsiteY74" fmla="*/ 133302 h 454856"/>
                <a:gd name="connsiteX75" fmla="*/ 490112 w 624937"/>
                <a:gd name="connsiteY75" fmla="*/ 142827 h 454856"/>
                <a:gd name="connsiteX76" fmla="*/ 546786 w 624937"/>
                <a:gd name="connsiteY76" fmla="*/ 132445 h 454856"/>
                <a:gd name="connsiteX77" fmla="*/ 558978 w 624937"/>
                <a:gd name="connsiteY77" fmla="*/ 135398 h 454856"/>
                <a:gd name="connsiteX78" fmla="*/ 574409 w 624937"/>
                <a:gd name="connsiteY78" fmla="*/ 126539 h 454856"/>
                <a:gd name="connsiteX79" fmla="*/ 605460 w 624937"/>
                <a:gd name="connsiteY79" fmla="*/ 125682 h 454856"/>
                <a:gd name="connsiteX80" fmla="*/ 614985 w 624937"/>
                <a:gd name="connsiteY80" fmla="*/ 131016 h 454856"/>
                <a:gd name="connsiteX81" fmla="*/ 611080 w 624937"/>
                <a:gd name="connsiteY81" fmla="*/ 155972 h 454856"/>
                <a:gd name="connsiteX82" fmla="*/ 606032 w 624937"/>
                <a:gd name="connsiteY82" fmla="*/ 206930 h 454856"/>
                <a:gd name="connsiteX83" fmla="*/ 624700 w 624937"/>
                <a:gd name="connsiteY83" fmla="*/ 236648 h 454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24937" h="454856">
                  <a:moveTo>
                    <a:pt x="624700" y="236648"/>
                  </a:moveTo>
                  <a:cubicBezTo>
                    <a:pt x="624224" y="247459"/>
                    <a:pt x="618119" y="257222"/>
                    <a:pt x="608603" y="262366"/>
                  </a:cubicBezTo>
                  <a:cubicBezTo>
                    <a:pt x="599278" y="267243"/>
                    <a:pt x="591268" y="274301"/>
                    <a:pt x="585267" y="282940"/>
                  </a:cubicBezTo>
                  <a:cubicBezTo>
                    <a:pt x="582648" y="288350"/>
                    <a:pt x="581619" y="294399"/>
                    <a:pt x="582315" y="300371"/>
                  </a:cubicBezTo>
                  <a:cubicBezTo>
                    <a:pt x="573637" y="297856"/>
                    <a:pt x="564674" y="296513"/>
                    <a:pt x="555644" y="296370"/>
                  </a:cubicBezTo>
                  <a:cubicBezTo>
                    <a:pt x="537642" y="295399"/>
                    <a:pt x="520373" y="303647"/>
                    <a:pt x="509829" y="318278"/>
                  </a:cubicBezTo>
                  <a:cubicBezTo>
                    <a:pt x="500304" y="333518"/>
                    <a:pt x="502400" y="352853"/>
                    <a:pt x="500304" y="370570"/>
                  </a:cubicBezTo>
                  <a:cubicBezTo>
                    <a:pt x="499437" y="383724"/>
                    <a:pt x="493332" y="395973"/>
                    <a:pt x="483350" y="404574"/>
                  </a:cubicBezTo>
                  <a:cubicBezTo>
                    <a:pt x="472586" y="412385"/>
                    <a:pt x="458394" y="412766"/>
                    <a:pt x="445250" y="415052"/>
                  </a:cubicBezTo>
                  <a:cubicBezTo>
                    <a:pt x="432105" y="417338"/>
                    <a:pt x="417722" y="423529"/>
                    <a:pt x="414008" y="436197"/>
                  </a:cubicBezTo>
                  <a:cubicBezTo>
                    <a:pt x="410417" y="419262"/>
                    <a:pt x="403311" y="403260"/>
                    <a:pt x="393148" y="389239"/>
                  </a:cubicBezTo>
                  <a:cubicBezTo>
                    <a:pt x="382432" y="375085"/>
                    <a:pt x="364049" y="369084"/>
                    <a:pt x="347047" y="374189"/>
                  </a:cubicBezTo>
                  <a:cubicBezTo>
                    <a:pt x="336664" y="379961"/>
                    <a:pt x="327587" y="387801"/>
                    <a:pt x="320377" y="397240"/>
                  </a:cubicBezTo>
                  <a:cubicBezTo>
                    <a:pt x="301069" y="414652"/>
                    <a:pt x="278810" y="428491"/>
                    <a:pt x="254654" y="438102"/>
                  </a:cubicBezTo>
                  <a:cubicBezTo>
                    <a:pt x="246082" y="442103"/>
                    <a:pt x="235604" y="446008"/>
                    <a:pt x="227794" y="441341"/>
                  </a:cubicBezTo>
                  <a:cubicBezTo>
                    <a:pt x="217793" y="435721"/>
                    <a:pt x="215697" y="419624"/>
                    <a:pt x="204458" y="417242"/>
                  </a:cubicBezTo>
                  <a:cubicBezTo>
                    <a:pt x="193218" y="414861"/>
                    <a:pt x="186836" y="425815"/>
                    <a:pt x="182550" y="435149"/>
                  </a:cubicBezTo>
                  <a:cubicBezTo>
                    <a:pt x="178264" y="444484"/>
                    <a:pt x="171787" y="455628"/>
                    <a:pt x="161595" y="454866"/>
                  </a:cubicBezTo>
                  <a:cubicBezTo>
                    <a:pt x="148927" y="454009"/>
                    <a:pt x="143497" y="435245"/>
                    <a:pt x="130829" y="434102"/>
                  </a:cubicBezTo>
                  <a:cubicBezTo>
                    <a:pt x="122161" y="433244"/>
                    <a:pt x="110636" y="440293"/>
                    <a:pt x="106350" y="432673"/>
                  </a:cubicBezTo>
                  <a:cubicBezTo>
                    <a:pt x="103969" y="428577"/>
                    <a:pt x="106350" y="423148"/>
                    <a:pt x="105017" y="418576"/>
                  </a:cubicBezTo>
                  <a:cubicBezTo>
                    <a:pt x="102730" y="412289"/>
                    <a:pt x="94158" y="411908"/>
                    <a:pt x="87491" y="412575"/>
                  </a:cubicBezTo>
                  <a:lnTo>
                    <a:pt x="35770" y="417719"/>
                  </a:lnTo>
                  <a:cubicBezTo>
                    <a:pt x="29702" y="412604"/>
                    <a:pt x="23949" y="407136"/>
                    <a:pt x="18529" y="401336"/>
                  </a:cubicBezTo>
                  <a:cubicBezTo>
                    <a:pt x="20720" y="403812"/>
                    <a:pt x="23292" y="406479"/>
                    <a:pt x="25673" y="408956"/>
                  </a:cubicBezTo>
                  <a:lnTo>
                    <a:pt x="22339" y="405717"/>
                  </a:lnTo>
                  <a:cubicBezTo>
                    <a:pt x="20349" y="403755"/>
                    <a:pt x="18501" y="401659"/>
                    <a:pt x="16815" y="399431"/>
                  </a:cubicBezTo>
                  <a:cubicBezTo>
                    <a:pt x="15624" y="398192"/>
                    <a:pt x="14548" y="396849"/>
                    <a:pt x="13577" y="395430"/>
                  </a:cubicBezTo>
                  <a:cubicBezTo>
                    <a:pt x="13367" y="395249"/>
                    <a:pt x="13205" y="395021"/>
                    <a:pt x="13100" y="394763"/>
                  </a:cubicBezTo>
                  <a:lnTo>
                    <a:pt x="10338" y="390763"/>
                  </a:lnTo>
                  <a:cubicBezTo>
                    <a:pt x="8986" y="388791"/>
                    <a:pt x="7776" y="386715"/>
                    <a:pt x="6719" y="384572"/>
                  </a:cubicBezTo>
                  <a:cubicBezTo>
                    <a:pt x="6309" y="383905"/>
                    <a:pt x="5966" y="383200"/>
                    <a:pt x="5671" y="382476"/>
                  </a:cubicBezTo>
                  <a:lnTo>
                    <a:pt x="4623" y="380285"/>
                  </a:lnTo>
                  <a:lnTo>
                    <a:pt x="3766" y="378095"/>
                  </a:lnTo>
                  <a:cubicBezTo>
                    <a:pt x="2575" y="374999"/>
                    <a:pt x="1651" y="371818"/>
                    <a:pt x="1003" y="368570"/>
                  </a:cubicBezTo>
                  <a:cubicBezTo>
                    <a:pt x="613" y="367036"/>
                    <a:pt x="327" y="365474"/>
                    <a:pt x="146" y="363902"/>
                  </a:cubicBezTo>
                  <a:cubicBezTo>
                    <a:pt x="-2902" y="340947"/>
                    <a:pt x="12529" y="314753"/>
                    <a:pt x="35579" y="313039"/>
                  </a:cubicBezTo>
                  <a:cubicBezTo>
                    <a:pt x="43676" y="312467"/>
                    <a:pt x="52534" y="314658"/>
                    <a:pt x="59487" y="310467"/>
                  </a:cubicBezTo>
                  <a:cubicBezTo>
                    <a:pt x="69012" y="304847"/>
                    <a:pt x="69012" y="291417"/>
                    <a:pt x="74346" y="281892"/>
                  </a:cubicBezTo>
                  <a:cubicBezTo>
                    <a:pt x="92158" y="245888"/>
                    <a:pt x="146641" y="266938"/>
                    <a:pt x="168167" y="232934"/>
                  </a:cubicBezTo>
                  <a:cubicBezTo>
                    <a:pt x="137306" y="218360"/>
                    <a:pt x="118161" y="204930"/>
                    <a:pt x="87395" y="190357"/>
                  </a:cubicBezTo>
                  <a:cubicBezTo>
                    <a:pt x="77870" y="185880"/>
                    <a:pt x="86062" y="169688"/>
                    <a:pt x="96063" y="166354"/>
                  </a:cubicBezTo>
                  <a:cubicBezTo>
                    <a:pt x="103016" y="163973"/>
                    <a:pt x="112827" y="165497"/>
                    <a:pt x="115970" y="158829"/>
                  </a:cubicBezTo>
                  <a:cubicBezTo>
                    <a:pt x="119113" y="152162"/>
                    <a:pt x="111208" y="145113"/>
                    <a:pt x="103873" y="143589"/>
                  </a:cubicBezTo>
                  <a:cubicBezTo>
                    <a:pt x="96539" y="142065"/>
                    <a:pt x="88062" y="142637"/>
                    <a:pt x="82633" y="137493"/>
                  </a:cubicBezTo>
                  <a:cubicBezTo>
                    <a:pt x="79966" y="128540"/>
                    <a:pt x="89681" y="120253"/>
                    <a:pt x="98920" y="119396"/>
                  </a:cubicBezTo>
                  <a:cubicBezTo>
                    <a:pt x="108169" y="119767"/>
                    <a:pt x="117370" y="120853"/>
                    <a:pt x="126448" y="122634"/>
                  </a:cubicBezTo>
                  <a:cubicBezTo>
                    <a:pt x="135973" y="123301"/>
                    <a:pt x="146831" y="119205"/>
                    <a:pt x="148546" y="110061"/>
                  </a:cubicBezTo>
                  <a:cubicBezTo>
                    <a:pt x="149222" y="104089"/>
                    <a:pt x="146774" y="98183"/>
                    <a:pt x="142069" y="94440"/>
                  </a:cubicBezTo>
                  <a:cubicBezTo>
                    <a:pt x="137373" y="90821"/>
                    <a:pt x="132220" y="87839"/>
                    <a:pt x="126734" y="85582"/>
                  </a:cubicBezTo>
                  <a:cubicBezTo>
                    <a:pt x="93463" y="68799"/>
                    <a:pt x="68069" y="39671"/>
                    <a:pt x="55963" y="4429"/>
                  </a:cubicBezTo>
                  <a:cubicBezTo>
                    <a:pt x="59011" y="5191"/>
                    <a:pt x="61963" y="5953"/>
                    <a:pt x="65011" y="6905"/>
                  </a:cubicBezTo>
                  <a:cubicBezTo>
                    <a:pt x="69660" y="9039"/>
                    <a:pt x="74889" y="9582"/>
                    <a:pt x="79870" y="8429"/>
                  </a:cubicBezTo>
                  <a:cubicBezTo>
                    <a:pt x="84347" y="6810"/>
                    <a:pt x="87300" y="2429"/>
                    <a:pt x="91681" y="714"/>
                  </a:cubicBezTo>
                  <a:cubicBezTo>
                    <a:pt x="96006" y="-572"/>
                    <a:pt x="100673" y="19"/>
                    <a:pt x="104540" y="2333"/>
                  </a:cubicBezTo>
                  <a:cubicBezTo>
                    <a:pt x="108541" y="4334"/>
                    <a:pt x="111970" y="7286"/>
                    <a:pt x="115780" y="9572"/>
                  </a:cubicBezTo>
                  <a:cubicBezTo>
                    <a:pt x="129191" y="15964"/>
                    <a:pt x="143878" y="19212"/>
                    <a:pt x="158737" y="19097"/>
                  </a:cubicBezTo>
                  <a:cubicBezTo>
                    <a:pt x="162014" y="19183"/>
                    <a:pt x="165252" y="19888"/>
                    <a:pt x="168262" y="21193"/>
                  </a:cubicBezTo>
                  <a:cubicBezTo>
                    <a:pt x="171196" y="22536"/>
                    <a:pt x="173139" y="25403"/>
                    <a:pt x="173311" y="28622"/>
                  </a:cubicBezTo>
                  <a:cubicBezTo>
                    <a:pt x="172911" y="31623"/>
                    <a:pt x="171463" y="34395"/>
                    <a:pt x="169215" y="36433"/>
                  </a:cubicBezTo>
                  <a:lnTo>
                    <a:pt x="150451" y="57864"/>
                  </a:lnTo>
                  <a:cubicBezTo>
                    <a:pt x="172263" y="64532"/>
                    <a:pt x="197123" y="59388"/>
                    <a:pt x="217126" y="69770"/>
                  </a:cubicBezTo>
                  <a:cubicBezTo>
                    <a:pt x="230604" y="78248"/>
                    <a:pt x="241738" y="89973"/>
                    <a:pt x="249511" y="103870"/>
                  </a:cubicBezTo>
                  <a:cubicBezTo>
                    <a:pt x="256712" y="104727"/>
                    <a:pt x="263989" y="104537"/>
                    <a:pt x="271133" y="103298"/>
                  </a:cubicBezTo>
                  <a:cubicBezTo>
                    <a:pt x="278676" y="102498"/>
                    <a:pt x="285563" y="98641"/>
                    <a:pt x="290183" y="92630"/>
                  </a:cubicBezTo>
                  <a:cubicBezTo>
                    <a:pt x="291678" y="89763"/>
                    <a:pt x="293497" y="87077"/>
                    <a:pt x="295612" y="84629"/>
                  </a:cubicBezTo>
                  <a:cubicBezTo>
                    <a:pt x="297860" y="82124"/>
                    <a:pt x="301679" y="81829"/>
                    <a:pt x="304279" y="83963"/>
                  </a:cubicBezTo>
                  <a:cubicBezTo>
                    <a:pt x="306851" y="86820"/>
                    <a:pt x="304756" y="91202"/>
                    <a:pt x="304279" y="94916"/>
                  </a:cubicBezTo>
                  <a:cubicBezTo>
                    <a:pt x="303203" y="101470"/>
                    <a:pt x="305622" y="108109"/>
                    <a:pt x="310661" y="112442"/>
                  </a:cubicBezTo>
                  <a:cubicBezTo>
                    <a:pt x="315690" y="116471"/>
                    <a:pt x="321310" y="119681"/>
                    <a:pt x="327330" y="121967"/>
                  </a:cubicBezTo>
                  <a:cubicBezTo>
                    <a:pt x="341017" y="108937"/>
                    <a:pt x="360010" y="103051"/>
                    <a:pt x="378670" y="106061"/>
                  </a:cubicBezTo>
                  <a:cubicBezTo>
                    <a:pt x="397024" y="109547"/>
                    <a:pt x="414817" y="115538"/>
                    <a:pt x="431534" y="123872"/>
                  </a:cubicBezTo>
                  <a:cubicBezTo>
                    <a:pt x="448793" y="133912"/>
                    <a:pt x="470786" y="129864"/>
                    <a:pt x="483350" y="114347"/>
                  </a:cubicBezTo>
                  <a:cubicBezTo>
                    <a:pt x="487064" y="114347"/>
                    <a:pt x="488969" y="118348"/>
                    <a:pt x="490112" y="122063"/>
                  </a:cubicBezTo>
                  <a:cubicBezTo>
                    <a:pt x="491065" y="125749"/>
                    <a:pt x="491065" y="129616"/>
                    <a:pt x="490112" y="133302"/>
                  </a:cubicBezTo>
                  <a:cubicBezTo>
                    <a:pt x="489093" y="136398"/>
                    <a:pt x="489093" y="139732"/>
                    <a:pt x="490112" y="142827"/>
                  </a:cubicBezTo>
                  <a:cubicBezTo>
                    <a:pt x="505752" y="129397"/>
                    <a:pt x="527403" y="125435"/>
                    <a:pt x="546786" y="132445"/>
                  </a:cubicBezTo>
                  <a:cubicBezTo>
                    <a:pt x="550577" y="134340"/>
                    <a:pt x="554739" y="135350"/>
                    <a:pt x="558978" y="135398"/>
                  </a:cubicBezTo>
                  <a:cubicBezTo>
                    <a:pt x="564979" y="135398"/>
                    <a:pt x="569455" y="129873"/>
                    <a:pt x="574409" y="126539"/>
                  </a:cubicBezTo>
                  <a:cubicBezTo>
                    <a:pt x="583829" y="120605"/>
                    <a:pt x="595725" y="120272"/>
                    <a:pt x="605460" y="125682"/>
                  </a:cubicBezTo>
                  <a:cubicBezTo>
                    <a:pt x="608537" y="127635"/>
                    <a:pt x="611718" y="129416"/>
                    <a:pt x="614985" y="131016"/>
                  </a:cubicBezTo>
                  <a:cubicBezTo>
                    <a:pt x="615214" y="139503"/>
                    <a:pt x="613899" y="147961"/>
                    <a:pt x="611080" y="155972"/>
                  </a:cubicBezTo>
                  <a:cubicBezTo>
                    <a:pt x="605460" y="172640"/>
                    <a:pt x="597650" y="191405"/>
                    <a:pt x="606032" y="206930"/>
                  </a:cubicBezTo>
                  <a:cubicBezTo>
                    <a:pt x="610984" y="217503"/>
                    <a:pt x="623462" y="224742"/>
                    <a:pt x="624700" y="236648"/>
                  </a:cubicBezTo>
                  <a:close/>
                </a:path>
              </a:pathLst>
            </a:custGeom>
            <a:grpFill/>
            <a:ln w="7144" cap="rnd">
              <a:solidFill>
                <a:schemeClr val="bg1"/>
              </a:solidFill>
              <a:prstDash val="solid"/>
              <a:round/>
            </a:ln>
          </p:spPr>
          <p:txBody>
            <a:bodyPr rtlCol="0" anchor="ctr"/>
            <a:lstStyle/>
            <a:p>
              <a:endParaRPr lang="en-IN"/>
            </a:p>
          </p:txBody>
        </p:sp>
        <p:sp>
          <p:nvSpPr>
            <p:cNvPr id="3592" name="Freeform: Shape 3591"/>
            <p:cNvSpPr/>
            <p:nvPr/>
          </p:nvSpPr>
          <p:spPr>
            <a:xfrm>
              <a:off x="6206584" y="3806258"/>
              <a:ext cx="2762" cy="9525"/>
            </a:xfrm>
            <a:custGeom>
              <a:avLst/>
              <a:gdLst>
                <a:gd name="connsiteX0" fmla="*/ 2525 w 2762"/>
                <a:gd name="connsiteY0" fmla="*/ 9572 h 9525"/>
                <a:gd name="connsiteX1" fmla="*/ -237 w 2762"/>
                <a:gd name="connsiteY1" fmla="*/ 47 h 9525"/>
                <a:gd name="connsiteX2" fmla="*/ 2525 w 2762"/>
                <a:gd name="connsiteY2" fmla="*/ 9572 h 9525"/>
              </a:gdLst>
              <a:ahLst/>
              <a:cxnLst>
                <a:cxn ang="0">
                  <a:pos x="connsiteX0" y="connsiteY0"/>
                </a:cxn>
                <a:cxn ang="0">
                  <a:pos x="connsiteX1" y="connsiteY1"/>
                </a:cxn>
                <a:cxn ang="0">
                  <a:pos x="connsiteX2" y="connsiteY2"/>
                </a:cxn>
              </a:cxnLst>
              <a:rect l="l" t="t" r="r" b="b"/>
              <a:pathLst>
                <a:path w="2762" h="9525">
                  <a:moveTo>
                    <a:pt x="2525" y="9572"/>
                  </a:moveTo>
                  <a:cubicBezTo>
                    <a:pt x="1287" y="6495"/>
                    <a:pt x="363" y="3305"/>
                    <a:pt x="-237" y="47"/>
                  </a:cubicBezTo>
                  <a:cubicBezTo>
                    <a:pt x="410" y="3295"/>
                    <a:pt x="1334" y="6476"/>
                    <a:pt x="2525" y="9572"/>
                  </a:cubicBezTo>
                  <a:close/>
                </a:path>
              </a:pathLst>
            </a:custGeom>
            <a:grpFill/>
            <a:ln w="7144" cap="rnd">
              <a:solidFill>
                <a:schemeClr val="bg1"/>
              </a:solidFill>
              <a:prstDash val="solid"/>
              <a:round/>
            </a:ln>
          </p:spPr>
          <p:txBody>
            <a:bodyPr rtlCol="0" anchor="ctr"/>
            <a:lstStyle/>
            <a:p>
              <a:endParaRPr lang="en-IN"/>
            </a:p>
          </p:txBody>
        </p:sp>
        <p:sp>
          <p:nvSpPr>
            <p:cNvPr id="3593" name="Freeform: Shape 3592"/>
            <p:cNvSpPr/>
            <p:nvPr/>
          </p:nvSpPr>
          <p:spPr>
            <a:xfrm>
              <a:off x="6224110" y="3839024"/>
              <a:ext cx="17240" cy="16383"/>
            </a:xfrm>
            <a:custGeom>
              <a:avLst/>
              <a:gdLst>
                <a:gd name="connsiteX0" fmla="*/ 17003 w 17240"/>
                <a:gd name="connsiteY0" fmla="*/ 16430 h 16383"/>
                <a:gd name="connsiteX1" fmla="*/ 10621 w 17240"/>
                <a:gd name="connsiteY1" fmla="*/ 11191 h 16383"/>
                <a:gd name="connsiteX2" fmla="*/ 6907 w 17240"/>
                <a:gd name="connsiteY2" fmla="*/ 7667 h 16383"/>
                <a:gd name="connsiteX3" fmla="*/ -237 w 17240"/>
                <a:gd name="connsiteY3" fmla="*/ 47 h 16383"/>
                <a:gd name="connsiteX4" fmla="*/ 17003 w 17240"/>
                <a:gd name="connsiteY4" fmla="*/ 16430 h 16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40" h="16383">
                  <a:moveTo>
                    <a:pt x="17003" y="16430"/>
                  </a:moveTo>
                  <a:lnTo>
                    <a:pt x="10621" y="11191"/>
                  </a:lnTo>
                  <a:cubicBezTo>
                    <a:pt x="9383" y="10048"/>
                    <a:pt x="8050" y="8905"/>
                    <a:pt x="6907" y="7667"/>
                  </a:cubicBezTo>
                  <a:cubicBezTo>
                    <a:pt x="5764" y="6429"/>
                    <a:pt x="1953" y="2524"/>
                    <a:pt x="-237" y="47"/>
                  </a:cubicBezTo>
                  <a:cubicBezTo>
                    <a:pt x="5183" y="5848"/>
                    <a:pt x="10936" y="11315"/>
                    <a:pt x="17003" y="16430"/>
                  </a:cubicBezTo>
                  <a:close/>
                </a:path>
              </a:pathLst>
            </a:custGeom>
            <a:grpFill/>
            <a:ln w="7144" cap="rnd">
              <a:solidFill>
                <a:schemeClr val="bg1"/>
              </a:solidFill>
              <a:prstDash val="solid"/>
              <a:round/>
            </a:ln>
          </p:spPr>
          <p:txBody>
            <a:bodyPr rtlCol="0" anchor="ctr"/>
            <a:lstStyle/>
            <a:p>
              <a:endParaRPr lang="en-IN"/>
            </a:p>
          </p:txBody>
        </p:sp>
        <p:sp>
          <p:nvSpPr>
            <p:cNvPr id="3594" name="Freeform: Shape 3593"/>
            <p:cNvSpPr/>
            <p:nvPr/>
          </p:nvSpPr>
          <p:spPr>
            <a:xfrm>
              <a:off x="5786847" y="3940179"/>
              <a:ext cx="562167" cy="920877"/>
            </a:xfrm>
            <a:custGeom>
              <a:avLst/>
              <a:gdLst>
                <a:gd name="connsiteX0" fmla="*/ 533705 w 562167"/>
                <a:gd name="connsiteY0" fmla="*/ 225313 h 920877"/>
                <a:gd name="connsiteX1" fmla="*/ 525513 w 562167"/>
                <a:gd name="connsiteY1" fmla="*/ 234838 h 920877"/>
                <a:gd name="connsiteX2" fmla="*/ 495795 w 562167"/>
                <a:gd name="connsiteY2" fmla="*/ 256270 h 920877"/>
                <a:gd name="connsiteX3" fmla="*/ 464077 w 562167"/>
                <a:gd name="connsiteY3" fmla="*/ 263794 h 920877"/>
                <a:gd name="connsiteX4" fmla="*/ 449980 w 562167"/>
                <a:gd name="connsiteY4" fmla="*/ 289417 h 920877"/>
                <a:gd name="connsiteX5" fmla="*/ 463505 w 562167"/>
                <a:gd name="connsiteY5" fmla="*/ 310848 h 920877"/>
                <a:gd name="connsiteX6" fmla="*/ 446265 w 562167"/>
                <a:gd name="connsiteY6" fmla="*/ 335708 h 920877"/>
                <a:gd name="connsiteX7" fmla="*/ 429311 w 562167"/>
                <a:gd name="connsiteY7" fmla="*/ 391429 h 920877"/>
                <a:gd name="connsiteX8" fmla="*/ 393306 w 562167"/>
                <a:gd name="connsiteY8" fmla="*/ 433149 h 920877"/>
                <a:gd name="connsiteX9" fmla="*/ 338347 w 562167"/>
                <a:gd name="connsiteY9" fmla="*/ 435721 h 920877"/>
                <a:gd name="connsiteX10" fmla="*/ 329965 w 562167"/>
                <a:gd name="connsiteY10" fmla="*/ 453818 h 920877"/>
                <a:gd name="connsiteX11" fmla="*/ 270434 w 562167"/>
                <a:gd name="connsiteY11" fmla="*/ 494585 h 920877"/>
                <a:gd name="connsiteX12" fmla="*/ 283102 w 562167"/>
                <a:gd name="connsiteY12" fmla="*/ 541639 h 920877"/>
                <a:gd name="connsiteX13" fmla="*/ 287864 w 562167"/>
                <a:gd name="connsiteY13" fmla="*/ 588597 h 920877"/>
                <a:gd name="connsiteX14" fmla="*/ 335489 w 562167"/>
                <a:gd name="connsiteY14" fmla="*/ 592502 h 920877"/>
                <a:gd name="connsiteX15" fmla="*/ 336061 w 562167"/>
                <a:gd name="connsiteY15" fmla="*/ 592502 h 920877"/>
                <a:gd name="connsiteX16" fmla="*/ 343490 w 562167"/>
                <a:gd name="connsiteY16" fmla="*/ 633936 h 920877"/>
                <a:gd name="connsiteX17" fmla="*/ 319202 w 562167"/>
                <a:gd name="connsiteY17" fmla="*/ 622982 h 920877"/>
                <a:gd name="connsiteX18" fmla="*/ 269386 w 562167"/>
                <a:gd name="connsiteY18" fmla="*/ 600408 h 920877"/>
                <a:gd name="connsiteX19" fmla="*/ 240811 w 562167"/>
                <a:gd name="connsiteY19" fmla="*/ 598979 h 920877"/>
                <a:gd name="connsiteX20" fmla="*/ 238906 w 562167"/>
                <a:gd name="connsiteY20" fmla="*/ 628030 h 920877"/>
                <a:gd name="connsiteX21" fmla="*/ 268814 w 562167"/>
                <a:gd name="connsiteY21" fmla="*/ 717565 h 920877"/>
                <a:gd name="connsiteX22" fmla="*/ 268814 w 562167"/>
                <a:gd name="connsiteY22" fmla="*/ 717565 h 920877"/>
                <a:gd name="connsiteX23" fmla="*/ 270053 w 562167"/>
                <a:gd name="connsiteY23" fmla="*/ 721375 h 920877"/>
                <a:gd name="connsiteX24" fmla="*/ 277101 w 562167"/>
                <a:gd name="connsiteY24" fmla="*/ 754903 h 920877"/>
                <a:gd name="connsiteX25" fmla="*/ 242239 w 562167"/>
                <a:gd name="connsiteY25" fmla="*/ 812053 h 920877"/>
                <a:gd name="connsiteX26" fmla="*/ 204139 w 562167"/>
                <a:gd name="connsiteY26" fmla="*/ 839866 h 920877"/>
                <a:gd name="connsiteX27" fmla="*/ 204139 w 562167"/>
                <a:gd name="connsiteY27" fmla="*/ 839866 h 920877"/>
                <a:gd name="connsiteX28" fmla="*/ 188138 w 562167"/>
                <a:gd name="connsiteY28" fmla="*/ 854249 h 920877"/>
                <a:gd name="connsiteX29" fmla="*/ 161277 w 562167"/>
                <a:gd name="connsiteY29" fmla="*/ 920924 h 920877"/>
                <a:gd name="connsiteX30" fmla="*/ 159086 w 562167"/>
                <a:gd name="connsiteY30" fmla="*/ 920924 h 920877"/>
                <a:gd name="connsiteX31" fmla="*/ 144132 w 562167"/>
                <a:gd name="connsiteY31" fmla="*/ 918448 h 920877"/>
                <a:gd name="connsiteX32" fmla="*/ 143275 w 562167"/>
                <a:gd name="connsiteY32" fmla="*/ 918448 h 920877"/>
                <a:gd name="connsiteX33" fmla="*/ 142132 w 562167"/>
                <a:gd name="connsiteY33" fmla="*/ 918448 h 920877"/>
                <a:gd name="connsiteX34" fmla="*/ 141560 w 562167"/>
                <a:gd name="connsiteY34" fmla="*/ 918448 h 920877"/>
                <a:gd name="connsiteX35" fmla="*/ 139751 w 562167"/>
                <a:gd name="connsiteY35" fmla="*/ 917971 h 920877"/>
                <a:gd name="connsiteX36" fmla="*/ 133369 w 562167"/>
                <a:gd name="connsiteY36" fmla="*/ 916352 h 920877"/>
                <a:gd name="connsiteX37" fmla="*/ 130892 w 562167"/>
                <a:gd name="connsiteY37" fmla="*/ 915590 h 920877"/>
                <a:gd name="connsiteX38" fmla="*/ 122701 w 562167"/>
                <a:gd name="connsiteY38" fmla="*/ 912733 h 920877"/>
                <a:gd name="connsiteX39" fmla="*/ 84601 w 562167"/>
                <a:gd name="connsiteY39" fmla="*/ 887682 h 920877"/>
                <a:gd name="connsiteX40" fmla="*/ 70409 w 562167"/>
                <a:gd name="connsiteY40" fmla="*/ 860917 h 920877"/>
                <a:gd name="connsiteX41" fmla="*/ 69742 w 562167"/>
                <a:gd name="connsiteY41" fmla="*/ 848248 h 920877"/>
                <a:gd name="connsiteX42" fmla="*/ 69742 w 562167"/>
                <a:gd name="connsiteY42" fmla="*/ 844438 h 920877"/>
                <a:gd name="connsiteX43" fmla="*/ 69742 w 562167"/>
                <a:gd name="connsiteY43" fmla="*/ 837961 h 920877"/>
                <a:gd name="connsiteX44" fmla="*/ 69742 w 562167"/>
                <a:gd name="connsiteY44" fmla="*/ 830722 h 920877"/>
                <a:gd name="connsiteX45" fmla="*/ 69742 w 562167"/>
                <a:gd name="connsiteY45" fmla="*/ 828055 h 920877"/>
                <a:gd name="connsiteX46" fmla="*/ 69265 w 562167"/>
                <a:gd name="connsiteY46" fmla="*/ 825865 h 920877"/>
                <a:gd name="connsiteX47" fmla="*/ 68122 w 562167"/>
                <a:gd name="connsiteY47" fmla="*/ 822150 h 920877"/>
                <a:gd name="connsiteX48" fmla="*/ -172 w 562167"/>
                <a:gd name="connsiteY48" fmla="*/ 790527 h 920877"/>
                <a:gd name="connsiteX49" fmla="*/ 14782 w 562167"/>
                <a:gd name="connsiteY49" fmla="*/ 720804 h 920877"/>
                <a:gd name="connsiteX50" fmla="*/ 30689 w 562167"/>
                <a:gd name="connsiteY50" fmla="*/ 702802 h 920877"/>
                <a:gd name="connsiteX51" fmla="*/ 60884 w 562167"/>
                <a:gd name="connsiteY51" fmla="*/ 702325 h 920877"/>
                <a:gd name="connsiteX52" fmla="*/ 87763 w 562167"/>
                <a:gd name="connsiteY52" fmla="*/ 670721 h 920877"/>
                <a:gd name="connsiteX53" fmla="*/ 60884 w 562167"/>
                <a:gd name="connsiteY53" fmla="*/ 643842 h 920877"/>
                <a:gd name="connsiteX54" fmla="*/ 36404 w 562167"/>
                <a:gd name="connsiteY54" fmla="*/ 645842 h 920877"/>
                <a:gd name="connsiteX55" fmla="*/ 17354 w 562167"/>
                <a:gd name="connsiteY55" fmla="*/ 633460 h 920877"/>
                <a:gd name="connsiteX56" fmla="*/ 33642 w 562167"/>
                <a:gd name="connsiteY56" fmla="*/ 612028 h 920877"/>
                <a:gd name="connsiteX57" fmla="*/ 42691 w 562167"/>
                <a:gd name="connsiteY57" fmla="*/ 588597 h 920877"/>
                <a:gd name="connsiteX58" fmla="*/ 24879 w 562167"/>
                <a:gd name="connsiteY58" fmla="*/ 578119 h 920877"/>
                <a:gd name="connsiteX59" fmla="*/ 34404 w 562167"/>
                <a:gd name="connsiteY59" fmla="*/ 561165 h 920877"/>
                <a:gd name="connsiteX60" fmla="*/ 53454 w 562167"/>
                <a:gd name="connsiteY60" fmla="*/ 551640 h 920877"/>
                <a:gd name="connsiteX61" fmla="*/ 45453 w 562167"/>
                <a:gd name="connsiteY61" fmla="*/ 520684 h 920877"/>
                <a:gd name="connsiteX62" fmla="*/ 24688 w 562167"/>
                <a:gd name="connsiteY62" fmla="*/ 493347 h 920877"/>
                <a:gd name="connsiteX63" fmla="*/ 40310 w 562167"/>
                <a:gd name="connsiteY63" fmla="*/ 448960 h 920877"/>
                <a:gd name="connsiteX64" fmla="*/ 31642 w 562167"/>
                <a:gd name="connsiteY64" fmla="*/ 403717 h 920877"/>
                <a:gd name="connsiteX65" fmla="*/ 34976 w 562167"/>
                <a:gd name="connsiteY65" fmla="*/ 392668 h 920877"/>
                <a:gd name="connsiteX66" fmla="*/ 57073 w 562167"/>
                <a:gd name="connsiteY66" fmla="*/ 370284 h 920877"/>
                <a:gd name="connsiteX67" fmla="*/ 57073 w 562167"/>
                <a:gd name="connsiteY67" fmla="*/ 370284 h 920877"/>
                <a:gd name="connsiteX68" fmla="*/ 80219 w 562167"/>
                <a:gd name="connsiteY68" fmla="*/ 347519 h 920877"/>
                <a:gd name="connsiteX69" fmla="*/ 80981 w 562167"/>
                <a:gd name="connsiteY69" fmla="*/ 346186 h 920877"/>
                <a:gd name="connsiteX70" fmla="*/ 80981 w 562167"/>
                <a:gd name="connsiteY70" fmla="*/ 346186 h 920877"/>
                <a:gd name="connsiteX71" fmla="*/ 92316 w 562167"/>
                <a:gd name="connsiteY71" fmla="*/ 294846 h 920877"/>
                <a:gd name="connsiteX72" fmla="*/ 162706 w 562167"/>
                <a:gd name="connsiteY72" fmla="*/ 238839 h 920877"/>
                <a:gd name="connsiteX73" fmla="*/ 192043 w 562167"/>
                <a:gd name="connsiteY73" fmla="*/ 231219 h 920877"/>
                <a:gd name="connsiteX74" fmla="*/ 198901 w 562167"/>
                <a:gd name="connsiteY74" fmla="*/ 227123 h 920877"/>
                <a:gd name="connsiteX75" fmla="*/ 200711 w 562167"/>
                <a:gd name="connsiteY75" fmla="*/ 225790 h 920877"/>
                <a:gd name="connsiteX76" fmla="*/ 203663 w 562167"/>
                <a:gd name="connsiteY76" fmla="*/ 222837 h 920877"/>
                <a:gd name="connsiteX77" fmla="*/ 205092 w 562167"/>
                <a:gd name="connsiteY77" fmla="*/ 221217 h 920877"/>
                <a:gd name="connsiteX78" fmla="*/ 205092 w 562167"/>
                <a:gd name="connsiteY78" fmla="*/ 221217 h 920877"/>
                <a:gd name="connsiteX79" fmla="*/ 206045 w 562167"/>
                <a:gd name="connsiteY79" fmla="*/ 220075 h 920877"/>
                <a:gd name="connsiteX80" fmla="*/ 206045 w 562167"/>
                <a:gd name="connsiteY80" fmla="*/ 220075 h 920877"/>
                <a:gd name="connsiteX81" fmla="*/ 217665 w 562167"/>
                <a:gd name="connsiteY81" fmla="*/ 197881 h 920877"/>
                <a:gd name="connsiteX82" fmla="*/ 232714 w 562167"/>
                <a:gd name="connsiteY82" fmla="*/ 178260 h 920877"/>
                <a:gd name="connsiteX83" fmla="*/ 270814 w 562167"/>
                <a:gd name="connsiteY83" fmla="*/ 146446 h 920877"/>
                <a:gd name="connsiteX84" fmla="*/ 271481 w 562167"/>
                <a:gd name="connsiteY84" fmla="*/ 127396 h 920877"/>
                <a:gd name="connsiteX85" fmla="*/ 262623 w 562167"/>
                <a:gd name="connsiteY85" fmla="*/ 110728 h 920877"/>
                <a:gd name="connsiteX86" fmla="*/ 231857 w 562167"/>
                <a:gd name="connsiteY86" fmla="*/ 88630 h 920877"/>
                <a:gd name="connsiteX87" fmla="*/ 197853 w 562167"/>
                <a:gd name="connsiteY87" fmla="*/ 69580 h 920877"/>
                <a:gd name="connsiteX88" fmla="*/ 178803 w 562167"/>
                <a:gd name="connsiteY88" fmla="*/ 41005 h 920877"/>
                <a:gd name="connsiteX89" fmla="*/ 198424 w 562167"/>
                <a:gd name="connsiteY89" fmla="*/ 31480 h 920877"/>
                <a:gd name="connsiteX90" fmla="*/ 220808 w 562167"/>
                <a:gd name="connsiteY90" fmla="*/ 37957 h 920877"/>
                <a:gd name="connsiteX91" fmla="*/ 282816 w 562167"/>
                <a:gd name="connsiteY91" fmla="*/ 39671 h 920877"/>
                <a:gd name="connsiteX92" fmla="*/ 347872 w 562167"/>
                <a:gd name="connsiteY92" fmla="*/ 19954 h 920877"/>
                <a:gd name="connsiteX93" fmla="*/ 352444 w 562167"/>
                <a:gd name="connsiteY93" fmla="*/ 22240 h 920877"/>
                <a:gd name="connsiteX94" fmla="*/ 358826 w 562167"/>
                <a:gd name="connsiteY94" fmla="*/ 24717 h 920877"/>
                <a:gd name="connsiteX95" fmla="*/ 365112 w 562167"/>
                <a:gd name="connsiteY95" fmla="*/ 26336 h 920877"/>
                <a:gd name="connsiteX96" fmla="*/ 370541 w 562167"/>
                <a:gd name="connsiteY96" fmla="*/ 27193 h 920877"/>
                <a:gd name="connsiteX97" fmla="*/ 376066 w 562167"/>
                <a:gd name="connsiteY97" fmla="*/ 27193 h 920877"/>
                <a:gd name="connsiteX98" fmla="*/ 381495 w 562167"/>
                <a:gd name="connsiteY98" fmla="*/ 27193 h 920877"/>
                <a:gd name="connsiteX99" fmla="*/ 406546 w 562167"/>
                <a:gd name="connsiteY99" fmla="*/ 17668 h 920877"/>
                <a:gd name="connsiteX100" fmla="*/ 406546 w 562167"/>
                <a:gd name="connsiteY100" fmla="*/ 17668 h 920877"/>
                <a:gd name="connsiteX101" fmla="*/ 423977 w 562167"/>
                <a:gd name="connsiteY101" fmla="*/ 47 h 920877"/>
                <a:gd name="connsiteX102" fmla="*/ 501129 w 562167"/>
                <a:gd name="connsiteY102" fmla="*/ 64436 h 920877"/>
                <a:gd name="connsiteX103" fmla="*/ 524370 w 562167"/>
                <a:gd name="connsiteY103" fmla="*/ 72628 h 920877"/>
                <a:gd name="connsiteX104" fmla="*/ 523608 w 562167"/>
                <a:gd name="connsiteY104" fmla="*/ 93392 h 920877"/>
                <a:gd name="connsiteX105" fmla="*/ 559994 w 562167"/>
                <a:gd name="connsiteY105" fmla="*/ 159019 h 920877"/>
                <a:gd name="connsiteX106" fmla="*/ 533705 w 562167"/>
                <a:gd name="connsiteY106" fmla="*/ 225313 h 920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562167" h="920877">
                  <a:moveTo>
                    <a:pt x="533705" y="225313"/>
                  </a:moveTo>
                  <a:cubicBezTo>
                    <a:pt x="531038" y="228457"/>
                    <a:pt x="528275" y="231600"/>
                    <a:pt x="525513" y="234838"/>
                  </a:cubicBezTo>
                  <a:cubicBezTo>
                    <a:pt x="517569" y="244373"/>
                    <a:pt x="507349" y="251745"/>
                    <a:pt x="495795" y="256270"/>
                  </a:cubicBezTo>
                  <a:cubicBezTo>
                    <a:pt x="485413" y="259794"/>
                    <a:pt x="474078" y="259603"/>
                    <a:pt x="464077" y="263794"/>
                  </a:cubicBezTo>
                  <a:cubicBezTo>
                    <a:pt x="454076" y="267985"/>
                    <a:pt x="445027" y="279606"/>
                    <a:pt x="449980" y="289417"/>
                  </a:cubicBezTo>
                  <a:cubicBezTo>
                    <a:pt x="459981" y="287607"/>
                    <a:pt x="466648" y="301132"/>
                    <a:pt x="463505" y="310848"/>
                  </a:cubicBezTo>
                  <a:cubicBezTo>
                    <a:pt x="458981" y="319916"/>
                    <a:pt x="453171" y="328288"/>
                    <a:pt x="446265" y="335708"/>
                  </a:cubicBezTo>
                  <a:cubicBezTo>
                    <a:pt x="435121" y="351805"/>
                    <a:pt x="434073" y="372475"/>
                    <a:pt x="429311" y="391429"/>
                  </a:cubicBezTo>
                  <a:cubicBezTo>
                    <a:pt x="424548" y="410384"/>
                    <a:pt x="412737" y="430672"/>
                    <a:pt x="393306" y="433149"/>
                  </a:cubicBezTo>
                  <a:cubicBezTo>
                    <a:pt x="373875" y="435625"/>
                    <a:pt x="350634" y="421052"/>
                    <a:pt x="338347" y="435721"/>
                  </a:cubicBezTo>
                  <a:cubicBezTo>
                    <a:pt x="335004" y="441483"/>
                    <a:pt x="332194" y="447541"/>
                    <a:pt x="329965" y="453818"/>
                  </a:cubicBezTo>
                  <a:cubicBezTo>
                    <a:pt x="318154" y="475535"/>
                    <a:pt x="280625" y="472106"/>
                    <a:pt x="270434" y="494585"/>
                  </a:cubicBezTo>
                  <a:cubicBezTo>
                    <a:pt x="263385" y="510111"/>
                    <a:pt x="274053" y="527256"/>
                    <a:pt x="283102" y="541639"/>
                  </a:cubicBezTo>
                  <a:cubicBezTo>
                    <a:pt x="292151" y="556021"/>
                    <a:pt x="299580" y="576214"/>
                    <a:pt x="287864" y="588597"/>
                  </a:cubicBezTo>
                  <a:cubicBezTo>
                    <a:pt x="304152" y="586406"/>
                    <a:pt x="321678" y="584596"/>
                    <a:pt x="335489" y="592502"/>
                  </a:cubicBezTo>
                  <a:lnTo>
                    <a:pt x="336061" y="592502"/>
                  </a:lnTo>
                  <a:cubicBezTo>
                    <a:pt x="350444" y="600884"/>
                    <a:pt x="356730" y="623935"/>
                    <a:pt x="343490" y="633936"/>
                  </a:cubicBezTo>
                  <a:lnTo>
                    <a:pt x="319202" y="622982"/>
                  </a:lnTo>
                  <a:lnTo>
                    <a:pt x="269386" y="600408"/>
                  </a:lnTo>
                  <a:cubicBezTo>
                    <a:pt x="259861" y="596312"/>
                    <a:pt x="248621" y="592407"/>
                    <a:pt x="240811" y="598979"/>
                  </a:cubicBezTo>
                  <a:cubicBezTo>
                    <a:pt x="233000" y="605551"/>
                    <a:pt x="235667" y="618029"/>
                    <a:pt x="238906" y="628030"/>
                  </a:cubicBezTo>
                  <a:lnTo>
                    <a:pt x="268814" y="717565"/>
                  </a:lnTo>
                  <a:lnTo>
                    <a:pt x="268814" y="717565"/>
                  </a:lnTo>
                  <a:lnTo>
                    <a:pt x="270053" y="721375"/>
                  </a:lnTo>
                  <a:cubicBezTo>
                    <a:pt x="274320" y="732062"/>
                    <a:pt x="276711" y="743407"/>
                    <a:pt x="277101" y="754903"/>
                  </a:cubicBezTo>
                  <a:cubicBezTo>
                    <a:pt x="276530" y="777859"/>
                    <a:pt x="260242" y="797480"/>
                    <a:pt x="242239" y="812053"/>
                  </a:cubicBezTo>
                  <a:cubicBezTo>
                    <a:pt x="229952" y="821578"/>
                    <a:pt x="216427" y="830056"/>
                    <a:pt x="204139" y="839866"/>
                  </a:cubicBezTo>
                  <a:lnTo>
                    <a:pt x="204139" y="839866"/>
                  </a:lnTo>
                  <a:cubicBezTo>
                    <a:pt x="198386" y="844172"/>
                    <a:pt x="193033" y="848982"/>
                    <a:pt x="188138" y="854249"/>
                  </a:cubicBezTo>
                  <a:cubicBezTo>
                    <a:pt x="171555" y="872585"/>
                    <a:pt x="162039" y="896216"/>
                    <a:pt x="161277" y="920924"/>
                  </a:cubicBezTo>
                  <a:lnTo>
                    <a:pt x="159086" y="920924"/>
                  </a:lnTo>
                  <a:cubicBezTo>
                    <a:pt x="150323" y="919686"/>
                    <a:pt x="147847" y="919019"/>
                    <a:pt x="144132" y="918448"/>
                  </a:cubicBezTo>
                  <a:lnTo>
                    <a:pt x="143275" y="918448"/>
                  </a:lnTo>
                  <a:lnTo>
                    <a:pt x="142132" y="918448"/>
                  </a:lnTo>
                  <a:lnTo>
                    <a:pt x="141560" y="918448"/>
                  </a:lnTo>
                  <a:lnTo>
                    <a:pt x="139751" y="917971"/>
                  </a:lnTo>
                  <a:lnTo>
                    <a:pt x="133369" y="916352"/>
                  </a:lnTo>
                  <a:lnTo>
                    <a:pt x="130892" y="915590"/>
                  </a:lnTo>
                  <a:cubicBezTo>
                    <a:pt x="128130" y="914733"/>
                    <a:pt x="125368" y="913780"/>
                    <a:pt x="122701" y="912733"/>
                  </a:cubicBezTo>
                  <a:cubicBezTo>
                    <a:pt x="108261" y="907389"/>
                    <a:pt x="95231" y="898826"/>
                    <a:pt x="84601" y="887682"/>
                  </a:cubicBezTo>
                  <a:cubicBezTo>
                    <a:pt x="77447" y="880271"/>
                    <a:pt x="72523" y="870994"/>
                    <a:pt x="70409" y="860917"/>
                  </a:cubicBezTo>
                  <a:cubicBezTo>
                    <a:pt x="69808" y="856726"/>
                    <a:pt x="69580" y="852487"/>
                    <a:pt x="69742" y="848248"/>
                  </a:cubicBezTo>
                  <a:cubicBezTo>
                    <a:pt x="69742" y="847010"/>
                    <a:pt x="69742" y="845772"/>
                    <a:pt x="69742" y="844438"/>
                  </a:cubicBezTo>
                  <a:cubicBezTo>
                    <a:pt x="69742" y="843105"/>
                    <a:pt x="69742" y="840057"/>
                    <a:pt x="69742" y="837961"/>
                  </a:cubicBezTo>
                  <a:cubicBezTo>
                    <a:pt x="69932" y="835552"/>
                    <a:pt x="69932" y="833132"/>
                    <a:pt x="69742" y="830722"/>
                  </a:cubicBezTo>
                  <a:cubicBezTo>
                    <a:pt x="69790" y="829836"/>
                    <a:pt x="69790" y="828941"/>
                    <a:pt x="69742" y="828055"/>
                  </a:cubicBezTo>
                  <a:cubicBezTo>
                    <a:pt x="69637" y="827312"/>
                    <a:pt x="69475" y="826579"/>
                    <a:pt x="69265" y="825865"/>
                  </a:cubicBezTo>
                  <a:cubicBezTo>
                    <a:pt x="68970" y="824598"/>
                    <a:pt x="68589" y="823360"/>
                    <a:pt x="68122" y="822150"/>
                  </a:cubicBezTo>
                  <a:cubicBezTo>
                    <a:pt x="58597" y="797671"/>
                    <a:pt x="25641" y="799004"/>
                    <a:pt x="-172" y="790527"/>
                  </a:cubicBezTo>
                  <a:cubicBezTo>
                    <a:pt x="-886" y="766419"/>
                    <a:pt x="4248" y="742502"/>
                    <a:pt x="14782" y="720804"/>
                  </a:cubicBezTo>
                  <a:cubicBezTo>
                    <a:pt x="17659" y="713031"/>
                    <a:pt x="23336" y="706621"/>
                    <a:pt x="30689" y="702802"/>
                  </a:cubicBezTo>
                  <a:cubicBezTo>
                    <a:pt x="40214" y="699087"/>
                    <a:pt x="50787" y="702802"/>
                    <a:pt x="60884" y="702325"/>
                  </a:cubicBezTo>
                  <a:cubicBezTo>
                    <a:pt x="77038" y="701020"/>
                    <a:pt x="89068" y="686876"/>
                    <a:pt x="87763" y="670721"/>
                  </a:cubicBezTo>
                  <a:cubicBezTo>
                    <a:pt x="86601" y="656386"/>
                    <a:pt x="75219" y="645004"/>
                    <a:pt x="60884" y="643842"/>
                  </a:cubicBezTo>
                  <a:cubicBezTo>
                    <a:pt x="52692" y="643080"/>
                    <a:pt x="44596" y="645842"/>
                    <a:pt x="36404" y="645842"/>
                  </a:cubicBezTo>
                  <a:cubicBezTo>
                    <a:pt x="28213" y="645842"/>
                    <a:pt x="18688" y="641556"/>
                    <a:pt x="17354" y="633460"/>
                  </a:cubicBezTo>
                  <a:cubicBezTo>
                    <a:pt x="16021" y="625363"/>
                    <a:pt x="25831" y="617362"/>
                    <a:pt x="33642" y="612028"/>
                  </a:cubicBezTo>
                  <a:cubicBezTo>
                    <a:pt x="41453" y="606694"/>
                    <a:pt x="48977" y="595645"/>
                    <a:pt x="42691" y="588597"/>
                  </a:cubicBezTo>
                  <a:cubicBezTo>
                    <a:pt x="38023" y="583263"/>
                    <a:pt x="28403" y="584215"/>
                    <a:pt x="24879" y="578119"/>
                  </a:cubicBezTo>
                  <a:cubicBezTo>
                    <a:pt x="21355" y="572023"/>
                    <a:pt x="27546" y="564118"/>
                    <a:pt x="34404" y="561165"/>
                  </a:cubicBezTo>
                  <a:cubicBezTo>
                    <a:pt x="41262" y="558212"/>
                    <a:pt x="49168" y="557069"/>
                    <a:pt x="53454" y="551640"/>
                  </a:cubicBezTo>
                  <a:cubicBezTo>
                    <a:pt x="60693" y="542115"/>
                    <a:pt x="53454" y="528875"/>
                    <a:pt x="45453" y="520684"/>
                  </a:cubicBezTo>
                  <a:cubicBezTo>
                    <a:pt x="37452" y="512492"/>
                    <a:pt x="26403" y="504872"/>
                    <a:pt x="24688" y="493347"/>
                  </a:cubicBezTo>
                  <a:cubicBezTo>
                    <a:pt x="22498" y="477535"/>
                    <a:pt x="38500" y="464772"/>
                    <a:pt x="40310" y="448960"/>
                  </a:cubicBezTo>
                  <a:cubicBezTo>
                    <a:pt x="42119" y="433149"/>
                    <a:pt x="30785" y="419147"/>
                    <a:pt x="31642" y="403717"/>
                  </a:cubicBezTo>
                  <a:cubicBezTo>
                    <a:pt x="31946" y="399840"/>
                    <a:pt x="33089" y="396068"/>
                    <a:pt x="34976" y="392668"/>
                  </a:cubicBezTo>
                  <a:lnTo>
                    <a:pt x="57073" y="370284"/>
                  </a:lnTo>
                  <a:lnTo>
                    <a:pt x="57073" y="370284"/>
                  </a:lnTo>
                  <a:cubicBezTo>
                    <a:pt x="66094" y="364150"/>
                    <a:pt x="73933" y="356434"/>
                    <a:pt x="80219" y="347519"/>
                  </a:cubicBezTo>
                  <a:cubicBezTo>
                    <a:pt x="80505" y="347100"/>
                    <a:pt x="80762" y="346652"/>
                    <a:pt x="80981" y="346186"/>
                  </a:cubicBezTo>
                  <a:lnTo>
                    <a:pt x="80981" y="346186"/>
                  </a:lnTo>
                  <a:cubicBezTo>
                    <a:pt x="89459" y="330850"/>
                    <a:pt x="87458" y="311705"/>
                    <a:pt x="92316" y="294846"/>
                  </a:cubicBezTo>
                  <a:cubicBezTo>
                    <a:pt x="101270" y="264652"/>
                    <a:pt x="131845" y="245316"/>
                    <a:pt x="162706" y="238839"/>
                  </a:cubicBezTo>
                  <a:cubicBezTo>
                    <a:pt x="172736" y="237391"/>
                    <a:pt x="182575" y="234838"/>
                    <a:pt x="192043" y="231219"/>
                  </a:cubicBezTo>
                  <a:cubicBezTo>
                    <a:pt x="194500" y="230171"/>
                    <a:pt x="196805" y="228790"/>
                    <a:pt x="198901" y="227123"/>
                  </a:cubicBezTo>
                  <a:cubicBezTo>
                    <a:pt x="199539" y="226733"/>
                    <a:pt x="200148" y="226285"/>
                    <a:pt x="200711" y="225790"/>
                  </a:cubicBezTo>
                  <a:cubicBezTo>
                    <a:pt x="201768" y="224875"/>
                    <a:pt x="202749" y="223894"/>
                    <a:pt x="203663" y="222837"/>
                  </a:cubicBezTo>
                  <a:cubicBezTo>
                    <a:pt x="204235" y="222389"/>
                    <a:pt x="204721" y="221846"/>
                    <a:pt x="205092" y="221217"/>
                  </a:cubicBezTo>
                  <a:lnTo>
                    <a:pt x="205092" y="221217"/>
                  </a:lnTo>
                  <a:lnTo>
                    <a:pt x="206045" y="220075"/>
                  </a:lnTo>
                  <a:lnTo>
                    <a:pt x="206045" y="220075"/>
                  </a:lnTo>
                  <a:cubicBezTo>
                    <a:pt x="210578" y="213036"/>
                    <a:pt x="214465" y="205616"/>
                    <a:pt x="217665" y="197881"/>
                  </a:cubicBezTo>
                  <a:lnTo>
                    <a:pt x="232714" y="178260"/>
                  </a:lnTo>
                  <a:cubicBezTo>
                    <a:pt x="246049" y="167687"/>
                    <a:pt x="264528" y="162163"/>
                    <a:pt x="270814" y="146446"/>
                  </a:cubicBezTo>
                  <a:cubicBezTo>
                    <a:pt x="273167" y="140350"/>
                    <a:pt x="273396" y="133645"/>
                    <a:pt x="271481" y="127396"/>
                  </a:cubicBezTo>
                  <a:cubicBezTo>
                    <a:pt x="269843" y="121234"/>
                    <a:pt x="266814" y="115528"/>
                    <a:pt x="262623" y="110728"/>
                  </a:cubicBezTo>
                  <a:cubicBezTo>
                    <a:pt x="253793" y="101555"/>
                    <a:pt x="243373" y="94068"/>
                    <a:pt x="231857" y="88630"/>
                  </a:cubicBezTo>
                  <a:lnTo>
                    <a:pt x="197853" y="69580"/>
                  </a:lnTo>
                  <a:cubicBezTo>
                    <a:pt x="186709" y="63388"/>
                    <a:pt x="173660" y="52530"/>
                    <a:pt x="178803" y="41005"/>
                  </a:cubicBezTo>
                  <a:cubicBezTo>
                    <a:pt x="182699" y="34032"/>
                    <a:pt x="190538" y="30222"/>
                    <a:pt x="198424" y="31480"/>
                  </a:cubicBezTo>
                  <a:cubicBezTo>
                    <a:pt x="206092" y="32851"/>
                    <a:pt x="213598" y="35013"/>
                    <a:pt x="220808" y="37957"/>
                  </a:cubicBezTo>
                  <a:cubicBezTo>
                    <a:pt x="241144" y="42776"/>
                    <a:pt x="262252" y="43357"/>
                    <a:pt x="282816" y="39671"/>
                  </a:cubicBezTo>
                  <a:cubicBezTo>
                    <a:pt x="305486" y="37195"/>
                    <a:pt x="330441" y="33194"/>
                    <a:pt x="347872" y="19954"/>
                  </a:cubicBezTo>
                  <a:cubicBezTo>
                    <a:pt x="349396" y="20783"/>
                    <a:pt x="350920" y="21545"/>
                    <a:pt x="352444" y="22240"/>
                  </a:cubicBezTo>
                  <a:cubicBezTo>
                    <a:pt x="354539" y="23193"/>
                    <a:pt x="356635" y="23955"/>
                    <a:pt x="358826" y="24717"/>
                  </a:cubicBezTo>
                  <a:cubicBezTo>
                    <a:pt x="360883" y="25393"/>
                    <a:pt x="362988" y="25927"/>
                    <a:pt x="365112" y="26336"/>
                  </a:cubicBezTo>
                  <a:lnTo>
                    <a:pt x="370541" y="27193"/>
                  </a:lnTo>
                  <a:cubicBezTo>
                    <a:pt x="372380" y="27288"/>
                    <a:pt x="374227" y="27288"/>
                    <a:pt x="376066" y="27193"/>
                  </a:cubicBezTo>
                  <a:lnTo>
                    <a:pt x="381495" y="27193"/>
                  </a:lnTo>
                  <a:cubicBezTo>
                    <a:pt x="390506" y="26155"/>
                    <a:pt x="399116" y="22878"/>
                    <a:pt x="406546" y="17668"/>
                  </a:cubicBezTo>
                  <a:lnTo>
                    <a:pt x="406546" y="17668"/>
                  </a:lnTo>
                  <a:cubicBezTo>
                    <a:pt x="413489" y="13039"/>
                    <a:pt x="419424" y="7048"/>
                    <a:pt x="423977" y="47"/>
                  </a:cubicBezTo>
                  <a:cubicBezTo>
                    <a:pt x="452552" y="14049"/>
                    <a:pt x="467601" y="59197"/>
                    <a:pt x="501129" y="64436"/>
                  </a:cubicBezTo>
                  <a:cubicBezTo>
                    <a:pt x="509606" y="65770"/>
                    <a:pt x="520179" y="65198"/>
                    <a:pt x="524370" y="72628"/>
                  </a:cubicBezTo>
                  <a:cubicBezTo>
                    <a:pt x="528561" y="80057"/>
                    <a:pt x="524370" y="86344"/>
                    <a:pt x="523608" y="93392"/>
                  </a:cubicBezTo>
                  <a:cubicBezTo>
                    <a:pt x="520751" y="118824"/>
                    <a:pt x="552183" y="134540"/>
                    <a:pt x="559994" y="159019"/>
                  </a:cubicBezTo>
                  <a:cubicBezTo>
                    <a:pt x="567804" y="183499"/>
                    <a:pt x="550564" y="205978"/>
                    <a:pt x="533705" y="225313"/>
                  </a:cubicBezTo>
                  <a:close/>
                </a:path>
              </a:pathLst>
            </a:custGeom>
            <a:grpFill/>
            <a:ln w="7144" cap="rnd">
              <a:solidFill>
                <a:schemeClr val="bg1"/>
              </a:solidFill>
              <a:prstDash val="solid"/>
              <a:round/>
            </a:ln>
          </p:spPr>
          <p:txBody>
            <a:bodyPr rtlCol="0" anchor="ctr"/>
            <a:lstStyle/>
            <a:p>
              <a:endParaRPr lang="en-IN"/>
            </a:p>
          </p:txBody>
        </p:sp>
        <p:sp>
          <p:nvSpPr>
            <p:cNvPr id="3595" name="Freeform: Shape 3594"/>
            <p:cNvSpPr/>
            <p:nvPr/>
          </p:nvSpPr>
          <p:spPr>
            <a:xfrm>
              <a:off x="5931121" y="4858104"/>
              <a:ext cx="15525" cy="2381"/>
            </a:xfrm>
            <a:custGeom>
              <a:avLst/>
              <a:gdLst>
                <a:gd name="connsiteX0" fmla="*/ 15289 w 15525"/>
                <a:gd name="connsiteY0" fmla="*/ 2428 h 2381"/>
                <a:gd name="connsiteX1" fmla="*/ 7954 w 15525"/>
                <a:gd name="connsiteY1" fmla="*/ 1476 h 2381"/>
                <a:gd name="connsiteX2" fmla="*/ 7954 w 15525"/>
                <a:gd name="connsiteY2" fmla="*/ 1476 h 2381"/>
                <a:gd name="connsiteX3" fmla="*/ 7192 w 15525"/>
                <a:gd name="connsiteY3" fmla="*/ 1476 h 2381"/>
                <a:gd name="connsiteX4" fmla="*/ 3287 w 15525"/>
                <a:gd name="connsiteY4" fmla="*/ 809 h 2381"/>
                <a:gd name="connsiteX5" fmla="*/ -237 w 15525"/>
                <a:gd name="connsiteY5" fmla="*/ 47 h 2381"/>
                <a:gd name="connsiteX6" fmla="*/ 620 w 15525"/>
                <a:gd name="connsiteY6" fmla="*/ 47 h 2381"/>
                <a:gd name="connsiteX7" fmla="*/ 15289 w 15525"/>
                <a:gd name="connsiteY7" fmla="*/ 2428 h 2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25" h="2381">
                  <a:moveTo>
                    <a:pt x="15289" y="2428"/>
                  </a:moveTo>
                  <a:cubicBezTo>
                    <a:pt x="12812" y="2428"/>
                    <a:pt x="10431" y="1857"/>
                    <a:pt x="7954" y="1476"/>
                  </a:cubicBezTo>
                  <a:lnTo>
                    <a:pt x="7954" y="1476"/>
                  </a:lnTo>
                  <a:lnTo>
                    <a:pt x="7192" y="1476"/>
                  </a:lnTo>
                  <a:lnTo>
                    <a:pt x="3287" y="809"/>
                  </a:lnTo>
                  <a:lnTo>
                    <a:pt x="-237" y="47"/>
                  </a:lnTo>
                  <a:lnTo>
                    <a:pt x="620" y="47"/>
                  </a:lnTo>
                  <a:cubicBezTo>
                    <a:pt x="4240" y="523"/>
                    <a:pt x="6716" y="1190"/>
                    <a:pt x="15289" y="2428"/>
                  </a:cubicBezTo>
                  <a:close/>
                </a:path>
              </a:pathLst>
            </a:custGeom>
            <a:grpFill/>
            <a:ln w="7144" cap="rnd">
              <a:solidFill>
                <a:schemeClr val="bg1"/>
              </a:solidFill>
              <a:prstDash val="solid"/>
              <a:round/>
            </a:ln>
          </p:spPr>
          <p:txBody>
            <a:bodyPr rtlCol="0" anchor="ctr"/>
            <a:lstStyle/>
            <a:p>
              <a:endParaRPr lang="en-IN"/>
            </a:p>
          </p:txBody>
        </p:sp>
        <p:sp>
          <p:nvSpPr>
            <p:cNvPr id="3596" name="Freeform: Shape 3595"/>
            <p:cNvSpPr/>
            <p:nvPr/>
          </p:nvSpPr>
          <p:spPr>
            <a:xfrm>
              <a:off x="5844920" y="4284794"/>
              <a:ext cx="23907" cy="24098"/>
            </a:xfrm>
            <a:custGeom>
              <a:avLst/>
              <a:gdLst>
                <a:gd name="connsiteX0" fmla="*/ 23670 w 23907"/>
                <a:gd name="connsiteY0" fmla="*/ 47 h 24098"/>
                <a:gd name="connsiteX1" fmla="*/ 22909 w 23907"/>
                <a:gd name="connsiteY1" fmla="*/ 1380 h 24098"/>
                <a:gd name="connsiteX2" fmla="*/ -237 w 23907"/>
                <a:gd name="connsiteY2" fmla="*/ 24145 h 24098"/>
              </a:gdLst>
              <a:ahLst/>
              <a:cxnLst>
                <a:cxn ang="0">
                  <a:pos x="connsiteX0" y="connsiteY0"/>
                </a:cxn>
                <a:cxn ang="0">
                  <a:pos x="connsiteX1" y="connsiteY1"/>
                </a:cxn>
                <a:cxn ang="0">
                  <a:pos x="connsiteX2" y="connsiteY2"/>
                </a:cxn>
              </a:cxnLst>
              <a:rect l="l" t="t" r="r" b="b"/>
              <a:pathLst>
                <a:path w="23907" h="24098">
                  <a:moveTo>
                    <a:pt x="23670" y="47"/>
                  </a:moveTo>
                  <a:cubicBezTo>
                    <a:pt x="23451" y="514"/>
                    <a:pt x="23194" y="961"/>
                    <a:pt x="22909" y="1380"/>
                  </a:cubicBezTo>
                  <a:cubicBezTo>
                    <a:pt x="16622" y="10296"/>
                    <a:pt x="8783" y="18011"/>
                    <a:pt x="-237" y="24145"/>
                  </a:cubicBezTo>
                  <a:close/>
                </a:path>
              </a:pathLst>
            </a:custGeom>
            <a:grpFill/>
            <a:ln w="7144" cap="rnd">
              <a:solidFill>
                <a:schemeClr val="bg1"/>
              </a:solidFill>
              <a:prstDash val="solid"/>
              <a:round/>
            </a:ln>
          </p:spPr>
          <p:txBody>
            <a:bodyPr rtlCol="0" anchor="ctr"/>
            <a:lstStyle/>
            <a:p>
              <a:endParaRPr lang="en-IN"/>
            </a:p>
          </p:txBody>
        </p:sp>
        <p:sp>
          <p:nvSpPr>
            <p:cNvPr id="3597" name="Freeform: Shape 3596"/>
            <p:cNvSpPr/>
            <p:nvPr/>
          </p:nvSpPr>
          <p:spPr>
            <a:xfrm>
              <a:off x="5987128" y="4158207"/>
              <a:ext cx="7143" cy="7048"/>
            </a:xfrm>
            <a:custGeom>
              <a:avLst/>
              <a:gdLst>
                <a:gd name="connsiteX0" fmla="*/ 6907 w 7143"/>
                <a:gd name="connsiteY0" fmla="*/ 47 h 7048"/>
                <a:gd name="connsiteX1" fmla="*/ 5954 w 7143"/>
                <a:gd name="connsiteY1" fmla="*/ 1190 h 7048"/>
                <a:gd name="connsiteX2" fmla="*/ 5954 w 7143"/>
                <a:gd name="connsiteY2" fmla="*/ 1190 h 7048"/>
                <a:gd name="connsiteX3" fmla="*/ 4525 w 7143"/>
                <a:gd name="connsiteY3" fmla="*/ 2809 h 7048"/>
                <a:gd name="connsiteX4" fmla="*/ 1573 w 7143"/>
                <a:gd name="connsiteY4" fmla="*/ 5762 h 7048"/>
                <a:gd name="connsiteX5" fmla="*/ -237 w 7143"/>
                <a:gd name="connsiteY5" fmla="*/ 7095 h 7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43" h="7048">
                  <a:moveTo>
                    <a:pt x="6907" y="47"/>
                  </a:moveTo>
                  <a:lnTo>
                    <a:pt x="5954" y="1190"/>
                  </a:lnTo>
                  <a:lnTo>
                    <a:pt x="5954" y="1190"/>
                  </a:lnTo>
                  <a:cubicBezTo>
                    <a:pt x="5583" y="1819"/>
                    <a:pt x="5097" y="2362"/>
                    <a:pt x="4525" y="2809"/>
                  </a:cubicBezTo>
                  <a:cubicBezTo>
                    <a:pt x="3611" y="3866"/>
                    <a:pt x="2630" y="4848"/>
                    <a:pt x="1573" y="5762"/>
                  </a:cubicBezTo>
                  <a:cubicBezTo>
                    <a:pt x="1011" y="6257"/>
                    <a:pt x="401" y="6705"/>
                    <a:pt x="-237" y="7095"/>
                  </a:cubicBezTo>
                  <a:close/>
                </a:path>
              </a:pathLst>
            </a:custGeom>
            <a:grpFill/>
            <a:ln w="7144" cap="rnd">
              <a:solidFill>
                <a:schemeClr val="bg1"/>
              </a:solidFill>
              <a:prstDash val="solid"/>
              <a:round/>
            </a:ln>
          </p:spPr>
          <p:txBody>
            <a:bodyPr rtlCol="0" anchor="ctr"/>
            <a:lstStyle/>
            <a:p>
              <a:endParaRPr lang="en-IN"/>
            </a:p>
          </p:txBody>
        </p:sp>
        <p:sp>
          <p:nvSpPr>
            <p:cNvPr id="3598" name="Freeform: Shape 3597"/>
            <p:cNvSpPr/>
            <p:nvPr/>
          </p:nvSpPr>
          <p:spPr>
            <a:xfrm>
              <a:off x="6194487" y="3938465"/>
              <a:ext cx="17430" cy="17621"/>
            </a:xfrm>
            <a:custGeom>
              <a:avLst/>
              <a:gdLst>
                <a:gd name="connsiteX0" fmla="*/ 17194 w 17430"/>
                <a:gd name="connsiteY0" fmla="*/ 47 h 17621"/>
                <a:gd name="connsiteX1" fmla="*/ -237 w 17430"/>
                <a:gd name="connsiteY1" fmla="*/ 17668 h 17621"/>
              </a:gdLst>
              <a:ahLst/>
              <a:cxnLst>
                <a:cxn ang="0">
                  <a:pos x="connsiteX0" y="connsiteY0"/>
                </a:cxn>
                <a:cxn ang="0">
                  <a:pos x="connsiteX1" y="connsiteY1"/>
                </a:cxn>
              </a:cxnLst>
              <a:rect l="l" t="t" r="r" b="b"/>
              <a:pathLst>
                <a:path w="17430" h="17621">
                  <a:moveTo>
                    <a:pt x="17194" y="47"/>
                  </a:moveTo>
                  <a:cubicBezTo>
                    <a:pt x="12641" y="7048"/>
                    <a:pt x="6707" y="13039"/>
                    <a:pt x="-237" y="17668"/>
                  </a:cubicBezTo>
                  <a:close/>
                </a:path>
              </a:pathLst>
            </a:custGeom>
            <a:grpFill/>
            <a:ln w="7144" cap="rnd">
              <a:solidFill>
                <a:schemeClr val="bg1"/>
              </a:solidFill>
              <a:prstDash val="solid"/>
              <a:round/>
            </a:ln>
          </p:spPr>
          <p:txBody>
            <a:bodyPr rtlCol="0" anchor="ctr"/>
            <a:lstStyle/>
            <a:p>
              <a:endParaRPr lang="en-IN"/>
            </a:p>
          </p:txBody>
        </p:sp>
        <p:sp>
          <p:nvSpPr>
            <p:cNvPr id="3599" name="Freeform: Shape 3598"/>
            <p:cNvSpPr/>
            <p:nvPr/>
          </p:nvSpPr>
          <p:spPr>
            <a:xfrm>
              <a:off x="5822822" y="4309083"/>
              <a:ext cx="21812" cy="22383"/>
            </a:xfrm>
            <a:custGeom>
              <a:avLst/>
              <a:gdLst>
                <a:gd name="connsiteX0" fmla="*/ 21575 w 21812"/>
                <a:gd name="connsiteY0" fmla="*/ 47 h 22383"/>
                <a:gd name="connsiteX1" fmla="*/ -237 w 21812"/>
                <a:gd name="connsiteY1" fmla="*/ 22431 h 22383"/>
                <a:gd name="connsiteX2" fmla="*/ 21575 w 21812"/>
                <a:gd name="connsiteY2" fmla="*/ 47 h 22383"/>
              </a:gdLst>
              <a:ahLst/>
              <a:cxnLst>
                <a:cxn ang="0">
                  <a:pos x="connsiteX0" y="connsiteY0"/>
                </a:cxn>
                <a:cxn ang="0">
                  <a:pos x="connsiteX1" y="connsiteY1"/>
                </a:cxn>
                <a:cxn ang="0">
                  <a:pos x="connsiteX2" y="connsiteY2"/>
                </a:cxn>
              </a:cxnLst>
              <a:rect l="l" t="t" r="r" b="b"/>
              <a:pathLst>
                <a:path w="21812" h="22383">
                  <a:moveTo>
                    <a:pt x="21575" y="47"/>
                  </a:moveTo>
                  <a:lnTo>
                    <a:pt x="-237" y="22431"/>
                  </a:lnTo>
                  <a:cubicBezTo>
                    <a:pt x="5373" y="13515"/>
                    <a:pt x="12802" y="5886"/>
                    <a:pt x="21575" y="47"/>
                  </a:cubicBezTo>
                  <a:close/>
                </a:path>
              </a:pathLst>
            </a:custGeom>
            <a:grpFill/>
            <a:ln w="7144" cap="rnd">
              <a:solidFill>
                <a:schemeClr val="bg1"/>
              </a:solidFill>
              <a:prstDash val="solid"/>
              <a:round/>
            </a:ln>
          </p:spPr>
          <p:txBody>
            <a:bodyPr rtlCol="0" anchor="ctr"/>
            <a:lstStyle/>
            <a:p>
              <a:endParaRPr lang="en-IN"/>
            </a:p>
          </p:txBody>
        </p:sp>
        <p:sp>
          <p:nvSpPr>
            <p:cNvPr id="3600" name="Freeform: Shape 3599"/>
            <p:cNvSpPr/>
            <p:nvPr/>
          </p:nvSpPr>
          <p:spPr>
            <a:xfrm>
              <a:off x="5987128" y="4158207"/>
              <a:ext cx="7143" cy="7048"/>
            </a:xfrm>
            <a:custGeom>
              <a:avLst/>
              <a:gdLst>
                <a:gd name="connsiteX0" fmla="*/ 6907 w 7143"/>
                <a:gd name="connsiteY0" fmla="*/ 47 h 7048"/>
                <a:gd name="connsiteX1" fmla="*/ 5954 w 7143"/>
                <a:gd name="connsiteY1" fmla="*/ 1190 h 7048"/>
                <a:gd name="connsiteX2" fmla="*/ 5954 w 7143"/>
                <a:gd name="connsiteY2" fmla="*/ 1190 h 7048"/>
                <a:gd name="connsiteX3" fmla="*/ 4525 w 7143"/>
                <a:gd name="connsiteY3" fmla="*/ 2809 h 7048"/>
                <a:gd name="connsiteX4" fmla="*/ 1573 w 7143"/>
                <a:gd name="connsiteY4" fmla="*/ 5762 h 7048"/>
                <a:gd name="connsiteX5" fmla="*/ -237 w 7143"/>
                <a:gd name="connsiteY5" fmla="*/ 7095 h 7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43" h="7048">
                  <a:moveTo>
                    <a:pt x="6907" y="47"/>
                  </a:moveTo>
                  <a:lnTo>
                    <a:pt x="5954" y="1190"/>
                  </a:lnTo>
                  <a:lnTo>
                    <a:pt x="5954" y="1190"/>
                  </a:lnTo>
                  <a:cubicBezTo>
                    <a:pt x="5583" y="1819"/>
                    <a:pt x="5097" y="2362"/>
                    <a:pt x="4525" y="2809"/>
                  </a:cubicBezTo>
                  <a:cubicBezTo>
                    <a:pt x="3611" y="3866"/>
                    <a:pt x="2630" y="4848"/>
                    <a:pt x="1573" y="5762"/>
                  </a:cubicBezTo>
                  <a:cubicBezTo>
                    <a:pt x="1011" y="6257"/>
                    <a:pt x="401" y="6705"/>
                    <a:pt x="-237" y="7095"/>
                  </a:cubicBezTo>
                  <a:close/>
                </a:path>
              </a:pathLst>
            </a:custGeom>
            <a:grpFill/>
            <a:ln w="7144" cap="rnd">
              <a:solidFill>
                <a:schemeClr val="bg1"/>
              </a:solidFill>
              <a:prstDash val="solid"/>
              <a:round/>
            </a:ln>
          </p:spPr>
          <p:txBody>
            <a:bodyPr rtlCol="0" anchor="ctr"/>
            <a:lstStyle/>
            <a:p>
              <a:endParaRPr lang="en-IN"/>
            </a:p>
          </p:txBody>
        </p:sp>
        <p:sp>
          <p:nvSpPr>
            <p:cNvPr id="3601" name="Freeform: Shape 3600"/>
            <p:cNvSpPr/>
            <p:nvPr/>
          </p:nvSpPr>
          <p:spPr>
            <a:xfrm>
              <a:off x="6005893" y="4116202"/>
              <a:ext cx="15049" cy="19621"/>
            </a:xfrm>
            <a:custGeom>
              <a:avLst/>
              <a:gdLst>
                <a:gd name="connsiteX0" fmla="*/ 14812 w 15049"/>
                <a:gd name="connsiteY0" fmla="*/ 47 h 19621"/>
                <a:gd name="connsiteX1" fmla="*/ -237 w 15049"/>
                <a:gd name="connsiteY1" fmla="*/ 19668 h 19621"/>
                <a:gd name="connsiteX2" fmla="*/ 8621 w 15049"/>
                <a:gd name="connsiteY2" fmla="*/ 5762 h 19621"/>
                <a:gd name="connsiteX3" fmla="*/ 14812 w 15049"/>
                <a:gd name="connsiteY3" fmla="*/ 47 h 19621"/>
              </a:gdLst>
              <a:ahLst/>
              <a:cxnLst>
                <a:cxn ang="0">
                  <a:pos x="connsiteX0" y="connsiteY0"/>
                </a:cxn>
                <a:cxn ang="0">
                  <a:pos x="connsiteX1" y="connsiteY1"/>
                </a:cxn>
                <a:cxn ang="0">
                  <a:pos x="connsiteX2" y="connsiteY2"/>
                </a:cxn>
                <a:cxn ang="0">
                  <a:pos x="connsiteX3" y="connsiteY3"/>
                </a:cxn>
              </a:cxnLst>
              <a:rect l="l" t="t" r="r" b="b"/>
              <a:pathLst>
                <a:path w="15049" h="19621">
                  <a:moveTo>
                    <a:pt x="14812" y="47"/>
                  </a:moveTo>
                  <a:lnTo>
                    <a:pt x="-237" y="19668"/>
                  </a:lnTo>
                  <a:cubicBezTo>
                    <a:pt x="2106" y="14668"/>
                    <a:pt x="5078" y="9991"/>
                    <a:pt x="8621" y="5762"/>
                  </a:cubicBezTo>
                  <a:cubicBezTo>
                    <a:pt x="10478" y="3638"/>
                    <a:pt x="12545" y="1723"/>
                    <a:pt x="14812" y="47"/>
                  </a:cubicBezTo>
                  <a:close/>
                </a:path>
              </a:pathLst>
            </a:custGeom>
            <a:grpFill/>
            <a:ln w="7144" cap="rnd">
              <a:solidFill>
                <a:schemeClr val="bg1"/>
              </a:solidFill>
              <a:prstDash val="solid"/>
              <a:round/>
            </a:ln>
          </p:spPr>
          <p:txBody>
            <a:bodyPr rtlCol="0" anchor="ctr"/>
            <a:lstStyle/>
            <a:p>
              <a:endParaRPr lang="en-IN"/>
            </a:p>
          </p:txBody>
        </p:sp>
        <p:sp>
          <p:nvSpPr>
            <p:cNvPr id="3602" name="Freeform: Shape 3601"/>
            <p:cNvSpPr/>
            <p:nvPr/>
          </p:nvSpPr>
          <p:spPr>
            <a:xfrm>
              <a:off x="4936323" y="3524917"/>
              <a:ext cx="1199585" cy="860933"/>
            </a:xfrm>
            <a:custGeom>
              <a:avLst/>
              <a:gdLst>
                <a:gd name="connsiteX0" fmla="*/ 1030090 w 1199585"/>
                <a:gd name="connsiteY0" fmla="*/ 454552 h 860933"/>
                <a:gd name="connsiteX1" fmla="*/ 1049140 w 1199585"/>
                <a:gd name="connsiteY1" fmla="*/ 483127 h 860933"/>
                <a:gd name="connsiteX2" fmla="*/ 1083144 w 1199585"/>
                <a:gd name="connsiteY2" fmla="*/ 502177 h 860933"/>
                <a:gd name="connsiteX3" fmla="*/ 1113910 w 1199585"/>
                <a:gd name="connsiteY3" fmla="*/ 524275 h 860933"/>
                <a:gd name="connsiteX4" fmla="*/ 1122768 w 1199585"/>
                <a:gd name="connsiteY4" fmla="*/ 540944 h 860933"/>
                <a:gd name="connsiteX5" fmla="*/ 1122101 w 1199585"/>
                <a:gd name="connsiteY5" fmla="*/ 559994 h 860933"/>
                <a:gd name="connsiteX6" fmla="*/ 1084001 w 1199585"/>
                <a:gd name="connsiteY6" fmla="*/ 591807 h 860933"/>
                <a:gd name="connsiteX7" fmla="*/ 1077810 w 1199585"/>
                <a:gd name="connsiteY7" fmla="*/ 597522 h 860933"/>
                <a:gd name="connsiteX8" fmla="*/ 1068952 w 1199585"/>
                <a:gd name="connsiteY8" fmla="*/ 611429 h 860933"/>
                <a:gd name="connsiteX9" fmla="*/ 1057331 w 1199585"/>
                <a:gd name="connsiteY9" fmla="*/ 633622 h 860933"/>
                <a:gd name="connsiteX10" fmla="*/ 1057331 w 1199585"/>
                <a:gd name="connsiteY10" fmla="*/ 633622 h 860933"/>
                <a:gd name="connsiteX11" fmla="*/ 1049902 w 1199585"/>
                <a:gd name="connsiteY11" fmla="*/ 641052 h 860933"/>
                <a:gd name="connsiteX12" fmla="*/ 1043043 w 1199585"/>
                <a:gd name="connsiteY12" fmla="*/ 645147 h 860933"/>
                <a:gd name="connsiteX13" fmla="*/ 1013707 w 1199585"/>
                <a:gd name="connsiteY13" fmla="*/ 652767 h 860933"/>
                <a:gd name="connsiteX14" fmla="*/ 943317 w 1199585"/>
                <a:gd name="connsiteY14" fmla="*/ 708774 h 860933"/>
                <a:gd name="connsiteX15" fmla="*/ 931982 w 1199585"/>
                <a:gd name="connsiteY15" fmla="*/ 760114 h 860933"/>
                <a:gd name="connsiteX16" fmla="*/ 931982 w 1199585"/>
                <a:gd name="connsiteY16" fmla="*/ 760114 h 860933"/>
                <a:gd name="connsiteX17" fmla="*/ 908074 w 1199585"/>
                <a:gd name="connsiteY17" fmla="*/ 784212 h 860933"/>
                <a:gd name="connsiteX18" fmla="*/ 908074 w 1199585"/>
                <a:gd name="connsiteY18" fmla="*/ 784212 h 860933"/>
                <a:gd name="connsiteX19" fmla="*/ 885976 w 1199585"/>
                <a:gd name="connsiteY19" fmla="*/ 806596 h 860933"/>
                <a:gd name="connsiteX20" fmla="*/ 782440 w 1199585"/>
                <a:gd name="connsiteY20" fmla="*/ 789070 h 860933"/>
                <a:gd name="connsiteX21" fmla="*/ 762818 w 1199585"/>
                <a:gd name="connsiteY21" fmla="*/ 793356 h 860933"/>
                <a:gd name="connsiteX22" fmla="*/ 762818 w 1199585"/>
                <a:gd name="connsiteY22" fmla="*/ 793356 h 860933"/>
                <a:gd name="connsiteX23" fmla="*/ 751198 w 1199585"/>
                <a:gd name="connsiteY23" fmla="*/ 792118 h 860933"/>
                <a:gd name="connsiteX24" fmla="*/ 749102 w 1199585"/>
                <a:gd name="connsiteY24" fmla="*/ 791261 h 860933"/>
                <a:gd name="connsiteX25" fmla="*/ 719003 w 1199585"/>
                <a:gd name="connsiteY25" fmla="*/ 761829 h 860933"/>
                <a:gd name="connsiteX26" fmla="*/ 687380 w 1199585"/>
                <a:gd name="connsiteY26" fmla="*/ 777831 h 860933"/>
                <a:gd name="connsiteX27" fmla="*/ 682522 w 1199585"/>
                <a:gd name="connsiteY27" fmla="*/ 784784 h 860933"/>
                <a:gd name="connsiteX28" fmla="*/ 661282 w 1199585"/>
                <a:gd name="connsiteY28" fmla="*/ 804405 h 860933"/>
                <a:gd name="connsiteX29" fmla="*/ 598607 w 1199585"/>
                <a:gd name="connsiteY29" fmla="*/ 788594 h 860933"/>
                <a:gd name="connsiteX30" fmla="*/ 562126 w 1199585"/>
                <a:gd name="connsiteY30" fmla="*/ 798976 h 860933"/>
                <a:gd name="connsiteX31" fmla="*/ 529836 w 1199585"/>
                <a:gd name="connsiteY31" fmla="*/ 820217 h 860933"/>
                <a:gd name="connsiteX32" fmla="*/ 492689 w 1199585"/>
                <a:gd name="connsiteY32" fmla="*/ 827075 h 860933"/>
                <a:gd name="connsiteX33" fmla="*/ 471163 w 1199585"/>
                <a:gd name="connsiteY33" fmla="*/ 799071 h 860933"/>
                <a:gd name="connsiteX34" fmla="*/ 478783 w 1199585"/>
                <a:gd name="connsiteY34" fmla="*/ 786784 h 860933"/>
                <a:gd name="connsiteX35" fmla="*/ 484688 w 1199585"/>
                <a:gd name="connsiteY35" fmla="*/ 763543 h 860933"/>
                <a:gd name="connsiteX36" fmla="*/ 477354 w 1199585"/>
                <a:gd name="connsiteY36" fmla="*/ 755828 h 860933"/>
                <a:gd name="connsiteX37" fmla="*/ 455446 w 1199585"/>
                <a:gd name="connsiteY37" fmla="*/ 749351 h 860933"/>
                <a:gd name="connsiteX38" fmla="*/ 414679 w 1199585"/>
                <a:gd name="connsiteY38" fmla="*/ 756018 h 860933"/>
                <a:gd name="connsiteX39" fmla="*/ 395153 w 1199585"/>
                <a:gd name="connsiteY39" fmla="*/ 763448 h 860933"/>
                <a:gd name="connsiteX40" fmla="*/ 353072 w 1199585"/>
                <a:gd name="connsiteY40" fmla="*/ 807825 h 860933"/>
                <a:gd name="connsiteX41" fmla="*/ 352576 w 1199585"/>
                <a:gd name="connsiteY41" fmla="*/ 807834 h 860933"/>
                <a:gd name="connsiteX42" fmla="*/ 318039 w 1199585"/>
                <a:gd name="connsiteY42" fmla="*/ 860089 h 860933"/>
                <a:gd name="connsiteX43" fmla="*/ 283520 w 1199585"/>
                <a:gd name="connsiteY43" fmla="*/ 852792 h 860933"/>
                <a:gd name="connsiteX44" fmla="*/ 289616 w 1199585"/>
                <a:gd name="connsiteY44" fmla="*/ 813168 h 860933"/>
                <a:gd name="connsiteX45" fmla="*/ 246373 w 1199585"/>
                <a:gd name="connsiteY45" fmla="*/ 799643 h 860933"/>
                <a:gd name="connsiteX46" fmla="*/ 199795 w 1199585"/>
                <a:gd name="connsiteY46" fmla="*/ 805453 h 860933"/>
                <a:gd name="connsiteX47" fmla="*/ 133120 w 1199585"/>
                <a:gd name="connsiteY47" fmla="*/ 786403 h 860933"/>
                <a:gd name="connsiteX48" fmla="*/ 69398 w 1199585"/>
                <a:gd name="connsiteY48" fmla="*/ 757828 h 860933"/>
                <a:gd name="connsiteX49" fmla="*/ 76256 w 1199585"/>
                <a:gd name="connsiteY49" fmla="*/ 719728 h 860933"/>
                <a:gd name="connsiteX50" fmla="*/ 52253 w 1199585"/>
                <a:gd name="connsiteY50" fmla="*/ 692677 h 860933"/>
                <a:gd name="connsiteX51" fmla="*/ 27488 w 1199585"/>
                <a:gd name="connsiteY51" fmla="*/ 710384 h 860933"/>
                <a:gd name="connsiteX52" fmla="*/ 27202 w 1199585"/>
                <a:gd name="connsiteY52" fmla="*/ 714489 h 860933"/>
                <a:gd name="connsiteX53" fmla="*/ 6152 w 1199585"/>
                <a:gd name="connsiteY53" fmla="*/ 712203 h 860933"/>
                <a:gd name="connsiteX54" fmla="*/ 11391 w 1199585"/>
                <a:gd name="connsiteY54" fmla="*/ 709155 h 860933"/>
                <a:gd name="connsiteX55" fmla="*/ 16630 w 1199585"/>
                <a:gd name="connsiteY55" fmla="*/ 665245 h 860933"/>
                <a:gd name="connsiteX56" fmla="*/ 26155 w 1199585"/>
                <a:gd name="connsiteY56" fmla="*/ 651339 h 860933"/>
                <a:gd name="connsiteX57" fmla="*/ 27964 w 1199585"/>
                <a:gd name="connsiteY57" fmla="*/ 635337 h 860933"/>
                <a:gd name="connsiteX58" fmla="*/ 10629 w 1199585"/>
                <a:gd name="connsiteY58" fmla="*/ 629526 h 860933"/>
                <a:gd name="connsiteX59" fmla="*/ 437 w 1199585"/>
                <a:gd name="connsiteY59" fmla="*/ 617430 h 860933"/>
                <a:gd name="connsiteX60" fmla="*/ 10915 w 1199585"/>
                <a:gd name="connsiteY60" fmla="*/ 612858 h 860933"/>
                <a:gd name="connsiteX61" fmla="*/ 52443 w 1199585"/>
                <a:gd name="connsiteY61" fmla="*/ 611810 h 860933"/>
                <a:gd name="connsiteX62" fmla="*/ 75494 w 1199585"/>
                <a:gd name="connsiteY62" fmla="*/ 582187 h 860933"/>
                <a:gd name="connsiteX63" fmla="*/ 62826 w 1199585"/>
                <a:gd name="connsiteY63" fmla="*/ 564185 h 860933"/>
                <a:gd name="connsiteX64" fmla="*/ 51777 w 1199585"/>
                <a:gd name="connsiteY64" fmla="*/ 546754 h 860933"/>
                <a:gd name="connsiteX65" fmla="*/ 57968 w 1199585"/>
                <a:gd name="connsiteY65" fmla="*/ 548659 h 860933"/>
                <a:gd name="connsiteX66" fmla="*/ 112070 w 1199585"/>
                <a:gd name="connsiteY66" fmla="*/ 528085 h 860933"/>
                <a:gd name="connsiteX67" fmla="*/ 93687 w 1199585"/>
                <a:gd name="connsiteY67" fmla="*/ 515798 h 860933"/>
                <a:gd name="connsiteX68" fmla="*/ 138073 w 1199585"/>
                <a:gd name="connsiteY68" fmla="*/ 405213 h 860933"/>
                <a:gd name="connsiteX69" fmla="*/ 107022 w 1199585"/>
                <a:gd name="connsiteY69" fmla="*/ 337776 h 860933"/>
                <a:gd name="connsiteX70" fmla="*/ 127215 w 1199585"/>
                <a:gd name="connsiteY70" fmla="*/ 290151 h 860933"/>
                <a:gd name="connsiteX71" fmla="*/ 160933 w 1199585"/>
                <a:gd name="connsiteY71" fmla="*/ 263195 h 860933"/>
                <a:gd name="connsiteX72" fmla="*/ 201129 w 1199585"/>
                <a:gd name="connsiteY72" fmla="*/ 269291 h 860933"/>
                <a:gd name="connsiteX73" fmla="*/ 192747 w 1199585"/>
                <a:gd name="connsiteY73" fmla="*/ 304438 h 860933"/>
                <a:gd name="connsiteX74" fmla="*/ 201319 w 1199585"/>
                <a:gd name="connsiteY74" fmla="*/ 303390 h 860933"/>
                <a:gd name="connsiteX75" fmla="*/ 252278 w 1199585"/>
                <a:gd name="connsiteY75" fmla="*/ 313392 h 860933"/>
                <a:gd name="connsiteX76" fmla="*/ 245039 w 1199585"/>
                <a:gd name="connsiteY76" fmla="*/ 361017 h 860933"/>
                <a:gd name="connsiteX77" fmla="*/ 225989 w 1199585"/>
                <a:gd name="connsiteY77" fmla="*/ 427692 h 860933"/>
                <a:gd name="connsiteX78" fmla="*/ 209987 w 1199585"/>
                <a:gd name="connsiteY78" fmla="*/ 435407 h 860933"/>
                <a:gd name="connsiteX79" fmla="*/ 233228 w 1199585"/>
                <a:gd name="connsiteY79" fmla="*/ 449028 h 860933"/>
                <a:gd name="connsiteX80" fmla="*/ 295141 w 1199585"/>
                <a:gd name="connsiteY80" fmla="*/ 377209 h 860933"/>
                <a:gd name="connsiteX81" fmla="*/ 400487 w 1199585"/>
                <a:gd name="connsiteY81" fmla="*/ 401784 h 860933"/>
                <a:gd name="connsiteX82" fmla="*/ 387438 w 1199585"/>
                <a:gd name="connsiteY82" fmla="*/ 346920 h 860933"/>
                <a:gd name="connsiteX83" fmla="*/ 431348 w 1199585"/>
                <a:gd name="connsiteY83" fmla="*/ 333394 h 860933"/>
                <a:gd name="connsiteX84" fmla="*/ 389914 w 1199585"/>
                <a:gd name="connsiteY84" fmla="*/ 313487 h 860933"/>
                <a:gd name="connsiteX85" fmla="*/ 416203 w 1199585"/>
                <a:gd name="connsiteY85" fmla="*/ 276816 h 860933"/>
                <a:gd name="connsiteX86" fmla="*/ 462876 w 1199585"/>
                <a:gd name="connsiteY86" fmla="*/ 260242 h 860933"/>
                <a:gd name="connsiteX87" fmla="*/ 465828 w 1199585"/>
                <a:gd name="connsiteY87" fmla="*/ 218904 h 860933"/>
                <a:gd name="connsiteX88" fmla="*/ 385628 w 1199585"/>
                <a:gd name="connsiteY88" fmla="*/ 232715 h 860933"/>
                <a:gd name="connsiteX89" fmla="*/ 350005 w 1199585"/>
                <a:gd name="connsiteY89" fmla="*/ 168897 h 860933"/>
                <a:gd name="connsiteX90" fmla="*/ 383723 w 1199585"/>
                <a:gd name="connsiteY90" fmla="*/ 139846 h 860933"/>
                <a:gd name="connsiteX91" fmla="*/ 535171 w 1199585"/>
                <a:gd name="connsiteY91" fmla="*/ 55550 h 860933"/>
                <a:gd name="connsiteX92" fmla="*/ 571937 w 1199585"/>
                <a:gd name="connsiteY92" fmla="*/ 27832 h 860933"/>
                <a:gd name="connsiteX93" fmla="*/ 580510 w 1199585"/>
                <a:gd name="connsiteY93" fmla="*/ 5067 h 860933"/>
                <a:gd name="connsiteX94" fmla="*/ 701201 w 1199585"/>
                <a:gd name="connsiteY94" fmla="*/ 64894 h 860933"/>
                <a:gd name="connsiteX95" fmla="*/ 706144 w 1199585"/>
                <a:gd name="connsiteY95" fmla="*/ 98412 h 860933"/>
                <a:gd name="connsiteX96" fmla="*/ 686332 w 1199585"/>
                <a:gd name="connsiteY96" fmla="*/ 101651 h 860933"/>
                <a:gd name="connsiteX97" fmla="*/ 674998 w 1199585"/>
                <a:gd name="connsiteY97" fmla="*/ 170326 h 860933"/>
                <a:gd name="connsiteX98" fmla="*/ 619181 w 1199585"/>
                <a:gd name="connsiteY98" fmla="*/ 189376 h 860933"/>
                <a:gd name="connsiteX99" fmla="*/ 578509 w 1199585"/>
                <a:gd name="connsiteY99" fmla="*/ 227476 h 860933"/>
                <a:gd name="connsiteX100" fmla="*/ 601084 w 1199585"/>
                <a:gd name="connsiteY100" fmla="*/ 257385 h 860933"/>
                <a:gd name="connsiteX101" fmla="*/ 582148 w 1199585"/>
                <a:gd name="connsiteY101" fmla="*/ 293999 h 860933"/>
                <a:gd name="connsiteX102" fmla="*/ 598035 w 1199585"/>
                <a:gd name="connsiteY102" fmla="*/ 311772 h 860933"/>
                <a:gd name="connsiteX103" fmla="*/ 584301 w 1199585"/>
                <a:gd name="connsiteY103" fmla="*/ 358702 h 860933"/>
                <a:gd name="connsiteX104" fmla="*/ 603751 w 1199585"/>
                <a:gd name="connsiteY104" fmla="*/ 374923 h 860933"/>
                <a:gd name="connsiteX105" fmla="*/ 699953 w 1199585"/>
                <a:gd name="connsiteY105" fmla="*/ 373399 h 860933"/>
                <a:gd name="connsiteX106" fmla="*/ 652328 w 1199585"/>
                <a:gd name="connsiteY106" fmla="*/ 294818 h 860933"/>
                <a:gd name="connsiteX107" fmla="*/ 635755 w 1199585"/>
                <a:gd name="connsiteY107" fmla="*/ 249479 h 860933"/>
                <a:gd name="connsiteX108" fmla="*/ 664901 w 1199585"/>
                <a:gd name="connsiteY108" fmla="*/ 216999 h 860933"/>
                <a:gd name="connsiteX109" fmla="*/ 735481 w 1199585"/>
                <a:gd name="connsiteY109" fmla="*/ 254337 h 860933"/>
                <a:gd name="connsiteX110" fmla="*/ 815872 w 1199585"/>
                <a:gd name="connsiteY110" fmla="*/ 238811 h 860933"/>
                <a:gd name="connsiteX111" fmla="*/ 846257 w 1199585"/>
                <a:gd name="connsiteY111" fmla="*/ 229286 h 860933"/>
                <a:gd name="connsiteX112" fmla="*/ 874070 w 1199585"/>
                <a:gd name="connsiteY112" fmla="*/ 241287 h 860933"/>
                <a:gd name="connsiteX113" fmla="*/ 868393 w 1199585"/>
                <a:gd name="connsiteY113" fmla="*/ 265833 h 860933"/>
                <a:gd name="connsiteX114" fmla="*/ 865498 w 1199585"/>
                <a:gd name="connsiteY114" fmla="*/ 267291 h 860933"/>
                <a:gd name="connsiteX115" fmla="*/ 942936 w 1199585"/>
                <a:gd name="connsiteY115" fmla="*/ 248241 h 860933"/>
                <a:gd name="connsiteX116" fmla="*/ 933411 w 1199585"/>
                <a:gd name="connsiteY116" fmla="*/ 289389 h 860933"/>
                <a:gd name="connsiteX117" fmla="*/ 971035 w 1199585"/>
                <a:gd name="connsiteY117" fmla="*/ 294532 h 860933"/>
                <a:gd name="connsiteX118" fmla="*/ 1006658 w 1199585"/>
                <a:gd name="connsiteY118" fmla="*/ 274244 h 860933"/>
                <a:gd name="connsiteX119" fmla="*/ 1108671 w 1199585"/>
                <a:gd name="connsiteY119" fmla="*/ 301200 h 860933"/>
                <a:gd name="connsiteX120" fmla="*/ 1198396 w 1199585"/>
                <a:gd name="connsiteY120" fmla="*/ 316440 h 860933"/>
                <a:gd name="connsiteX121" fmla="*/ 1173727 w 1199585"/>
                <a:gd name="connsiteY121" fmla="*/ 354540 h 860933"/>
                <a:gd name="connsiteX122" fmla="*/ 1184680 w 1199585"/>
                <a:gd name="connsiteY122" fmla="*/ 396259 h 860933"/>
                <a:gd name="connsiteX123" fmla="*/ 1172774 w 1199585"/>
                <a:gd name="connsiteY123" fmla="*/ 403117 h 860933"/>
                <a:gd name="connsiteX124" fmla="*/ 1199349 w 1199585"/>
                <a:gd name="connsiteY124" fmla="*/ 432454 h 860933"/>
                <a:gd name="connsiteX125" fmla="*/ 1134293 w 1199585"/>
                <a:gd name="connsiteY125" fmla="*/ 452171 h 860933"/>
                <a:gd name="connsiteX126" fmla="*/ 1072285 w 1199585"/>
                <a:gd name="connsiteY126" fmla="*/ 450456 h 860933"/>
                <a:gd name="connsiteX127" fmla="*/ 1049902 w 1199585"/>
                <a:gd name="connsiteY127" fmla="*/ 443979 h 860933"/>
                <a:gd name="connsiteX128" fmla="*/ 1030090 w 1199585"/>
                <a:gd name="connsiteY128" fmla="*/ 454552 h 860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1199585" h="860933">
                  <a:moveTo>
                    <a:pt x="1030090" y="454552"/>
                  </a:moveTo>
                  <a:cubicBezTo>
                    <a:pt x="1025232" y="466363"/>
                    <a:pt x="1038281" y="477222"/>
                    <a:pt x="1049140" y="483127"/>
                  </a:cubicBezTo>
                  <a:lnTo>
                    <a:pt x="1083144" y="502177"/>
                  </a:lnTo>
                  <a:cubicBezTo>
                    <a:pt x="1094660" y="507616"/>
                    <a:pt x="1105080" y="515103"/>
                    <a:pt x="1113910" y="524275"/>
                  </a:cubicBezTo>
                  <a:cubicBezTo>
                    <a:pt x="1118101" y="529076"/>
                    <a:pt x="1121129" y="534781"/>
                    <a:pt x="1122768" y="540944"/>
                  </a:cubicBezTo>
                  <a:cubicBezTo>
                    <a:pt x="1124682" y="547192"/>
                    <a:pt x="1124454" y="553898"/>
                    <a:pt x="1122101" y="559994"/>
                  </a:cubicBezTo>
                  <a:cubicBezTo>
                    <a:pt x="1115910" y="575710"/>
                    <a:pt x="1097431" y="581235"/>
                    <a:pt x="1084001" y="591807"/>
                  </a:cubicBezTo>
                  <a:cubicBezTo>
                    <a:pt x="1081734" y="593484"/>
                    <a:pt x="1079667" y="595398"/>
                    <a:pt x="1077810" y="597522"/>
                  </a:cubicBezTo>
                  <a:cubicBezTo>
                    <a:pt x="1074267" y="601751"/>
                    <a:pt x="1071295" y="606428"/>
                    <a:pt x="1068952" y="611429"/>
                  </a:cubicBezTo>
                  <a:cubicBezTo>
                    <a:pt x="1065751" y="619163"/>
                    <a:pt x="1061865" y="626583"/>
                    <a:pt x="1057331" y="633622"/>
                  </a:cubicBezTo>
                  <a:lnTo>
                    <a:pt x="1057331" y="633622"/>
                  </a:lnTo>
                  <a:lnTo>
                    <a:pt x="1049902" y="641052"/>
                  </a:lnTo>
                  <a:cubicBezTo>
                    <a:pt x="1047806" y="642718"/>
                    <a:pt x="1045501" y="644100"/>
                    <a:pt x="1043043" y="645147"/>
                  </a:cubicBezTo>
                  <a:cubicBezTo>
                    <a:pt x="1033576" y="648767"/>
                    <a:pt x="1023737" y="651320"/>
                    <a:pt x="1013707" y="652767"/>
                  </a:cubicBezTo>
                  <a:cubicBezTo>
                    <a:pt x="982846" y="659244"/>
                    <a:pt x="952270" y="678580"/>
                    <a:pt x="943317" y="708774"/>
                  </a:cubicBezTo>
                  <a:cubicBezTo>
                    <a:pt x="938459" y="725634"/>
                    <a:pt x="940459" y="744779"/>
                    <a:pt x="931982" y="760114"/>
                  </a:cubicBezTo>
                  <a:lnTo>
                    <a:pt x="931982" y="760114"/>
                  </a:lnTo>
                  <a:lnTo>
                    <a:pt x="908074" y="784212"/>
                  </a:lnTo>
                  <a:lnTo>
                    <a:pt x="908074" y="784212"/>
                  </a:lnTo>
                  <a:cubicBezTo>
                    <a:pt x="899207" y="790023"/>
                    <a:pt x="891672" y="797652"/>
                    <a:pt x="885976" y="806596"/>
                  </a:cubicBezTo>
                  <a:cubicBezTo>
                    <a:pt x="852543" y="791928"/>
                    <a:pt x="817206" y="780783"/>
                    <a:pt x="782440" y="789070"/>
                  </a:cubicBezTo>
                  <a:cubicBezTo>
                    <a:pt x="776010" y="790966"/>
                    <a:pt x="769447" y="792394"/>
                    <a:pt x="762818" y="793356"/>
                  </a:cubicBezTo>
                  <a:lnTo>
                    <a:pt x="762818" y="793356"/>
                  </a:lnTo>
                  <a:lnTo>
                    <a:pt x="751198" y="792118"/>
                  </a:lnTo>
                  <a:cubicBezTo>
                    <a:pt x="750474" y="791890"/>
                    <a:pt x="749778" y="791604"/>
                    <a:pt x="749102" y="791261"/>
                  </a:cubicBezTo>
                  <a:cubicBezTo>
                    <a:pt x="736339" y="784879"/>
                    <a:pt x="732528" y="766305"/>
                    <a:pt x="719003" y="761829"/>
                  </a:cubicBezTo>
                  <a:cubicBezTo>
                    <a:pt x="707001" y="757923"/>
                    <a:pt x="694905" y="767639"/>
                    <a:pt x="687380" y="777831"/>
                  </a:cubicBezTo>
                  <a:lnTo>
                    <a:pt x="682522" y="784784"/>
                  </a:lnTo>
                  <a:cubicBezTo>
                    <a:pt x="677607" y="793337"/>
                    <a:pt x="670197" y="800186"/>
                    <a:pt x="661282" y="804405"/>
                  </a:cubicBezTo>
                  <a:cubicBezTo>
                    <a:pt x="640612" y="811835"/>
                    <a:pt x="620515" y="791070"/>
                    <a:pt x="598607" y="788594"/>
                  </a:cubicBezTo>
                  <a:cubicBezTo>
                    <a:pt x="585643" y="787994"/>
                    <a:pt x="572832" y="791632"/>
                    <a:pt x="562126" y="798976"/>
                  </a:cubicBezTo>
                  <a:cubicBezTo>
                    <a:pt x="551077" y="805644"/>
                    <a:pt x="541076" y="814026"/>
                    <a:pt x="529836" y="820217"/>
                  </a:cubicBezTo>
                  <a:cubicBezTo>
                    <a:pt x="518759" y="827084"/>
                    <a:pt x="505491" y="829532"/>
                    <a:pt x="492689" y="827075"/>
                  </a:cubicBezTo>
                  <a:cubicBezTo>
                    <a:pt x="479678" y="824179"/>
                    <a:pt x="470610" y="812387"/>
                    <a:pt x="471163" y="799071"/>
                  </a:cubicBezTo>
                  <a:cubicBezTo>
                    <a:pt x="471991" y="794137"/>
                    <a:pt x="474725" y="789718"/>
                    <a:pt x="478783" y="786784"/>
                  </a:cubicBezTo>
                  <a:cubicBezTo>
                    <a:pt x="485993" y="781403"/>
                    <a:pt x="488450" y="771716"/>
                    <a:pt x="484688" y="763543"/>
                  </a:cubicBezTo>
                  <a:cubicBezTo>
                    <a:pt x="483174" y="760228"/>
                    <a:pt x="480592" y="757514"/>
                    <a:pt x="477354" y="755828"/>
                  </a:cubicBezTo>
                  <a:cubicBezTo>
                    <a:pt x="470572" y="752189"/>
                    <a:pt x="463114" y="749979"/>
                    <a:pt x="455446" y="749351"/>
                  </a:cubicBezTo>
                  <a:cubicBezTo>
                    <a:pt x="441540" y="748760"/>
                    <a:pt x="427671" y="751027"/>
                    <a:pt x="414679" y="756018"/>
                  </a:cubicBezTo>
                  <a:cubicBezTo>
                    <a:pt x="408107" y="758209"/>
                    <a:pt x="401535" y="760876"/>
                    <a:pt x="395153" y="763448"/>
                  </a:cubicBezTo>
                  <a:cubicBezTo>
                    <a:pt x="395791" y="787317"/>
                    <a:pt x="376951" y="807187"/>
                    <a:pt x="353072" y="807825"/>
                  </a:cubicBezTo>
                  <a:cubicBezTo>
                    <a:pt x="352910" y="807825"/>
                    <a:pt x="352738" y="807834"/>
                    <a:pt x="352576" y="807834"/>
                  </a:cubicBezTo>
                  <a:cubicBezTo>
                    <a:pt x="357472" y="831799"/>
                    <a:pt x="342003" y="855193"/>
                    <a:pt x="318039" y="860089"/>
                  </a:cubicBezTo>
                  <a:cubicBezTo>
                    <a:pt x="306018" y="862536"/>
                    <a:pt x="293521" y="859898"/>
                    <a:pt x="283520" y="852792"/>
                  </a:cubicBezTo>
                  <a:cubicBezTo>
                    <a:pt x="298189" y="847077"/>
                    <a:pt x="299998" y="824979"/>
                    <a:pt x="289616" y="813168"/>
                  </a:cubicBezTo>
                  <a:cubicBezTo>
                    <a:pt x="278053" y="802234"/>
                    <a:pt x="262098" y="797243"/>
                    <a:pt x="246373" y="799643"/>
                  </a:cubicBezTo>
                  <a:cubicBezTo>
                    <a:pt x="230751" y="800881"/>
                    <a:pt x="215416" y="805358"/>
                    <a:pt x="199795" y="805453"/>
                  </a:cubicBezTo>
                  <a:cubicBezTo>
                    <a:pt x="176554" y="805453"/>
                    <a:pt x="154647" y="795928"/>
                    <a:pt x="133120" y="786403"/>
                  </a:cubicBezTo>
                  <a:lnTo>
                    <a:pt x="69398" y="757828"/>
                  </a:lnTo>
                  <a:cubicBezTo>
                    <a:pt x="75265" y="746046"/>
                    <a:pt x="77647" y="732825"/>
                    <a:pt x="76256" y="719728"/>
                  </a:cubicBezTo>
                  <a:cubicBezTo>
                    <a:pt x="74627" y="706612"/>
                    <a:pt x="65083" y="695849"/>
                    <a:pt x="52253" y="692677"/>
                  </a:cubicBezTo>
                  <a:cubicBezTo>
                    <a:pt x="40528" y="690725"/>
                    <a:pt x="29441" y="698649"/>
                    <a:pt x="27488" y="710384"/>
                  </a:cubicBezTo>
                  <a:cubicBezTo>
                    <a:pt x="27260" y="711737"/>
                    <a:pt x="27164" y="713118"/>
                    <a:pt x="27202" y="714489"/>
                  </a:cubicBezTo>
                  <a:lnTo>
                    <a:pt x="6152" y="712203"/>
                  </a:lnTo>
                  <a:cubicBezTo>
                    <a:pt x="8086" y="711546"/>
                    <a:pt x="9867" y="710508"/>
                    <a:pt x="11391" y="709155"/>
                  </a:cubicBezTo>
                  <a:cubicBezTo>
                    <a:pt x="22725" y="699059"/>
                    <a:pt x="10819" y="679342"/>
                    <a:pt x="16630" y="665245"/>
                  </a:cubicBezTo>
                  <a:cubicBezTo>
                    <a:pt x="19259" y="660254"/>
                    <a:pt x="22449" y="655587"/>
                    <a:pt x="26155" y="651339"/>
                  </a:cubicBezTo>
                  <a:cubicBezTo>
                    <a:pt x="29945" y="646862"/>
                    <a:pt x="30660" y="640547"/>
                    <a:pt x="27964" y="635337"/>
                  </a:cubicBezTo>
                  <a:cubicBezTo>
                    <a:pt x="24345" y="630193"/>
                    <a:pt x="16915" y="630479"/>
                    <a:pt x="10629" y="629526"/>
                  </a:cubicBezTo>
                  <a:cubicBezTo>
                    <a:pt x="4342" y="628574"/>
                    <a:pt x="-2420" y="623145"/>
                    <a:pt x="437" y="617430"/>
                  </a:cubicBezTo>
                  <a:cubicBezTo>
                    <a:pt x="2151" y="613810"/>
                    <a:pt x="6819" y="612953"/>
                    <a:pt x="10915" y="612858"/>
                  </a:cubicBezTo>
                  <a:cubicBezTo>
                    <a:pt x="24754" y="613991"/>
                    <a:pt x="38680" y="613639"/>
                    <a:pt x="52443" y="611810"/>
                  </a:cubicBezTo>
                  <a:cubicBezTo>
                    <a:pt x="65874" y="608381"/>
                    <a:pt x="78733" y="595713"/>
                    <a:pt x="75494" y="582187"/>
                  </a:cubicBezTo>
                  <a:cubicBezTo>
                    <a:pt x="73027" y="575129"/>
                    <a:pt x="68636" y="568890"/>
                    <a:pt x="62826" y="564185"/>
                  </a:cubicBezTo>
                  <a:cubicBezTo>
                    <a:pt x="57435" y="559651"/>
                    <a:pt x="53568" y="553565"/>
                    <a:pt x="51777" y="546754"/>
                  </a:cubicBezTo>
                  <a:lnTo>
                    <a:pt x="57968" y="548659"/>
                  </a:lnTo>
                  <a:cubicBezTo>
                    <a:pt x="78256" y="553707"/>
                    <a:pt x="103117" y="546945"/>
                    <a:pt x="112070" y="528085"/>
                  </a:cubicBezTo>
                  <a:lnTo>
                    <a:pt x="93687" y="515798"/>
                  </a:lnTo>
                  <a:cubicBezTo>
                    <a:pt x="126824" y="489252"/>
                    <a:pt x="143664" y="447304"/>
                    <a:pt x="138073" y="405213"/>
                  </a:cubicBezTo>
                  <a:cubicBezTo>
                    <a:pt x="135663" y="379867"/>
                    <a:pt x="124719" y="356083"/>
                    <a:pt x="107022" y="337776"/>
                  </a:cubicBezTo>
                  <a:cubicBezTo>
                    <a:pt x="129215" y="337776"/>
                    <a:pt x="142741" y="305486"/>
                    <a:pt x="127215" y="290151"/>
                  </a:cubicBezTo>
                  <a:cubicBezTo>
                    <a:pt x="136483" y="278940"/>
                    <a:pt x="147960" y="269767"/>
                    <a:pt x="160933" y="263195"/>
                  </a:cubicBezTo>
                  <a:cubicBezTo>
                    <a:pt x="174297" y="256689"/>
                    <a:pt x="190289" y="259118"/>
                    <a:pt x="201129" y="269291"/>
                  </a:cubicBezTo>
                  <a:cubicBezTo>
                    <a:pt x="210654" y="280149"/>
                    <a:pt x="206939" y="301200"/>
                    <a:pt x="192747" y="304438"/>
                  </a:cubicBezTo>
                  <a:lnTo>
                    <a:pt x="201319" y="303390"/>
                  </a:lnTo>
                  <a:cubicBezTo>
                    <a:pt x="219417" y="301581"/>
                    <a:pt x="238467" y="302057"/>
                    <a:pt x="252278" y="313392"/>
                  </a:cubicBezTo>
                  <a:cubicBezTo>
                    <a:pt x="268185" y="326441"/>
                    <a:pt x="265613" y="359207"/>
                    <a:pt x="245039" y="361017"/>
                  </a:cubicBezTo>
                  <a:cubicBezTo>
                    <a:pt x="264946" y="380829"/>
                    <a:pt x="253421" y="421310"/>
                    <a:pt x="225989" y="427692"/>
                  </a:cubicBezTo>
                  <a:cubicBezTo>
                    <a:pt x="219988" y="429120"/>
                    <a:pt x="212654" y="429787"/>
                    <a:pt x="209987" y="435407"/>
                  </a:cubicBezTo>
                  <a:cubicBezTo>
                    <a:pt x="205034" y="445694"/>
                    <a:pt x="222274" y="452076"/>
                    <a:pt x="233228" y="449028"/>
                  </a:cubicBezTo>
                  <a:cubicBezTo>
                    <a:pt x="266223" y="439388"/>
                    <a:pt x="290473" y="411261"/>
                    <a:pt x="295141" y="377209"/>
                  </a:cubicBezTo>
                  <a:cubicBezTo>
                    <a:pt x="331393" y="379400"/>
                    <a:pt x="367007" y="387706"/>
                    <a:pt x="400487" y="401784"/>
                  </a:cubicBezTo>
                  <a:lnTo>
                    <a:pt x="387438" y="346920"/>
                  </a:lnTo>
                  <a:cubicBezTo>
                    <a:pt x="399725" y="362350"/>
                    <a:pt x="429824" y="353016"/>
                    <a:pt x="431348" y="333394"/>
                  </a:cubicBezTo>
                  <a:cubicBezTo>
                    <a:pt x="432872" y="313773"/>
                    <a:pt x="404392" y="300057"/>
                    <a:pt x="389914" y="313487"/>
                  </a:cubicBezTo>
                  <a:cubicBezTo>
                    <a:pt x="385247" y="297580"/>
                    <a:pt x="400582" y="282531"/>
                    <a:pt x="416203" y="276816"/>
                  </a:cubicBezTo>
                  <a:cubicBezTo>
                    <a:pt x="431824" y="271101"/>
                    <a:pt x="449446" y="269958"/>
                    <a:pt x="462876" y="260242"/>
                  </a:cubicBezTo>
                  <a:cubicBezTo>
                    <a:pt x="476306" y="250527"/>
                    <a:pt x="480783" y="226143"/>
                    <a:pt x="465828" y="218904"/>
                  </a:cubicBezTo>
                  <a:cubicBezTo>
                    <a:pt x="440778" y="231000"/>
                    <a:pt x="412298" y="240335"/>
                    <a:pt x="385628" y="232715"/>
                  </a:cubicBezTo>
                  <a:cubicBezTo>
                    <a:pt x="358958" y="225095"/>
                    <a:pt x="338003" y="193853"/>
                    <a:pt x="350005" y="168897"/>
                  </a:cubicBezTo>
                  <a:cubicBezTo>
                    <a:pt x="358006" y="155991"/>
                    <a:pt x="369769" y="145847"/>
                    <a:pt x="383723" y="139846"/>
                  </a:cubicBezTo>
                  <a:lnTo>
                    <a:pt x="535171" y="55550"/>
                  </a:lnTo>
                  <a:cubicBezTo>
                    <a:pt x="549249" y="49016"/>
                    <a:pt x="561783" y="39576"/>
                    <a:pt x="571937" y="27832"/>
                  </a:cubicBezTo>
                  <a:cubicBezTo>
                    <a:pt x="576871" y="21193"/>
                    <a:pt x="579833" y="13306"/>
                    <a:pt x="580510" y="5067"/>
                  </a:cubicBezTo>
                  <a:cubicBezTo>
                    <a:pt x="630354" y="-11744"/>
                    <a:pt x="684389" y="15040"/>
                    <a:pt x="701201" y="64894"/>
                  </a:cubicBezTo>
                  <a:cubicBezTo>
                    <a:pt x="704839" y="75676"/>
                    <a:pt x="706516" y="87030"/>
                    <a:pt x="706144" y="98412"/>
                  </a:cubicBezTo>
                  <a:lnTo>
                    <a:pt x="686332" y="101651"/>
                  </a:lnTo>
                  <a:cubicBezTo>
                    <a:pt x="694238" y="124987"/>
                    <a:pt x="693381" y="153943"/>
                    <a:pt x="674998" y="170326"/>
                  </a:cubicBezTo>
                  <a:cubicBezTo>
                    <a:pt x="660139" y="183566"/>
                    <a:pt x="638517" y="184899"/>
                    <a:pt x="619181" y="189376"/>
                  </a:cubicBezTo>
                  <a:cubicBezTo>
                    <a:pt x="599845" y="193853"/>
                    <a:pt x="578605" y="207188"/>
                    <a:pt x="578509" y="227476"/>
                  </a:cubicBezTo>
                  <a:lnTo>
                    <a:pt x="601084" y="257385"/>
                  </a:lnTo>
                  <a:cubicBezTo>
                    <a:pt x="585748" y="262261"/>
                    <a:pt x="577261" y="278654"/>
                    <a:pt x="582148" y="293999"/>
                  </a:cubicBezTo>
                  <a:cubicBezTo>
                    <a:pt x="584662" y="301914"/>
                    <a:pt x="590444" y="308381"/>
                    <a:pt x="598035" y="311772"/>
                  </a:cubicBezTo>
                  <a:cubicBezTo>
                    <a:pt x="581281" y="320935"/>
                    <a:pt x="575137" y="341948"/>
                    <a:pt x="584301" y="358702"/>
                  </a:cubicBezTo>
                  <a:cubicBezTo>
                    <a:pt x="588501" y="366370"/>
                    <a:pt x="595445" y="372170"/>
                    <a:pt x="603751" y="374923"/>
                  </a:cubicBezTo>
                  <a:cubicBezTo>
                    <a:pt x="635374" y="383048"/>
                    <a:pt x="668597" y="382515"/>
                    <a:pt x="699953" y="373399"/>
                  </a:cubicBezTo>
                  <a:cubicBezTo>
                    <a:pt x="683637" y="347367"/>
                    <a:pt x="667759" y="321174"/>
                    <a:pt x="652328" y="294818"/>
                  </a:cubicBezTo>
                  <a:cubicBezTo>
                    <a:pt x="642793" y="281483"/>
                    <a:pt x="637069" y="265814"/>
                    <a:pt x="635755" y="249479"/>
                  </a:cubicBezTo>
                  <a:cubicBezTo>
                    <a:pt x="635755" y="233191"/>
                    <a:pt x="648613" y="215951"/>
                    <a:pt x="664901" y="216999"/>
                  </a:cubicBezTo>
                  <a:cubicBezTo>
                    <a:pt x="681608" y="239430"/>
                    <a:pt x="707535" y="253146"/>
                    <a:pt x="735481" y="254337"/>
                  </a:cubicBezTo>
                  <a:cubicBezTo>
                    <a:pt x="763113" y="255327"/>
                    <a:pt x="790602" y="250022"/>
                    <a:pt x="815872" y="238811"/>
                  </a:cubicBezTo>
                  <a:cubicBezTo>
                    <a:pt x="825474" y="234163"/>
                    <a:pt x="835713" y="230953"/>
                    <a:pt x="846257" y="229286"/>
                  </a:cubicBezTo>
                  <a:cubicBezTo>
                    <a:pt x="857020" y="227905"/>
                    <a:pt x="867688" y="232505"/>
                    <a:pt x="874070" y="241287"/>
                  </a:cubicBezTo>
                  <a:cubicBezTo>
                    <a:pt x="879280" y="249631"/>
                    <a:pt x="876737" y="260623"/>
                    <a:pt x="868393" y="265833"/>
                  </a:cubicBezTo>
                  <a:cubicBezTo>
                    <a:pt x="867479" y="266405"/>
                    <a:pt x="866507" y="266891"/>
                    <a:pt x="865498" y="267291"/>
                  </a:cubicBezTo>
                  <a:cubicBezTo>
                    <a:pt x="892872" y="273587"/>
                    <a:pt x="921609" y="266519"/>
                    <a:pt x="942936" y="248241"/>
                  </a:cubicBezTo>
                  <a:cubicBezTo>
                    <a:pt x="944307" y="262623"/>
                    <a:pt x="940964" y="277063"/>
                    <a:pt x="933411" y="289389"/>
                  </a:cubicBezTo>
                  <a:cubicBezTo>
                    <a:pt x="941602" y="300342"/>
                    <a:pt x="958557" y="300057"/>
                    <a:pt x="971035" y="294532"/>
                  </a:cubicBezTo>
                  <a:cubicBezTo>
                    <a:pt x="983512" y="289008"/>
                    <a:pt x="993990" y="279292"/>
                    <a:pt x="1006658" y="274244"/>
                  </a:cubicBezTo>
                  <a:cubicBezTo>
                    <a:pt x="1040662" y="260623"/>
                    <a:pt x="1077429" y="282150"/>
                    <a:pt x="1108671" y="301200"/>
                  </a:cubicBezTo>
                  <a:cubicBezTo>
                    <a:pt x="1136008" y="317868"/>
                    <a:pt x="1171155" y="333299"/>
                    <a:pt x="1198396" y="316440"/>
                  </a:cubicBezTo>
                  <a:cubicBezTo>
                    <a:pt x="1187671" y="327336"/>
                    <a:pt x="1179280" y="340300"/>
                    <a:pt x="1173727" y="354540"/>
                  </a:cubicBezTo>
                  <a:cubicBezTo>
                    <a:pt x="1168393" y="369370"/>
                    <a:pt x="1172755" y="385953"/>
                    <a:pt x="1184680" y="396259"/>
                  </a:cubicBezTo>
                  <a:lnTo>
                    <a:pt x="1172774" y="403117"/>
                  </a:lnTo>
                  <a:cubicBezTo>
                    <a:pt x="1177965" y="415681"/>
                    <a:pt x="1187357" y="426044"/>
                    <a:pt x="1199349" y="432454"/>
                  </a:cubicBezTo>
                  <a:cubicBezTo>
                    <a:pt x="1182013" y="445694"/>
                    <a:pt x="1156963" y="449694"/>
                    <a:pt x="1134293" y="452171"/>
                  </a:cubicBezTo>
                  <a:cubicBezTo>
                    <a:pt x="1113729" y="455857"/>
                    <a:pt x="1092621" y="455276"/>
                    <a:pt x="1072285" y="450456"/>
                  </a:cubicBezTo>
                  <a:cubicBezTo>
                    <a:pt x="1065075" y="447513"/>
                    <a:pt x="1057569" y="445351"/>
                    <a:pt x="1049902" y="443979"/>
                  </a:cubicBezTo>
                  <a:cubicBezTo>
                    <a:pt x="1041701" y="442827"/>
                    <a:pt x="1033690" y="447094"/>
                    <a:pt x="1030090" y="454552"/>
                  </a:cubicBezTo>
                  <a:close/>
                </a:path>
              </a:pathLst>
            </a:custGeom>
            <a:grpFill/>
            <a:ln w="7144" cap="rnd">
              <a:solidFill>
                <a:schemeClr val="bg1"/>
              </a:solidFill>
              <a:prstDash val="solid"/>
              <a:round/>
            </a:ln>
          </p:spPr>
          <p:txBody>
            <a:bodyPr rtlCol="0" anchor="ctr"/>
            <a:lstStyle/>
            <a:p>
              <a:endParaRPr lang="en-IN"/>
            </a:p>
          </p:txBody>
        </p:sp>
        <p:sp>
          <p:nvSpPr>
            <p:cNvPr id="3603" name="Freeform: Shape 3602"/>
            <p:cNvSpPr/>
            <p:nvPr/>
          </p:nvSpPr>
          <p:spPr>
            <a:xfrm>
              <a:off x="4942712" y="4236883"/>
              <a:ext cx="21050" cy="2476"/>
            </a:xfrm>
            <a:custGeom>
              <a:avLst/>
              <a:gdLst>
                <a:gd name="connsiteX0" fmla="*/ 20813 w 21050"/>
                <a:gd name="connsiteY0" fmla="*/ 2523 h 2476"/>
                <a:gd name="connsiteX1" fmla="*/ 20813 w 21050"/>
                <a:gd name="connsiteY1" fmla="*/ 2523 h 2476"/>
                <a:gd name="connsiteX2" fmla="*/ -237 w 21050"/>
                <a:gd name="connsiteY2" fmla="*/ 47 h 2476"/>
              </a:gdLst>
              <a:ahLst/>
              <a:cxnLst>
                <a:cxn ang="0">
                  <a:pos x="connsiteX0" y="connsiteY0"/>
                </a:cxn>
                <a:cxn ang="0">
                  <a:pos x="connsiteX1" y="connsiteY1"/>
                </a:cxn>
                <a:cxn ang="0">
                  <a:pos x="connsiteX2" y="connsiteY2"/>
                </a:cxn>
              </a:cxnLst>
              <a:rect l="l" t="t" r="r" b="b"/>
              <a:pathLst>
                <a:path w="21050" h="2476">
                  <a:moveTo>
                    <a:pt x="20813" y="2523"/>
                  </a:moveTo>
                  <a:lnTo>
                    <a:pt x="20813" y="2523"/>
                  </a:lnTo>
                  <a:lnTo>
                    <a:pt x="-237" y="47"/>
                  </a:lnTo>
                  <a:close/>
                </a:path>
              </a:pathLst>
            </a:custGeom>
            <a:grpFill/>
            <a:ln w="7144" cap="rnd">
              <a:solidFill>
                <a:schemeClr val="bg1"/>
              </a:solidFill>
              <a:prstDash val="solid"/>
              <a:round/>
            </a:ln>
          </p:spPr>
          <p:txBody>
            <a:bodyPr rtlCol="0" anchor="ctr"/>
            <a:lstStyle/>
            <a:p>
              <a:endParaRPr lang="en-IN"/>
            </a:p>
          </p:txBody>
        </p:sp>
        <p:sp>
          <p:nvSpPr>
            <p:cNvPr id="3604" name="Freeform: Shape 3603"/>
            <p:cNvSpPr/>
            <p:nvPr/>
          </p:nvSpPr>
          <p:spPr>
            <a:xfrm>
              <a:off x="5687376" y="4316989"/>
              <a:ext cx="11620" cy="1445"/>
            </a:xfrm>
            <a:custGeom>
              <a:avLst/>
              <a:gdLst>
                <a:gd name="connsiteX0" fmla="*/ 11383 w 11620"/>
                <a:gd name="connsiteY0" fmla="*/ 1285 h 1445"/>
                <a:gd name="connsiteX1" fmla="*/ -237 w 11620"/>
                <a:gd name="connsiteY1" fmla="*/ 47 h 1445"/>
              </a:gdLst>
              <a:ahLst/>
              <a:cxnLst>
                <a:cxn ang="0">
                  <a:pos x="connsiteX0" y="connsiteY0"/>
                </a:cxn>
                <a:cxn ang="0">
                  <a:pos x="connsiteX1" y="connsiteY1"/>
                </a:cxn>
              </a:cxnLst>
              <a:rect l="l" t="t" r="r" b="b"/>
              <a:pathLst>
                <a:path w="11620" h="1445">
                  <a:moveTo>
                    <a:pt x="11383" y="1285"/>
                  </a:moveTo>
                  <a:cubicBezTo>
                    <a:pt x="7468" y="1790"/>
                    <a:pt x="3487" y="1371"/>
                    <a:pt x="-237" y="47"/>
                  </a:cubicBezTo>
                  <a:close/>
                </a:path>
              </a:pathLst>
            </a:custGeom>
            <a:grpFill/>
            <a:ln w="7144" cap="rnd">
              <a:solidFill>
                <a:schemeClr val="bg1"/>
              </a:solidFill>
              <a:prstDash val="solid"/>
              <a:round/>
            </a:ln>
          </p:spPr>
          <p:txBody>
            <a:bodyPr rtlCol="0" anchor="ctr"/>
            <a:lstStyle/>
            <a:p>
              <a:endParaRPr lang="en-IN"/>
            </a:p>
          </p:txBody>
        </p:sp>
        <p:sp>
          <p:nvSpPr>
            <p:cNvPr id="3605" name="Freeform: Shape 3604"/>
            <p:cNvSpPr/>
            <p:nvPr/>
          </p:nvSpPr>
          <p:spPr>
            <a:xfrm>
              <a:off x="5844920" y="4284794"/>
              <a:ext cx="23907" cy="24098"/>
            </a:xfrm>
            <a:custGeom>
              <a:avLst/>
              <a:gdLst>
                <a:gd name="connsiteX0" fmla="*/ 23670 w 23907"/>
                <a:gd name="connsiteY0" fmla="*/ 47 h 24098"/>
                <a:gd name="connsiteX1" fmla="*/ 22909 w 23907"/>
                <a:gd name="connsiteY1" fmla="*/ 1380 h 24098"/>
                <a:gd name="connsiteX2" fmla="*/ -237 w 23907"/>
                <a:gd name="connsiteY2" fmla="*/ 24145 h 24098"/>
              </a:gdLst>
              <a:ahLst/>
              <a:cxnLst>
                <a:cxn ang="0">
                  <a:pos x="connsiteX0" y="connsiteY0"/>
                </a:cxn>
                <a:cxn ang="0">
                  <a:pos x="connsiteX1" y="connsiteY1"/>
                </a:cxn>
                <a:cxn ang="0">
                  <a:pos x="connsiteX2" y="connsiteY2"/>
                </a:cxn>
              </a:cxnLst>
              <a:rect l="l" t="t" r="r" b="b"/>
              <a:pathLst>
                <a:path w="23907" h="24098">
                  <a:moveTo>
                    <a:pt x="23670" y="47"/>
                  </a:moveTo>
                  <a:cubicBezTo>
                    <a:pt x="23451" y="514"/>
                    <a:pt x="23194" y="961"/>
                    <a:pt x="22909" y="1380"/>
                  </a:cubicBezTo>
                  <a:cubicBezTo>
                    <a:pt x="16622" y="10296"/>
                    <a:pt x="8783" y="18011"/>
                    <a:pt x="-237" y="24145"/>
                  </a:cubicBezTo>
                  <a:close/>
                </a:path>
              </a:pathLst>
            </a:custGeom>
            <a:grpFill/>
            <a:ln w="7144" cap="rnd">
              <a:solidFill>
                <a:schemeClr val="bg1"/>
              </a:solidFill>
              <a:prstDash val="solid"/>
              <a:round/>
            </a:ln>
          </p:spPr>
          <p:txBody>
            <a:bodyPr rtlCol="0" anchor="ctr"/>
            <a:lstStyle/>
            <a:p>
              <a:endParaRPr lang="en-IN"/>
            </a:p>
          </p:txBody>
        </p:sp>
        <p:sp>
          <p:nvSpPr>
            <p:cNvPr id="3606" name="Freeform: Shape 3605"/>
            <p:cNvSpPr/>
            <p:nvPr/>
          </p:nvSpPr>
          <p:spPr>
            <a:xfrm>
              <a:off x="5987128" y="4158207"/>
              <a:ext cx="7143" cy="7048"/>
            </a:xfrm>
            <a:custGeom>
              <a:avLst/>
              <a:gdLst>
                <a:gd name="connsiteX0" fmla="*/ 6907 w 7143"/>
                <a:gd name="connsiteY0" fmla="*/ 47 h 7048"/>
                <a:gd name="connsiteX1" fmla="*/ 5954 w 7143"/>
                <a:gd name="connsiteY1" fmla="*/ 1190 h 7048"/>
                <a:gd name="connsiteX2" fmla="*/ 5954 w 7143"/>
                <a:gd name="connsiteY2" fmla="*/ 1190 h 7048"/>
                <a:gd name="connsiteX3" fmla="*/ 4525 w 7143"/>
                <a:gd name="connsiteY3" fmla="*/ 2809 h 7048"/>
                <a:gd name="connsiteX4" fmla="*/ 1573 w 7143"/>
                <a:gd name="connsiteY4" fmla="*/ 5762 h 7048"/>
                <a:gd name="connsiteX5" fmla="*/ -237 w 7143"/>
                <a:gd name="connsiteY5" fmla="*/ 7095 h 7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43" h="7048">
                  <a:moveTo>
                    <a:pt x="6907" y="47"/>
                  </a:moveTo>
                  <a:lnTo>
                    <a:pt x="5954" y="1190"/>
                  </a:lnTo>
                  <a:lnTo>
                    <a:pt x="5954" y="1190"/>
                  </a:lnTo>
                  <a:cubicBezTo>
                    <a:pt x="5583" y="1819"/>
                    <a:pt x="5097" y="2362"/>
                    <a:pt x="4525" y="2809"/>
                  </a:cubicBezTo>
                  <a:cubicBezTo>
                    <a:pt x="3611" y="3866"/>
                    <a:pt x="2630" y="4848"/>
                    <a:pt x="1573" y="5762"/>
                  </a:cubicBezTo>
                  <a:cubicBezTo>
                    <a:pt x="1011" y="6257"/>
                    <a:pt x="401" y="6705"/>
                    <a:pt x="-237" y="7095"/>
                  </a:cubicBezTo>
                  <a:close/>
                </a:path>
              </a:pathLst>
            </a:custGeom>
            <a:grpFill/>
            <a:ln w="7144" cap="rnd">
              <a:solidFill>
                <a:schemeClr val="bg1"/>
              </a:solidFill>
              <a:prstDash val="solid"/>
              <a:round/>
            </a:ln>
          </p:spPr>
          <p:txBody>
            <a:bodyPr rtlCol="0" anchor="ctr"/>
            <a:lstStyle/>
            <a:p>
              <a:endParaRPr lang="en-IN"/>
            </a:p>
          </p:txBody>
        </p:sp>
        <p:sp>
          <p:nvSpPr>
            <p:cNvPr id="3607" name="Freeform: Shape 3606"/>
            <p:cNvSpPr/>
            <p:nvPr/>
          </p:nvSpPr>
          <p:spPr>
            <a:xfrm>
              <a:off x="5931121" y="4858104"/>
              <a:ext cx="15525" cy="2381"/>
            </a:xfrm>
            <a:custGeom>
              <a:avLst/>
              <a:gdLst>
                <a:gd name="connsiteX0" fmla="*/ 15289 w 15525"/>
                <a:gd name="connsiteY0" fmla="*/ 2428 h 2381"/>
                <a:gd name="connsiteX1" fmla="*/ 7954 w 15525"/>
                <a:gd name="connsiteY1" fmla="*/ 1476 h 2381"/>
                <a:gd name="connsiteX2" fmla="*/ 7954 w 15525"/>
                <a:gd name="connsiteY2" fmla="*/ 1476 h 2381"/>
                <a:gd name="connsiteX3" fmla="*/ 7192 w 15525"/>
                <a:gd name="connsiteY3" fmla="*/ 1476 h 2381"/>
                <a:gd name="connsiteX4" fmla="*/ 3287 w 15525"/>
                <a:gd name="connsiteY4" fmla="*/ 809 h 2381"/>
                <a:gd name="connsiteX5" fmla="*/ -237 w 15525"/>
                <a:gd name="connsiteY5" fmla="*/ 47 h 2381"/>
                <a:gd name="connsiteX6" fmla="*/ 620 w 15525"/>
                <a:gd name="connsiteY6" fmla="*/ 47 h 2381"/>
                <a:gd name="connsiteX7" fmla="*/ 15289 w 15525"/>
                <a:gd name="connsiteY7" fmla="*/ 2428 h 2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25" h="2381">
                  <a:moveTo>
                    <a:pt x="15289" y="2428"/>
                  </a:moveTo>
                  <a:cubicBezTo>
                    <a:pt x="12812" y="2428"/>
                    <a:pt x="10431" y="1857"/>
                    <a:pt x="7954" y="1476"/>
                  </a:cubicBezTo>
                  <a:lnTo>
                    <a:pt x="7954" y="1476"/>
                  </a:lnTo>
                  <a:lnTo>
                    <a:pt x="7192" y="1476"/>
                  </a:lnTo>
                  <a:lnTo>
                    <a:pt x="3287" y="809"/>
                  </a:lnTo>
                  <a:lnTo>
                    <a:pt x="-237" y="47"/>
                  </a:lnTo>
                  <a:lnTo>
                    <a:pt x="620" y="47"/>
                  </a:lnTo>
                  <a:cubicBezTo>
                    <a:pt x="4240" y="523"/>
                    <a:pt x="6716" y="1190"/>
                    <a:pt x="15289" y="2428"/>
                  </a:cubicBezTo>
                  <a:close/>
                </a:path>
              </a:pathLst>
            </a:custGeom>
            <a:grpFill/>
            <a:ln w="7144" cap="rnd">
              <a:solidFill>
                <a:schemeClr val="bg1"/>
              </a:solidFill>
              <a:prstDash val="solid"/>
              <a:round/>
            </a:ln>
          </p:spPr>
          <p:txBody>
            <a:bodyPr rtlCol="0" anchor="ctr"/>
            <a:lstStyle/>
            <a:p>
              <a:endParaRPr lang="en-IN"/>
            </a:p>
          </p:txBody>
        </p:sp>
        <p:sp>
          <p:nvSpPr>
            <p:cNvPr id="3608" name="Freeform: Shape 3607"/>
            <p:cNvSpPr/>
            <p:nvPr/>
          </p:nvSpPr>
          <p:spPr>
            <a:xfrm>
              <a:off x="5379847" y="4550264"/>
              <a:ext cx="631474" cy="619136"/>
            </a:xfrm>
            <a:custGeom>
              <a:avLst/>
              <a:gdLst>
                <a:gd name="connsiteX0" fmla="*/ 631238 w 631474"/>
                <a:gd name="connsiteY0" fmla="*/ 308172 h 619136"/>
                <a:gd name="connsiteX1" fmla="*/ 625046 w 631474"/>
                <a:gd name="connsiteY1" fmla="*/ 319507 h 619136"/>
                <a:gd name="connsiteX2" fmla="*/ 609901 w 631474"/>
                <a:gd name="connsiteY2" fmla="*/ 367132 h 619136"/>
                <a:gd name="connsiteX3" fmla="*/ 501317 w 631474"/>
                <a:gd name="connsiteY3" fmla="*/ 425806 h 619136"/>
                <a:gd name="connsiteX4" fmla="*/ 468170 w 631474"/>
                <a:gd name="connsiteY4" fmla="*/ 419233 h 619136"/>
                <a:gd name="connsiteX5" fmla="*/ 438737 w 631474"/>
                <a:gd name="connsiteY5" fmla="*/ 431616 h 619136"/>
                <a:gd name="connsiteX6" fmla="*/ 457787 w 631474"/>
                <a:gd name="connsiteY6" fmla="*/ 462001 h 619136"/>
                <a:gd name="connsiteX7" fmla="*/ 433784 w 631474"/>
                <a:gd name="connsiteY7" fmla="*/ 478098 h 619136"/>
                <a:gd name="connsiteX8" fmla="*/ 420640 w 631474"/>
                <a:gd name="connsiteY8" fmla="*/ 444856 h 619136"/>
                <a:gd name="connsiteX9" fmla="*/ 396732 w 631474"/>
                <a:gd name="connsiteY9" fmla="*/ 456572 h 619136"/>
                <a:gd name="connsiteX10" fmla="*/ 387207 w 631474"/>
                <a:gd name="connsiteY10" fmla="*/ 485147 h 619136"/>
                <a:gd name="connsiteX11" fmla="*/ 330914 w 631474"/>
                <a:gd name="connsiteY11" fmla="*/ 498958 h 619136"/>
                <a:gd name="connsiteX12" fmla="*/ 278527 w 631474"/>
                <a:gd name="connsiteY12" fmla="*/ 519532 h 619136"/>
                <a:gd name="connsiteX13" fmla="*/ 274907 w 631474"/>
                <a:gd name="connsiteY13" fmla="*/ 553250 h 619136"/>
                <a:gd name="connsiteX14" fmla="*/ 233378 w 631474"/>
                <a:gd name="connsiteY14" fmla="*/ 571062 h 619136"/>
                <a:gd name="connsiteX15" fmla="*/ 198136 w 631474"/>
                <a:gd name="connsiteY15" fmla="*/ 595827 h 619136"/>
                <a:gd name="connsiteX16" fmla="*/ 145120 w 631474"/>
                <a:gd name="connsiteY16" fmla="*/ 586226 h 619136"/>
                <a:gd name="connsiteX17" fmla="*/ 140986 w 631474"/>
                <a:gd name="connsiteY17" fmla="*/ 589540 h 619136"/>
                <a:gd name="connsiteX18" fmla="*/ 124317 w 631474"/>
                <a:gd name="connsiteY18" fmla="*/ 610591 h 619136"/>
                <a:gd name="connsiteX19" fmla="*/ 68405 w 631474"/>
                <a:gd name="connsiteY19" fmla="*/ 610591 h 619136"/>
                <a:gd name="connsiteX20" fmla="*/ 55737 w 631474"/>
                <a:gd name="connsiteY20" fmla="*/ 603447 h 619136"/>
                <a:gd name="connsiteX21" fmla="*/ 43355 w 631474"/>
                <a:gd name="connsiteY21" fmla="*/ 595922 h 619136"/>
                <a:gd name="connsiteX22" fmla="*/ 37068 w 631474"/>
                <a:gd name="connsiteY22" fmla="*/ 592398 h 619136"/>
                <a:gd name="connsiteX23" fmla="*/ 31448 w 631474"/>
                <a:gd name="connsiteY23" fmla="*/ 589540 h 619136"/>
                <a:gd name="connsiteX24" fmla="*/ 28686 w 631474"/>
                <a:gd name="connsiteY24" fmla="*/ 588302 h 619136"/>
                <a:gd name="connsiteX25" fmla="*/ 24114 w 631474"/>
                <a:gd name="connsiteY25" fmla="*/ 586397 h 619136"/>
                <a:gd name="connsiteX26" fmla="*/ 18018 w 631474"/>
                <a:gd name="connsiteY26" fmla="*/ 584397 h 619136"/>
                <a:gd name="connsiteX27" fmla="*/ 18018 w 631474"/>
                <a:gd name="connsiteY27" fmla="*/ 584397 h 619136"/>
                <a:gd name="connsiteX28" fmla="*/ 17351 w 631474"/>
                <a:gd name="connsiteY28" fmla="*/ 584397 h 619136"/>
                <a:gd name="connsiteX29" fmla="*/ 32972 w 631474"/>
                <a:gd name="connsiteY29" fmla="*/ 554298 h 619136"/>
                <a:gd name="connsiteX30" fmla="*/ 26781 w 631474"/>
                <a:gd name="connsiteY30" fmla="*/ 523056 h 619136"/>
                <a:gd name="connsiteX31" fmla="*/ 12875 w 631474"/>
                <a:gd name="connsiteY31" fmla="*/ 515817 h 619136"/>
                <a:gd name="connsiteX32" fmla="*/ 13637 w 631474"/>
                <a:gd name="connsiteY32" fmla="*/ 497243 h 619136"/>
                <a:gd name="connsiteX33" fmla="*/ 22685 w 631474"/>
                <a:gd name="connsiteY33" fmla="*/ 479813 h 619136"/>
                <a:gd name="connsiteX34" fmla="*/ 3635 w 631474"/>
                <a:gd name="connsiteY34" fmla="*/ 442284 h 619136"/>
                <a:gd name="connsiteX35" fmla="*/ 4492 w 631474"/>
                <a:gd name="connsiteY35" fmla="*/ 405041 h 619136"/>
                <a:gd name="connsiteX36" fmla="*/ 30782 w 631474"/>
                <a:gd name="connsiteY36" fmla="*/ 377514 h 619136"/>
                <a:gd name="connsiteX37" fmla="*/ 46212 w 631474"/>
                <a:gd name="connsiteY37" fmla="*/ 365322 h 619136"/>
                <a:gd name="connsiteX38" fmla="*/ 44116 w 631474"/>
                <a:gd name="connsiteY38" fmla="*/ 347796 h 619136"/>
                <a:gd name="connsiteX39" fmla="*/ 12875 w 631474"/>
                <a:gd name="connsiteY39" fmla="*/ 346463 h 619136"/>
                <a:gd name="connsiteX40" fmla="*/ 16208 w 631474"/>
                <a:gd name="connsiteY40" fmla="*/ 331222 h 619136"/>
                <a:gd name="connsiteX41" fmla="*/ 49832 w 631474"/>
                <a:gd name="connsiteY41" fmla="*/ 282455 h 619136"/>
                <a:gd name="connsiteX42" fmla="*/ 34591 w 631474"/>
                <a:gd name="connsiteY42" fmla="*/ 271310 h 619136"/>
                <a:gd name="connsiteX43" fmla="*/ 32210 w 631474"/>
                <a:gd name="connsiteY43" fmla="*/ 251022 h 619136"/>
                <a:gd name="connsiteX44" fmla="*/ 17637 w 631474"/>
                <a:gd name="connsiteY44" fmla="*/ 218827 h 619136"/>
                <a:gd name="connsiteX45" fmla="*/ 48117 w 631474"/>
                <a:gd name="connsiteY45" fmla="*/ 208636 h 619136"/>
                <a:gd name="connsiteX46" fmla="*/ 75930 w 631474"/>
                <a:gd name="connsiteY46" fmla="*/ 155391 h 619136"/>
                <a:gd name="connsiteX47" fmla="*/ 66405 w 631474"/>
                <a:gd name="connsiteY47" fmla="*/ 93955 h 619136"/>
                <a:gd name="connsiteX48" fmla="*/ 111258 w 631474"/>
                <a:gd name="connsiteY48" fmla="*/ 98879 h 619136"/>
                <a:gd name="connsiteX49" fmla="*/ 115078 w 631474"/>
                <a:gd name="connsiteY49" fmla="*/ 104909 h 619136"/>
                <a:gd name="connsiteX50" fmla="*/ 131556 w 631474"/>
                <a:gd name="connsiteY50" fmla="*/ 51664 h 619136"/>
                <a:gd name="connsiteX51" fmla="*/ 150606 w 631474"/>
                <a:gd name="connsiteY51" fmla="*/ 134 h 619136"/>
                <a:gd name="connsiteX52" fmla="*/ 179753 w 631474"/>
                <a:gd name="connsiteY52" fmla="*/ 9659 h 619136"/>
                <a:gd name="connsiteX53" fmla="*/ 315770 w 631474"/>
                <a:gd name="connsiteY53" fmla="*/ 59379 h 619136"/>
                <a:gd name="connsiteX54" fmla="*/ 358918 w 631474"/>
                <a:gd name="connsiteY54" fmla="*/ 60903 h 619136"/>
                <a:gd name="connsiteX55" fmla="*/ 376158 w 631474"/>
                <a:gd name="connsiteY55" fmla="*/ 110052 h 619136"/>
                <a:gd name="connsiteX56" fmla="*/ 383683 w 631474"/>
                <a:gd name="connsiteY56" fmla="*/ 163201 h 619136"/>
                <a:gd name="connsiteX57" fmla="*/ 407781 w 631474"/>
                <a:gd name="connsiteY57" fmla="*/ 178442 h 619136"/>
                <a:gd name="connsiteX58" fmla="*/ 476075 w 631474"/>
                <a:gd name="connsiteY58" fmla="*/ 210064 h 619136"/>
                <a:gd name="connsiteX59" fmla="*/ 477218 w 631474"/>
                <a:gd name="connsiteY59" fmla="*/ 213779 h 619136"/>
                <a:gd name="connsiteX60" fmla="*/ 477695 w 631474"/>
                <a:gd name="connsiteY60" fmla="*/ 215970 h 619136"/>
                <a:gd name="connsiteX61" fmla="*/ 477695 w 631474"/>
                <a:gd name="connsiteY61" fmla="*/ 218637 h 619136"/>
                <a:gd name="connsiteX62" fmla="*/ 477695 w 631474"/>
                <a:gd name="connsiteY62" fmla="*/ 225876 h 619136"/>
                <a:gd name="connsiteX63" fmla="*/ 477695 w 631474"/>
                <a:gd name="connsiteY63" fmla="*/ 232353 h 619136"/>
                <a:gd name="connsiteX64" fmla="*/ 477695 w 631474"/>
                <a:gd name="connsiteY64" fmla="*/ 236163 h 619136"/>
                <a:gd name="connsiteX65" fmla="*/ 478361 w 631474"/>
                <a:gd name="connsiteY65" fmla="*/ 248831 h 619136"/>
                <a:gd name="connsiteX66" fmla="*/ 492554 w 631474"/>
                <a:gd name="connsiteY66" fmla="*/ 275597 h 619136"/>
                <a:gd name="connsiteX67" fmla="*/ 530654 w 631474"/>
                <a:gd name="connsiteY67" fmla="*/ 300647 h 619136"/>
                <a:gd name="connsiteX68" fmla="*/ 538845 w 631474"/>
                <a:gd name="connsiteY68" fmla="*/ 303505 h 619136"/>
                <a:gd name="connsiteX69" fmla="*/ 541322 w 631474"/>
                <a:gd name="connsiteY69" fmla="*/ 304267 h 619136"/>
                <a:gd name="connsiteX70" fmla="*/ 547703 w 631474"/>
                <a:gd name="connsiteY70" fmla="*/ 305886 h 619136"/>
                <a:gd name="connsiteX71" fmla="*/ 549513 w 631474"/>
                <a:gd name="connsiteY71" fmla="*/ 306362 h 619136"/>
                <a:gd name="connsiteX72" fmla="*/ 550084 w 631474"/>
                <a:gd name="connsiteY72" fmla="*/ 306362 h 619136"/>
                <a:gd name="connsiteX73" fmla="*/ 551228 w 631474"/>
                <a:gd name="connsiteY73" fmla="*/ 306362 h 619136"/>
                <a:gd name="connsiteX74" fmla="*/ 554752 w 631474"/>
                <a:gd name="connsiteY74" fmla="*/ 307124 h 619136"/>
                <a:gd name="connsiteX75" fmla="*/ 558657 w 631474"/>
                <a:gd name="connsiteY75" fmla="*/ 307791 h 619136"/>
                <a:gd name="connsiteX76" fmla="*/ 559419 w 631474"/>
                <a:gd name="connsiteY76" fmla="*/ 307791 h 619136"/>
                <a:gd name="connsiteX77" fmla="*/ 559419 w 631474"/>
                <a:gd name="connsiteY77" fmla="*/ 307791 h 619136"/>
                <a:gd name="connsiteX78" fmla="*/ 568944 w 631474"/>
                <a:gd name="connsiteY78" fmla="*/ 309029 h 619136"/>
                <a:gd name="connsiteX79" fmla="*/ 631238 w 631474"/>
                <a:gd name="connsiteY79" fmla="*/ 308172 h 619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631474" h="619136">
                  <a:moveTo>
                    <a:pt x="631238" y="308172"/>
                  </a:moveTo>
                  <a:cubicBezTo>
                    <a:pt x="628856" y="311772"/>
                    <a:pt x="626789" y="315563"/>
                    <a:pt x="625046" y="319507"/>
                  </a:cubicBezTo>
                  <a:cubicBezTo>
                    <a:pt x="617979" y="334661"/>
                    <a:pt x="612883" y="350672"/>
                    <a:pt x="609901" y="367132"/>
                  </a:cubicBezTo>
                  <a:cubicBezTo>
                    <a:pt x="580279" y="397993"/>
                    <a:pt x="543798" y="431330"/>
                    <a:pt x="501317" y="425806"/>
                  </a:cubicBezTo>
                  <a:cubicBezTo>
                    <a:pt x="490172" y="424377"/>
                    <a:pt x="479409" y="420186"/>
                    <a:pt x="468170" y="419233"/>
                  </a:cubicBezTo>
                  <a:cubicBezTo>
                    <a:pt x="456816" y="417500"/>
                    <a:pt x="445443" y="422291"/>
                    <a:pt x="438737" y="431616"/>
                  </a:cubicBezTo>
                  <a:cubicBezTo>
                    <a:pt x="447596" y="439998"/>
                    <a:pt x="457121" y="449714"/>
                    <a:pt x="457787" y="462001"/>
                  </a:cubicBezTo>
                  <a:cubicBezTo>
                    <a:pt x="458454" y="474288"/>
                    <a:pt x="443024" y="486099"/>
                    <a:pt x="433784" y="478098"/>
                  </a:cubicBezTo>
                  <a:cubicBezTo>
                    <a:pt x="424545" y="470097"/>
                    <a:pt x="430736" y="451809"/>
                    <a:pt x="420640" y="444856"/>
                  </a:cubicBezTo>
                  <a:cubicBezTo>
                    <a:pt x="412258" y="439046"/>
                    <a:pt x="400637" y="447237"/>
                    <a:pt x="396732" y="456572"/>
                  </a:cubicBezTo>
                  <a:cubicBezTo>
                    <a:pt x="392827" y="465906"/>
                    <a:pt x="392541" y="476860"/>
                    <a:pt x="387207" y="485147"/>
                  </a:cubicBezTo>
                  <a:cubicBezTo>
                    <a:pt x="376063" y="502196"/>
                    <a:pt x="351203" y="500863"/>
                    <a:pt x="330914" y="498958"/>
                  </a:cubicBezTo>
                  <a:cubicBezTo>
                    <a:pt x="310626" y="497053"/>
                    <a:pt x="284718" y="500101"/>
                    <a:pt x="278527" y="519532"/>
                  </a:cubicBezTo>
                  <a:cubicBezTo>
                    <a:pt x="275003" y="530390"/>
                    <a:pt x="279575" y="542868"/>
                    <a:pt x="274907" y="553250"/>
                  </a:cubicBezTo>
                  <a:cubicBezTo>
                    <a:pt x="268430" y="567633"/>
                    <a:pt x="249190" y="569538"/>
                    <a:pt x="233378" y="571062"/>
                  </a:cubicBezTo>
                  <a:cubicBezTo>
                    <a:pt x="217567" y="572586"/>
                    <a:pt x="198136" y="580015"/>
                    <a:pt x="198136" y="595827"/>
                  </a:cubicBezTo>
                  <a:cubicBezTo>
                    <a:pt x="186144" y="578539"/>
                    <a:pt x="162408" y="574234"/>
                    <a:pt x="145120" y="586226"/>
                  </a:cubicBezTo>
                  <a:cubicBezTo>
                    <a:pt x="143662" y="587235"/>
                    <a:pt x="142281" y="588340"/>
                    <a:pt x="140986" y="589540"/>
                  </a:cubicBezTo>
                  <a:cubicBezTo>
                    <a:pt x="134699" y="596017"/>
                    <a:pt x="131461" y="604590"/>
                    <a:pt x="124317" y="610591"/>
                  </a:cubicBezTo>
                  <a:cubicBezTo>
                    <a:pt x="109649" y="623831"/>
                    <a:pt x="86217" y="620116"/>
                    <a:pt x="68405" y="610591"/>
                  </a:cubicBezTo>
                  <a:cubicBezTo>
                    <a:pt x="64119" y="608400"/>
                    <a:pt x="59833" y="605923"/>
                    <a:pt x="55737" y="603447"/>
                  </a:cubicBezTo>
                  <a:lnTo>
                    <a:pt x="43355" y="595922"/>
                  </a:lnTo>
                  <a:lnTo>
                    <a:pt x="37068" y="592398"/>
                  </a:lnTo>
                  <a:cubicBezTo>
                    <a:pt x="35249" y="591350"/>
                    <a:pt x="33372" y="590398"/>
                    <a:pt x="31448" y="589540"/>
                  </a:cubicBezTo>
                  <a:lnTo>
                    <a:pt x="28686" y="588302"/>
                  </a:lnTo>
                  <a:cubicBezTo>
                    <a:pt x="27200" y="587588"/>
                    <a:pt x="25667" y="586950"/>
                    <a:pt x="24114" y="586397"/>
                  </a:cubicBezTo>
                  <a:cubicBezTo>
                    <a:pt x="22114" y="585635"/>
                    <a:pt x="20114" y="584969"/>
                    <a:pt x="18018" y="584397"/>
                  </a:cubicBezTo>
                  <a:lnTo>
                    <a:pt x="18018" y="584397"/>
                  </a:lnTo>
                  <a:lnTo>
                    <a:pt x="17351" y="584397"/>
                  </a:lnTo>
                  <a:cubicBezTo>
                    <a:pt x="21161" y="573729"/>
                    <a:pt x="28781" y="564775"/>
                    <a:pt x="32972" y="554298"/>
                  </a:cubicBezTo>
                  <a:cubicBezTo>
                    <a:pt x="37163" y="543821"/>
                    <a:pt x="36687" y="529057"/>
                    <a:pt x="26781" y="523056"/>
                  </a:cubicBezTo>
                  <a:cubicBezTo>
                    <a:pt x="22304" y="520389"/>
                    <a:pt x="16399" y="519817"/>
                    <a:pt x="12875" y="515817"/>
                  </a:cubicBezTo>
                  <a:cubicBezTo>
                    <a:pt x="9360" y="510035"/>
                    <a:pt x="9655" y="502711"/>
                    <a:pt x="13637" y="497243"/>
                  </a:cubicBezTo>
                  <a:cubicBezTo>
                    <a:pt x="17647" y="492005"/>
                    <a:pt x="20714" y="486108"/>
                    <a:pt x="22685" y="479813"/>
                  </a:cubicBezTo>
                  <a:cubicBezTo>
                    <a:pt x="25066" y="465620"/>
                    <a:pt x="10493" y="455047"/>
                    <a:pt x="3635" y="442284"/>
                  </a:cubicBezTo>
                  <a:cubicBezTo>
                    <a:pt x="-1813" y="430397"/>
                    <a:pt x="-1499" y="416662"/>
                    <a:pt x="4492" y="405041"/>
                  </a:cubicBezTo>
                  <a:cubicBezTo>
                    <a:pt x="10522" y="393602"/>
                    <a:pt x="19628" y="384067"/>
                    <a:pt x="30782" y="377514"/>
                  </a:cubicBezTo>
                  <a:cubicBezTo>
                    <a:pt x="36715" y="374571"/>
                    <a:pt x="41973" y="370418"/>
                    <a:pt x="46212" y="365322"/>
                  </a:cubicBezTo>
                  <a:cubicBezTo>
                    <a:pt x="50422" y="359893"/>
                    <a:pt x="49489" y="352082"/>
                    <a:pt x="44116" y="347796"/>
                  </a:cubicBezTo>
                  <a:cubicBezTo>
                    <a:pt x="34591" y="342272"/>
                    <a:pt x="18971" y="355702"/>
                    <a:pt x="12875" y="346463"/>
                  </a:cubicBezTo>
                  <a:cubicBezTo>
                    <a:pt x="9922" y="341795"/>
                    <a:pt x="12875" y="335795"/>
                    <a:pt x="16208" y="331222"/>
                  </a:cubicBezTo>
                  <a:cubicBezTo>
                    <a:pt x="27448" y="314935"/>
                    <a:pt x="38592" y="298647"/>
                    <a:pt x="49832" y="282455"/>
                  </a:cubicBezTo>
                  <a:cubicBezTo>
                    <a:pt x="42764" y="282788"/>
                    <a:pt x="36420" y="278149"/>
                    <a:pt x="34591" y="271310"/>
                  </a:cubicBezTo>
                  <a:cubicBezTo>
                    <a:pt x="33067" y="264652"/>
                    <a:pt x="32268" y="257851"/>
                    <a:pt x="32210" y="251022"/>
                  </a:cubicBezTo>
                  <a:cubicBezTo>
                    <a:pt x="30877" y="239021"/>
                    <a:pt x="25771" y="227752"/>
                    <a:pt x="17637" y="218827"/>
                  </a:cubicBezTo>
                  <a:cubicBezTo>
                    <a:pt x="28362" y="217437"/>
                    <a:pt x="38716" y="213970"/>
                    <a:pt x="48117" y="208636"/>
                  </a:cubicBezTo>
                  <a:cubicBezTo>
                    <a:pt x="65310" y="196310"/>
                    <a:pt x="75635" y="176546"/>
                    <a:pt x="75930" y="155391"/>
                  </a:cubicBezTo>
                  <a:cubicBezTo>
                    <a:pt x="76035" y="134541"/>
                    <a:pt x="72815" y="113795"/>
                    <a:pt x="66405" y="93955"/>
                  </a:cubicBezTo>
                  <a:cubicBezTo>
                    <a:pt x="80150" y="82925"/>
                    <a:pt x="100238" y="85135"/>
                    <a:pt x="111258" y="98879"/>
                  </a:cubicBezTo>
                  <a:cubicBezTo>
                    <a:pt x="112754" y="100737"/>
                    <a:pt x="114040" y="102765"/>
                    <a:pt x="115078" y="104909"/>
                  </a:cubicBezTo>
                  <a:cubicBezTo>
                    <a:pt x="134128" y="98622"/>
                    <a:pt x="134604" y="71761"/>
                    <a:pt x="131556" y="51664"/>
                  </a:cubicBezTo>
                  <a:cubicBezTo>
                    <a:pt x="128508" y="31566"/>
                    <a:pt x="130794" y="4039"/>
                    <a:pt x="150606" y="134"/>
                  </a:cubicBezTo>
                  <a:cubicBezTo>
                    <a:pt x="161188" y="-552"/>
                    <a:pt x="171618" y="2858"/>
                    <a:pt x="179753" y="9659"/>
                  </a:cubicBezTo>
                  <a:cubicBezTo>
                    <a:pt x="221186" y="36233"/>
                    <a:pt x="266716" y="64237"/>
                    <a:pt x="315770" y="59379"/>
                  </a:cubicBezTo>
                  <a:cubicBezTo>
                    <a:pt x="330343" y="57855"/>
                    <a:pt x="346154" y="53664"/>
                    <a:pt x="358918" y="60903"/>
                  </a:cubicBezTo>
                  <a:cubicBezTo>
                    <a:pt x="374920" y="70428"/>
                    <a:pt x="377396" y="91764"/>
                    <a:pt x="376158" y="110052"/>
                  </a:cubicBezTo>
                  <a:cubicBezTo>
                    <a:pt x="374920" y="128340"/>
                    <a:pt x="372443" y="148723"/>
                    <a:pt x="383683" y="163201"/>
                  </a:cubicBezTo>
                  <a:cubicBezTo>
                    <a:pt x="389969" y="170622"/>
                    <a:pt x="398380" y="175946"/>
                    <a:pt x="407781" y="178442"/>
                  </a:cubicBezTo>
                  <a:cubicBezTo>
                    <a:pt x="433594" y="186919"/>
                    <a:pt x="466741" y="185585"/>
                    <a:pt x="476075" y="210064"/>
                  </a:cubicBezTo>
                  <a:cubicBezTo>
                    <a:pt x="476542" y="211274"/>
                    <a:pt x="476923" y="212512"/>
                    <a:pt x="477218" y="213779"/>
                  </a:cubicBezTo>
                  <a:cubicBezTo>
                    <a:pt x="477428" y="214494"/>
                    <a:pt x="477590" y="215227"/>
                    <a:pt x="477695" y="215970"/>
                  </a:cubicBezTo>
                  <a:cubicBezTo>
                    <a:pt x="477742" y="216856"/>
                    <a:pt x="477742" y="217751"/>
                    <a:pt x="477695" y="218637"/>
                  </a:cubicBezTo>
                  <a:cubicBezTo>
                    <a:pt x="477885" y="221047"/>
                    <a:pt x="477885" y="223466"/>
                    <a:pt x="477695" y="225876"/>
                  </a:cubicBezTo>
                  <a:cubicBezTo>
                    <a:pt x="477695" y="227972"/>
                    <a:pt x="477695" y="230162"/>
                    <a:pt x="477695" y="232353"/>
                  </a:cubicBezTo>
                  <a:cubicBezTo>
                    <a:pt x="477695" y="234544"/>
                    <a:pt x="477695" y="234925"/>
                    <a:pt x="477695" y="236163"/>
                  </a:cubicBezTo>
                  <a:cubicBezTo>
                    <a:pt x="477533" y="240402"/>
                    <a:pt x="477761" y="244640"/>
                    <a:pt x="478361" y="248831"/>
                  </a:cubicBezTo>
                  <a:cubicBezTo>
                    <a:pt x="480476" y="258909"/>
                    <a:pt x="485400" y="268186"/>
                    <a:pt x="492554" y="275597"/>
                  </a:cubicBezTo>
                  <a:cubicBezTo>
                    <a:pt x="503184" y="286741"/>
                    <a:pt x="516214" y="295304"/>
                    <a:pt x="530654" y="300647"/>
                  </a:cubicBezTo>
                  <a:cubicBezTo>
                    <a:pt x="533321" y="301695"/>
                    <a:pt x="536083" y="302647"/>
                    <a:pt x="538845" y="303505"/>
                  </a:cubicBezTo>
                  <a:lnTo>
                    <a:pt x="541322" y="304267"/>
                  </a:lnTo>
                  <a:lnTo>
                    <a:pt x="547703" y="305886"/>
                  </a:lnTo>
                  <a:lnTo>
                    <a:pt x="549513" y="306362"/>
                  </a:lnTo>
                  <a:lnTo>
                    <a:pt x="550084" y="306362"/>
                  </a:lnTo>
                  <a:lnTo>
                    <a:pt x="551228" y="306362"/>
                  </a:lnTo>
                  <a:lnTo>
                    <a:pt x="554752" y="307124"/>
                  </a:lnTo>
                  <a:lnTo>
                    <a:pt x="558657" y="307791"/>
                  </a:lnTo>
                  <a:lnTo>
                    <a:pt x="559419" y="307791"/>
                  </a:lnTo>
                  <a:lnTo>
                    <a:pt x="559419" y="307791"/>
                  </a:lnTo>
                  <a:cubicBezTo>
                    <a:pt x="562562" y="308448"/>
                    <a:pt x="565744" y="308858"/>
                    <a:pt x="568944" y="309029"/>
                  </a:cubicBezTo>
                  <a:cubicBezTo>
                    <a:pt x="589670" y="311163"/>
                    <a:pt x="610578" y="310868"/>
                    <a:pt x="631238" y="308172"/>
                  </a:cubicBezTo>
                  <a:close/>
                </a:path>
              </a:pathLst>
            </a:custGeom>
            <a:grpFill/>
            <a:ln w="7144" cap="rnd">
              <a:solidFill>
                <a:schemeClr val="bg1"/>
              </a:solidFill>
              <a:prstDash val="solid"/>
              <a:round/>
            </a:ln>
          </p:spPr>
          <p:txBody>
            <a:bodyPr rtlCol="0" anchor="ctr"/>
            <a:lstStyle/>
            <a:p>
              <a:endParaRPr lang="en-IN"/>
            </a:p>
          </p:txBody>
        </p:sp>
        <p:sp>
          <p:nvSpPr>
            <p:cNvPr id="3609" name="Freeform: Shape 3608"/>
            <p:cNvSpPr/>
            <p:nvPr/>
          </p:nvSpPr>
          <p:spPr>
            <a:xfrm>
              <a:off x="5931026" y="4857913"/>
              <a:ext cx="7429" cy="1428"/>
            </a:xfrm>
            <a:custGeom>
              <a:avLst/>
              <a:gdLst>
                <a:gd name="connsiteX0" fmla="*/ 7193 w 7429"/>
                <a:gd name="connsiteY0" fmla="*/ 1476 h 1428"/>
                <a:gd name="connsiteX1" fmla="*/ 3287 w 7429"/>
                <a:gd name="connsiteY1" fmla="*/ 809 h 1428"/>
                <a:gd name="connsiteX2" fmla="*/ -237 w 7429"/>
                <a:gd name="connsiteY2" fmla="*/ 47 h 1428"/>
                <a:gd name="connsiteX3" fmla="*/ 620 w 7429"/>
                <a:gd name="connsiteY3" fmla="*/ 47 h 1428"/>
                <a:gd name="connsiteX4" fmla="*/ 7193 w 7429"/>
                <a:gd name="connsiteY4" fmla="*/ 1476 h 1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29" h="1428">
                  <a:moveTo>
                    <a:pt x="7193" y="1476"/>
                  </a:moveTo>
                  <a:lnTo>
                    <a:pt x="3287" y="809"/>
                  </a:lnTo>
                  <a:lnTo>
                    <a:pt x="-237" y="47"/>
                  </a:lnTo>
                  <a:lnTo>
                    <a:pt x="620" y="47"/>
                  </a:lnTo>
                  <a:cubicBezTo>
                    <a:pt x="3002" y="523"/>
                    <a:pt x="5002" y="1000"/>
                    <a:pt x="7193" y="1476"/>
                  </a:cubicBezTo>
                  <a:close/>
                </a:path>
              </a:pathLst>
            </a:custGeom>
            <a:grpFill/>
            <a:ln w="7144" cap="rnd">
              <a:solidFill>
                <a:schemeClr val="bg1"/>
              </a:solidFill>
              <a:prstDash val="solid"/>
              <a:round/>
            </a:ln>
          </p:spPr>
          <p:txBody>
            <a:bodyPr rtlCol="0" anchor="ctr"/>
            <a:lstStyle/>
            <a:p>
              <a:endParaRPr lang="en-IN"/>
            </a:p>
          </p:txBody>
        </p:sp>
        <p:sp>
          <p:nvSpPr>
            <p:cNvPr id="3610" name="Freeform: Shape 3609"/>
            <p:cNvSpPr/>
            <p:nvPr/>
          </p:nvSpPr>
          <p:spPr>
            <a:xfrm>
              <a:off x="6212204" y="3733410"/>
              <a:ext cx="588631" cy="494051"/>
            </a:xfrm>
            <a:custGeom>
              <a:avLst/>
              <a:gdLst>
                <a:gd name="connsiteX0" fmla="*/ 587836 w 588631"/>
                <a:gd name="connsiteY0" fmla="*/ 96517 h 494051"/>
                <a:gd name="connsiteX1" fmla="*/ 581359 w 588631"/>
                <a:gd name="connsiteY1" fmla="*/ 153096 h 494051"/>
                <a:gd name="connsiteX2" fmla="*/ 547165 w 588631"/>
                <a:gd name="connsiteY2" fmla="*/ 196816 h 494051"/>
                <a:gd name="connsiteX3" fmla="*/ 476013 w 588631"/>
                <a:gd name="connsiteY3" fmla="*/ 215866 h 494051"/>
                <a:gd name="connsiteX4" fmla="*/ 444676 w 588631"/>
                <a:gd name="connsiteY4" fmla="*/ 257204 h 494051"/>
                <a:gd name="connsiteX5" fmla="*/ 402099 w 588631"/>
                <a:gd name="connsiteY5" fmla="*/ 281493 h 494051"/>
                <a:gd name="connsiteX6" fmla="*/ 372190 w 588631"/>
                <a:gd name="connsiteY6" fmla="*/ 269491 h 494051"/>
                <a:gd name="connsiteX7" fmla="*/ 347521 w 588631"/>
                <a:gd name="connsiteY7" fmla="*/ 299400 h 494051"/>
                <a:gd name="connsiteX8" fmla="*/ 376096 w 588631"/>
                <a:gd name="connsiteY8" fmla="*/ 330928 h 494051"/>
                <a:gd name="connsiteX9" fmla="*/ 409147 w 588631"/>
                <a:gd name="connsiteY9" fmla="*/ 339024 h 494051"/>
                <a:gd name="connsiteX10" fmla="*/ 436579 w 588631"/>
                <a:gd name="connsiteY10" fmla="*/ 357502 h 494051"/>
                <a:gd name="connsiteX11" fmla="*/ 429026 w 588631"/>
                <a:gd name="connsiteY11" fmla="*/ 385877 h 494051"/>
                <a:gd name="connsiteX12" fmla="*/ 428674 w 588631"/>
                <a:gd name="connsiteY12" fmla="*/ 386077 h 494051"/>
                <a:gd name="connsiteX13" fmla="*/ 480013 w 588631"/>
                <a:gd name="connsiteY13" fmla="*/ 427225 h 494051"/>
                <a:gd name="connsiteX14" fmla="*/ 475727 w 588631"/>
                <a:gd name="connsiteY14" fmla="*/ 462563 h 494051"/>
                <a:gd name="connsiteX15" fmla="*/ 419339 w 588631"/>
                <a:gd name="connsiteY15" fmla="*/ 419034 h 494051"/>
                <a:gd name="connsiteX16" fmla="*/ 379429 w 588631"/>
                <a:gd name="connsiteY16" fmla="*/ 410747 h 494051"/>
                <a:gd name="connsiteX17" fmla="*/ 373143 w 588631"/>
                <a:gd name="connsiteY17" fmla="*/ 450657 h 494051"/>
                <a:gd name="connsiteX18" fmla="*/ 366190 w 588631"/>
                <a:gd name="connsiteY18" fmla="*/ 490376 h 494051"/>
                <a:gd name="connsiteX19" fmla="*/ 334090 w 588631"/>
                <a:gd name="connsiteY19" fmla="*/ 486661 h 494051"/>
                <a:gd name="connsiteX20" fmla="*/ 302943 w 588631"/>
                <a:gd name="connsiteY20" fmla="*/ 474279 h 494051"/>
                <a:gd name="connsiteX21" fmla="*/ 271130 w 588631"/>
                <a:gd name="connsiteY21" fmla="*/ 489519 h 494051"/>
                <a:gd name="connsiteX22" fmla="*/ 239031 w 588631"/>
                <a:gd name="connsiteY22" fmla="*/ 486661 h 494051"/>
                <a:gd name="connsiteX23" fmla="*/ 243031 w 588631"/>
                <a:gd name="connsiteY23" fmla="*/ 449228 h 494051"/>
                <a:gd name="connsiteX24" fmla="*/ 210646 w 588631"/>
                <a:gd name="connsiteY24" fmla="*/ 422463 h 494051"/>
                <a:gd name="connsiteX25" fmla="*/ 168165 w 588631"/>
                <a:gd name="connsiteY25" fmla="*/ 439893 h 494051"/>
                <a:gd name="connsiteX26" fmla="*/ 131779 w 588631"/>
                <a:gd name="connsiteY26" fmla="*/ 455610 h 494051"/>
                <a:gd name="connsiteX27" fmla="*/ 100442 w 588631"/>
                <a:gd name="connsiteY27" fmla="*/ 441037 h 494051"/>
                <a:gd name="connsiteX28" fmla="*/ 108634 w 588631"/>
                <a:gd name="connsiteY28" fmla="*/ 431512 h 494051"/>
                <a:gd name="connsiteX29" fmla="*/ 135780 w 588631"/>
                <a:gd name="connsiteY29" fmla="*/ 363312 h 494051"/>
                <a:gd name="connsiteX30" fmla="*/ 99394 w 588631"/>
                <a:gd name="connsiteY30" fmla="*/ 297685 h 494051"/>
                <a:gd name="connsiteX31" fmla="*/ 100156 w 588631"/>
                <a:gd name="connsiteY31" fmla="*/ 276921 h 494051"/>
                <a:gd name="connsiteX32" fmla="*/ 76915 w 588631"/>
                <a:gd name="connsiteY32" fmla="*/ 268729 h 494051"/>
                <a:gd name="connsiteX33" fmla="*/ -237 w 588631"/>
                <a:gd name="connsiteY33" fmla="*/ 204340 h 494051"/>
                <a:gd name="connsiteX34" fmla="*/ 3287 w 588631"/>
                <a:gd name="connsiteY34" fmla="*/ 198244 h 494051"/>
                <a:gd name="connsiteX35" fmla="*/ 6049 w 588631"/>
                <a:gd name="connsiteY35" fmla="*/ 192148 h 494051"/>
                <a:gd name="connsiteX36" fmla="*/ 3287 w 588631"/>
                <a:gd name="connsiteY36" fmla="*/ 198244 h 494051"/>
                <a:gd name="connsiteX37" fmla="*/ 6525 w 588631"/>
                <a:gd name="connsiteY37" fmla="*/ 190053 h 494051"/>
                <a:gd name="connsiteX38" fmla="*/ 7192 w 588631"/>
                <a:gd name="connsiteY38" fmla="*/ 187957 h 494051"/>
                <a:gd name="connsiteX39" fmla="*/ 8240 w 588631"/>
                <a:gd name="connsiteY39" fmla="*/ 183004 h 494051"/>
                <a:gd name="connsiteX40" fmla="*/ 20289 w 588631"/>
                <a:gd name="connsiteY40" fmla="*/ 128693 h 494051"/>
                <a:gd name="connsiteX41" fmla="*/ 32052 w 588631"/>
                <a:gd name="connsiteY41" fmla="*/ 123663 h 494051"/>
                <a:gd name="connsiteX42" fmla="*/ 29195 w 588631"/>
                <a:gd name="connsiteY42" fmla="*/ 121473 h 494051"/>
                <a:gd name="connsiteX43" fmla="*/ 80916 w 588631"/>
                <a:gd name="connsiteY43" fmla="*/ 116329 h 494051"/>
                <a:gd name="connsiteX44" fmla="*/ 98442 w 588631"/>
                <a:gd name="connsiteY44" fmla="*/ 122330 h 494051"/>
                <a:gd name="connsiteX45" fmla="*/ 99775 w 588631"/>
                <a:gd name="connsiteY45" fmla="*/ 136427 h 494051"/>
                <a:gd name="connsiteX46" fmla="*/ 124255 w 588631"/>
                <a:gd name="connsiteY46" fmla="*/ 137856 h 494051"/>
                <a:gd name="connsiteX47" fmla="*/ 155020 w 588631"/>
                <a:gd name="connsiteY47" fmla="*/ 158620 h 494051"/>
                <a:gd name="connsiteX48" fmla="*/ 175975 w 588631"/>
                <a:gd name="connsiteY48" fmla="*/ 138903 h 494051"/>
                <a:gd name="connsiteX49" fmla="*/ 197883 w 588631"/>
                <a:gd name="connsiteY49" fmla="*/ 120996 h 494051"/>
                <a:gd name="connsiteX50" fmla="*/ 221219 w 588631"/>
                <a:gd name="connsiteY50" fmla="*/ 145095 h 494051"/>
                <a:gd name="connsiteX51" fmla="*/ 248080 w 588631"/>
                <a:gd name="connsiteY51" fmla="*/ 141856 h 494051"/>
                <a:gd name="connsiteX52" fmla="*/ 313802 w 588631"/>
                <a:gd name="connsiteY52" fmla="*/ 100994 h 494051"/>
                <a:gd name="connsiteX53" fmla="*/ 340472 w 588631"/>
                <a:gd name="connsiteY53" fmla="*/ 77943 h 494051"/>
                <a:gd name="connsiteX54" fmla="*/ 386573 w 588631"/>
                <a:gd name="connsiteY54" fmla="*/ 92993 h 494051"/>
                <a:gd name="connsiteX55" fmla="*/ 407433 w 588631"/>
                <a:gd name="connsiteY55" fmla="*/ 139951 h 494051"/>
                <a:gd name="connsiteX56" fmla="*/ 438675 w 588631"/>
                <a:gd name="connsiteY56" fmla="*/ 118806 h 494051"/>
                <a:gd name="connsiteX57" fmla="*/ 476775 w 588631"/>
                <a:gd name="connsiteY57" fmla="*/ 108328 h 494051"/>
                <a:gd name="connsiteX58" fmla="*/ 493729 w 588631"/>
                <a:gd name="connsiteY58" fmla="*/ 74324 h 494051"/>
                <a:gd name="connsiteX59" fmla="*/ 503254 w 588631"/>
                <a:gd name="connsiteY59" fmla="*/ 22032 h 494051"/>
                <a:gd name="connsiteX60" fmla="*/ 549069 w 588631"/>
                <a:gd name="connsiteY60" fmla="*/ 124 h 494051"/>
                <a:gd name="connsiteX61" fmla="*/ 575739 w 588631"/>
                <a:gd name="connsiteY61" fmla="*/ 4125 h 494051"/>
                <a:gd name="connsiteX62" fmla="*/ 583264 w 588631"/>
                <a:gd name="connsiteY62" fmla="*/ 33938 h 494051"/>
                <a:gd name="connsiteX63" fmla="*/ 587836 w 588631"/>
                <a:gd name="connsiteY63" fmla="*/ 96517 h 494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588631" h="494051">
                  <a:moveTo>
                    <a:pt x="587836" y="96517"/>
                  </a:moveTo>
                  <a:cubicBezTo>
                    <a:pt x="588227" y="115586"/>
                    <a:pt x="586046" y="134608"/>
                    <a:pt x="581359" y="153096"/>
                  </a:cubicBezTo>
                  <a:cubicBezTo>
                    <a:pt x="576416" y="171736"/>
                    <a:pt x="564062" y="187529"/>
                    <a:pt x="547165" y="196816"/>
                  </a:cubicBezTo>
                  <a:cubicBezTo>
                    <a:pt x="524876" y="207579"/>
                    <a:pt x="496492" y="201959"/>
                    <a:pt x="476013" y="215866"/>
                  </a:cubicBezTo>
                  <a:cubicBezTo>
                    <a:pt x="461535" y="225391"/>
                    <a:pt x="454296" y="242631"/>
                    <a:pt x="444676" y="257204"/>
                  </a:cubicBezTo>
                  <a:cubicBezTo>
                    <a:pt x="435055" y="271777"/>
                    <a:pt x="419053" y="285779"/>
                    <a:pt x="402099" y="281493"/>
                  </a:cubicBezTo>
                  <a:cubicBezTo>
                    <a:pt x="391621" y="279112"/>
                    <a:pt x="383049" y="270253"/>
                    <a:pt x="372190" y="269491"/>
                  </a:cubicBezTo>
                  <a:cubicBezTo>
                    <a:pt x="357426" y="268348"/>
                    <a:pt x="345520" y="284636"/>
                    <a:pt x="347521" y="299400"/>
                  </a:cubicBezTo>
                  <a:cubicBezTo>
                    <a:pt x="350721" y="314268"/>
                    <a:pt x="361617" y="326289"/>
                    <a:pt x="376096" y="330928"/>
                  </a:cubicBezTo>
                  <a:cubicBezTo>
                    <a:pt x="386668" y="334928"/>
                    <a:pt x="398193" y="335976"/>
                    <a:pt x="409147" y="339024"/>
                  </a:cubicBezTo>
                  <a:cubicBezTo>
                    <a:pt x="420415" y="341224"/>
                    <a:pt x="430302" y="347891"/>
                    <a:pt x="436579" y="357502"/>
                  </a:cubicBezTo>
                  <a:cubicBezTo>
                    <a:pt x="442332" y="367427"/>
                    <a:pt x="438942" y="380134"/>
                    <a:pt x="429026" y="385877"/>
                  </a:cubicBezTo>
                  <a:cubicBezTo>
                    <a:pt x="428912" y="385944"/>
                    <a:pt x="428788" y="386011"/>
                    <a:pt x="428674" y="386077"/>
                  </a:cubicBezTo>
                  <a:cubicBezTo>
                    <a:pt x="453000" y="386934"/>
                    <a:pt x="473879" y="403670"/>
                    <a:pt x="480013" y="427225"/>
                  </a:cubicBezTo>
                  <a:cubicBezTo>
                    <a:pt x="482661" y="439151"/>
                    <a:pt x="481156" y="451619"/>
                    <a:pt x="475727" y="462563"/>
                  </a:cubicBezTo>
                  <a:cubicBezTo>
                    <a:pt x="458115" y="446580"/>
                    <a:pt x="439256" y="432026"/>
                    <a:pt x="419339" y="419034"/>
                  </a:cubicBezTo>
                  <a:cubicBezTo>
                    <a:pt x="407433" y="410747"/>
                    <a:pt x="391335" y="402365"/>
                    <a:pt x="379429" y="410747"/>
                  </a:cubicBezTo>
                  <a:cubicBezTo>
                    <a:pt x="367523" y="419129"/>
                    <a:pt x="369904" y="436750"/>
                    <a:pt x="373143" y="450657"/>
                  </a:cubicBezTo>
                  <a:cubicBezTo>
                    <a:pt x="376381" y="464563"/>
                    <a:pt x="378286" y="482661"/>
                    <a:pt x="366190" y="490376"/>
                  </a:cubicBezTo>
                  <a:cubicBezTo>
                    <a:pt x="356665" y="496567"/>
                    <a:pt x="343901" y="492281"/>
                    <a:pt x="334090" y="486661"/>
                  </a:cubicBezTo>
                  <a:cubicBezTo>
                    <a:pt x="325108" y="479641"/>
                    <a:pt x="314297" y="475345"/>
                    <a:pt x="302943" y="474279"/>
                  </a:cubicBezTo>
                  <a:cubicBezTo>
                    <a:pt x="291037" y="474755"/>
                    <a:pt x="281512" y="483804"/>
                    <a:pt x="271130" y="489519"/>
                  </a:cubicBezTo>
                  <a:cubicBezTo>
                    <a:pt x="260748" y="495234"/>
                    <a:pt x="245032" y="496948"/>
                    <a:pt x="239031" y="486661"/>
                  </a:cubicBezTo>
                  <a:cubicBezTo>
                    <a:pt x="233030" y="476374"/>
                    <a:pt x="243126" y="462087"/>
                    <a:pt x="243031" y="449228"/>
                  </a:cubicBezTo>
                  <a:cubicBezTo>
                    <a:pt x="243031" y="433607"/>
                    <a:pt x="226267" y="422272"/>
                    <a:pt x="210646" y="422463"/>
                  </a:cubicBezTo>
                  <a:cubicBezTo>
                    <a:pt x="195092" y="424015"/>
                    <a:pt x="180328" y="430073"/>
                    <a:pt x="168165" y="439893"/>
                  </a:cubicBezTo>
                  <a:cubicBezTo>
                    <a:pt x="157849" y="448599"/>
                    <a:pt x="145191" y="454076"/>
                    <a:pt x="131779" y="455610"/>
                  </a:cubicBezTo>
                  <a:cubicBezTo>
                    <a:pt x="119892" y="454772"/>
                    <a:pt x="108738" y="449590"/>
                    <a:pt x="100442" y="441037"/>
                  </a:cubicBezTo>
                  <a:cubicBezTo>
                    <a:pt x="103204" y="438084"/>
                    <a:pt x="105967" y="434941"/>
                    <a:pt x="108634" y="431512"/>
                  </a:cubicBezTo>
                  <a:cubicBezTo>
                    <a:pt x="125493" y="412462"/>
                    <a:pt x="143495" y="387792"/>
                    <a:pt x="135780" y="363312"/>
                  </a:cubicBezTo>
                  <a:cubicBezTo>
                    <a:pt x="128065" y="338833"/>
                    <a:pt x="96537" y="323117"/>
                    <a:pt x="99394" y="297685"/>
                  </a:cubicBezTo>
                  <a:cubicBezTo>
                    <a:pt x="100156" y="290637"/>
                    <a:pt x="103681" y="283112"/>
                    <a:pt x="100156" y="276921"/>
                  </a:cubicBezTo>
                  <a:cubicBezTo>
                    <a:pt x="96632" y="270729"/>
                    <a:pt x="85392" y="270063"/>
                    <a:pt x="76915" y="268729"/>
                  </a:cubicBezTo>
                  <a:cubicBezTo>
                    <a:pt x="43387" y="263491"/>
                    <a:pt x="28719" y="218342"/>
                    <a:pt x="-237" y="204340"/>
                  </a:cubicBezTo>
                  <a:cubicBezTo>
                    <a:pt x="1001" y="202340"/>
                    <a:pt x="2239" y="200340"/>
                    <a:pt x="3287" y="198244"/>
                  </a:cubicBezTo>
                  <a:cubicBezTo>
                    <a:pt x="4506" y="196368"/>
                    <a:pt x="5440" y="194310"/>
                    <a:pt x="6049" y="192148"/>
                  </a:cubicBezTo>
                  <a:cubicBezTo>
                    <a:pt x="5306" y="194253"/>
                    <a:pt x="4382" y="196301"/>
                    <a:pt x="3287" y="198244"/>
                  </a:cubicBezTo>
                  <a:cubicBezTo>
                    <a:pt x="4563" y="195596"/>
                    <a:pt x="5649" y="192853"/>
                    <a:pt x="6525" y="190053"/>
                  </a:cubicBezTo>
                  <a:cubicBezTo>
                    <a:pt x="6802" y="189376"/>
                    <a:pt x="7030" y="188672"/>
                    <a:pt x="7192" y="187957"/>
                  </a:cubicBezTo>
                  <a:cubicBezTo>
                    <a:pt x="7192" y="186338"/>
                    <a:pt x="7954" y="184719"/>
                    <a:pt x="8240" y="183004"/>
                  </a:cubicBezTo>
                  <a:cubicBezTo>
                    <a:pt x="-3428" y="164678"/>
                    <a:pt x="1963" y="140361"/>
                    <a:pt x="20289" y="128693"/>
                  </a:cubicBezTo>
                  <a:cubicBezTo>
                    <a:pt x="23909" y="126388"/>
                    <a:pt x="27881" y="124683"/>
                    <a:pt x="32052" y="123663"/>
                  </a:cubicBezTo>
                  <a:lnTo>
                    <a:pt x="29195" y="121473"/>
                  </a:lnTo>
                  <a:lnTo>
                    <a:pt x="80916" y="116329"/>
                  </a:lnTo>
                  <a:cubicBezTo>
                    <a:pt x="87583" y="115662"/>
                    <a:pt x="96156" y="116329"/>
                    <a:pt x="98442" y="122330"/>
                  </a:cubicBezTo>
                  <a:cubicBezTo>
                    <a:pt x="100156" y="126807"/>
                    <a:pt x="97394" y="131855"/>
                    <a:pt x="99775" y="136427"/>
                  </a:cubicBezTo>
                  <a:cubicBezTo>
                    <a:pt x="104061" y="144047"/>
                    <a:pt x="115587" y="136999"/>
                    <a:pt x="124255" y="137856"/>
                  </a:cubicBezTo>
                  <a:cubicBezTo>
                    <a:pt x="136923" y="138999"/>
                    <a:pt x="142352" y="157763"/>
                    <a:pt x="155020" y="158620"/>
                  </a:cubicBezTo>
                  <a:cubicBezTo>
                    <a:pt x="165212" y="159382"/>
                    <a:pt x="171689" y="148238"/>
                    <a:pt x="175975" y="138903"/>
                  </a:cubicBezTo>
                  <a:cubicBezTo>
                    <a:pt x="180261" y="129569"/>
                    <a:pt x="187882" y="118806"/>
                    <a:pt x="197883" y="120996"/>
                  </a:cubicBezTo>
                  <a:cubicBezTo>
                    <a:pt x="207884" y="123187"/>
                    <a:pt x="211218" y="139475"/>
                    <a:pt x="221219" y="145095"/>
                  </a:cubicBezTo>
                  <a:cubicBezTo>
                    <a:pt x="229315" y="149762"/>
                    <a:pt x="239507" y="145857"/>
                    <a:pt x="248080" y="141856"/>
                  </a:cubicBezTo>
                  <a:cubicBezTo>
                    <a:pt x="272235" y="132245"/>
                    <a:pt x="294495" y="118406"/>
                    <a:pt x="313802" y="100994"/>
                  </a:cubicBezTo>
                  <a:cubicBezTo>
                    <a:pt x="321012" y="91555"/>
                    <a:pt x="330090" y="83716"/>
                    <a:pt x="340472" y="77943"/>
                  </a:cubicBezTo>
                  <a:cubicBezTo>
                    <a:pt x="357474" y="72838"/>
                    <a:pt x="375857" y="78839"/>
                    <a:pt x="386573" y="92993"/>
                  </a:cubicBezTo>
                  <a:cubicBezTo>
                    <a:pt x="396736" y="107014"/>
                    <a:pt x="403842" y="123016"/>
                    <a:pt x="407433" y="139951"/>
                  </a:cubicBezTo>
                  <a:cubicBezTo>
                    <a:pt x="411148" y="127283"/>
                    <a:pt x="425626" y="120901"/>
                    <a:pt x="438675" y="118806"/>
                  </a:cubicBezTo>
                  <a:cubicBezTo>
                    <a:pt x="451724" y="116710"/>
                    <a:pt x="465916" y="116139"/>
                    <a:pt x="476775" y="108328"/>
                  </a:cubicBezTo>
                  <a:cubicBezTo>
                    <a:pt x="486757" y="99727"/>
                    <a:pt x="492862" y="87468"/>
                    <a:pt x="493729" y="74324"/>
                  </a:cubicBezTo>
                  <a:cubicBezTo>
                    <a:pt x="496110" y="56607"/>
                    <a:pt x="493729" y="37272"/>
                    <a:pt x="503254" y="22032"/>
                  </a:cubicBezTo>
                  <a:cubicBezTo>
                    <a:pt x="513798" y="7401"/>
                    <a:pt x="531067" y="-847"/>
                    <a:pt x="549069" y="124"/>
                  </a:cubicBezTo>
                  <a:cubicBezTo>
                    <a:pt x="558099" y="267"/>
                    <a:pt x="567063" y="1610"/>
                    <a:pt x="575739" y="4125"/>
                  </a:cubicBezTo>
                  <a:cubicBezTo>
                    <a:pt x="577425" y="14250"/>
                    <a:pt x="579940" y="24222"/>
                    <a:pt x="583264" y="33938"/>
                  </a:cubicBezTo>
                  <a:cubicBezTo>
                    <a:pt x="587798" y="54464"/>
                    <a:pt x="589341" y="75543"/>
                    <a:pt x="587836" y="96517"/>
                  </a:cubicBezTo>
                  <a:close/>
                </a:path>
              </a:pathLst>
            </a:custGeom>
            <a:grpFill/>
            <a:ln w="7144" cap="rnd">
              <a:solidFill>
                <a:schemeClr val="bg1"/>
              </a:solidFill>
              <a:prstDash val="solid"/>
              <a:round/>
            </a:ln>
          </p:spPr>
          <p:txBody>
            <a:bodyPr rtlCol="0" anchor="ctr"/>
            <a:lstStyle/>
            <a:p>
              <a:endParaRPr lang="en-IN"/>
            </a:p>
          </p:txBody>
        </p:sp>
        <p:sp>
          <p:nvSpPr>
            <p:cNvPr id="3611" name="Freeform: Shape 3610"/>
            <p:cNvSpPr/>
            <p:nvPr/>
          </p:nvSpPr>
          <p:spPr>
            <a:xfrm>
              <a:off x="6215443" y="3926082"/>
              <a:ext cx="2762" cy="6095"/>
            </a:xfrm>
            <a:custGeom>
              <a:avLst/>
              <a:gdLst>
                <a:gd name="connsiteX0" fmla="*/ 2525 w 2762"/>
                <a:gd name="connsiteY0" fmla="*/ 47 h 6095"/>
                <a:gd name="connsiteX1" fmla="*/ -237 w 2762"/>
                <a:gd name="connsiteY1" fmla="*/ 6143 h 6095"/>
                <a:gd name="connsiteX2" fmla="*/ 2525 w 2762"/>
                <a:gd name="connsiteY2" fmla="*/ 47 h 6095"/>
              </a:gdLst>
              <a:ahLst/>
              <a:cxnLst>
                <a:cxn ang="0">
                  <a:pos x="connsiteX0" y="connsiteY0"/>
                </a:cxn>
                <a:cxn ang="0">
                  <a:pos x="connsiteX1" y="connsiteY1"/>
                </a:cxn>
                <a:cxn ang="0">
                  <a:pos x="connsiteX2" y="connsiteY2"/>
                </a:cxn>
              </a:cxnLst>
              <a:rect l="l" t="t" r="r" b="b"/>
              <a:pathLst>
                <a:path w="2762" h="6095">
                  <a:moveTo>
                    <a:pt x="2525" y="47"/>
                  </a:moveTo>
                  <a:cubicBezTo>
                    <a:pt x="1916" y="2209"/>
                    <a:pt x="982" y="4267"/>
                    <a:pt x="-237" y="6143"/>
                  </a:cubicBezTo>
                  <a:cubicBezTo>
                    <a:pt x="858" y="4200"/>
                    <a:pt x="1782" y="2152"/>
                    <a:pt x="2525" y="47"/>
                  </a:cubicBezTo>
                  <a:close/>
                </a:path>
              </a:pathLst>
            </a:custGeom>
            <a:grpFill/>
            <a:ln w="7144" cap="rnd">
              <a:solidFill>
                <a:schemeClr val="bg1"/>
              </a:solidFill>
              <a:prstDash val="solid"/>
              <a:round/>
            </a:ln>
          </p:spPr>
          <p:txBody>
            <a:bodyPr rtlCol="0" anchor="ctr"/>
            <a:lstStyle/>
            <a:p>
              <a:endParaRPr lang="en-IN"/>
            </a:p>
          </p:txBody>
        </p:sp>
        <p:sp>
          <p:nvSpPr>
            <p:cNvPr id="3612" name="Freeform: Shape 3611"/>
            <p:cNvSpPr/>
            <p:nvPr/>
          </p:nvSpPr>
          <p:spPr>
            <a:xfrm>
              <a:off x="7497533" y="3606478"/>
              <a:ext cx="233789" cy="269649"/>
            </a:xfrm>
            <a:custGeom>
              <a:avLst/>
              <a:gdLst>
                <a:gd name="connsiteX0" fmla="*/ 233195 w 233789"/>
                <a:gd name="connsiteY0" fmla="*/ 81241 h 269649"/>
                <a:gd name="connsiteX1" fmla="*/ 228052 w 233789"/>
                <a:gd name="connsiteY1" fmla="*/ 116293 h 269649"/>
                <a:gd name="connsiteX2" fmla="*/ 187570 w 233789"/>
                <a:gd name="connsiteY2" fmla="*/ 173443 h 269649"/>
                <a:gd name="connsiteX3" fmla="*/ 171473 w 233789"/>
                <a:gd name="connsiteY3" fmla="*/ 240118 h 269649"/>
                <a:gd name="connsiteX4" fmla="*/ 171473 w 233789"/>
                <a:gd name="connsiteY4" fmla="*/ 255834 h 269649"/>
                <a:gd name="connsiteX5" fmla="*/ 163282 w 233789"/>
                <a:gd name="connsiteY5" fmla="*/ 268502 h 269649"/>
                <a:gd name="connsiteX6" fmla="*/ 140231 w 233789"/>
                <a:gd name="connsiteY6" fmla="*/ 263359 h 269649"/>
                <a:gd name="connsiteX7" fmla="*/ 92606 w 233789"/>
                <a:gd name="connsiteY7" fmla="*/ 256787 h 269649"/>
                <a:gd name="connsiteX8" fmla="*/ 81748 w 233789"/>
                <a:gd name="connsiteY8" fmla="*/ 256787 h 269649"/>
                <a:gd name="connsiteX9" fmla="*/ 75461 w 233789"/>
                <a:gd name="connsiteY9" fmla="*/ 249738 h 269649"/>
                <a:gd name="connsiteX10" fmla="*/ 62412 w 233789"/>
                <a:gd name="connsiteY10" fmla="*/ 250309 h 269649"/>
                <a:gd name="connsiteX11" fmla="*/ 57745 w 233789"/>
                <a:gd name="connsiteY11" fmla="*/ 259834 h 269649"/>
                <a:gd name="connsiteX12" fmla="*/ 22597 w 233789"/>
                <a:gd name="connsiteY12" fmla="*/ 250309 h 269649"/>
                <a:gd name="connsiteX13" fmla="*/ 6691 w 233789"/>
                <a:gd name="connsiteY13" fmla="*/ 241356 h 269649"/>
                <a:gd name="connsiteX14" fmla="*/ 5834 w 233789"/>
                <a:gd name="connsiteY14" fmla="*/ 219639 h 269649"/>
                <a:gd name="connsiteX15" fmla="*/ 10882 w 233789"/>
                <a:gd name="connsiteY15" fmla="*/ 206495 h 269649"/>
                <a:gd name="connsiteX16" fmla="*/ 2786 w 233789"/>
                <a:gd name="connsiteY16" fmla="*/ 176586 h 269649"/>
                <a:gd name="connsiteX17" fmla="*/ 4214 w 233789"/>
                <a:gd name="connsiteY17" fmla="*/ 146773 h 269649"/>
                <a:gd name="connsiteX18" fmla="*/ 30218 w 233789"/>
                <a:gd name="connsiteY18" fmla="*/ 125437 h 269649"/>
                <a:gd name="connsiteX19" fmla="*/ 32027 w 233789"/>
                <a:gd name="connsiteY19" fmla="*/ 93337 h 269649"/>
                <a:gd name="connsiteX20" fmla="*/ 49172 w 233789"/>
                <a:gd name="connsiteY20" fmla="*/ 81241 h 269649"/>
                <a:gd name="connsiteX21" fmla="*/ 70699 w 233789"/>
                <a:gd name="connsiteY21" fmla="*/ 75716 h 269649"/>
                <a:gd name="connsiteX22" fmla="*/ 90320 w 233789"/>
                <a:gd name="connsiteY22" fmla="*/ 39712 h 269649"/>
                <a:gd name="connsiteX23" fmla="*/ 169092 w 233789"/>
                <a:gd name="connsiteY23" fmla="*/ 15899 h 269649"/>
                <a:gd name="connsiteX24" fmla="*/ 186237 w 233789"/>
                <a:gd name="connsiteY24" fmla="*/ 88 h 269649"/>
                <a:gd name="connsiteX25" fmla="*/ 199191 w 233789"/>
                <a:gd name="connsiteY25" fmla="*/ 14756 h 269649"/>
                <a:gd name="connsiteX26" fmla="*/ 215288 w 233789"/>
                <a:gd name="connsiteY26" fmla="*/ 29615 h 269649"/>
                <a:gd name="connsiteX27" fmla="*/ 203954 w 233789"/>
                <a:gd name="connsiteY27" fmla="*/ 39140 h 269649"/>
                <a:gd name="connsiteX28" fmla="*/ 196334 w 233789"/>
                <a:gd name="connsiteY28" fmla="*/ 51427 h 269649"/>
                <a:gd name="connsiteX29" fmla="*/ 199953 w 233789"/>
                <a:gd name="connsiteY29" fmla="*/ 64858 h 269649"/>
                <a:gd name="connsiteX30" fmla="*/ 213097 w 233789"/>
                <a:gd name="connsiteY30" fmla="*/ 68192 h 269649"/>
                <a:gd name="connsiteX31" fmla="*/ 226719 w 233789"/>
                <a:gd name="connsiteY31" fmla="*/ 69525 h 269649"/>
                <a:gd name="connsiteX32" fmla="*/ 233195 w 233789"/>
                <a:gd name="connsiteY32" fmla="*/ 81241 h 269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33789" h="269649">
                  <a:moveTo>
                    <a:pt x="233195" y="81241"/>
                  </a:moveTo>
                  <a:cubicBezTo>
                    <a:pt x="229233" y="92480"/>
                    <a:pt x="227480" y="104387"/>
                    <a:pt x="228052" y="116293"/>
                  </a:cubicBezTo>
                  <a:cubicBezTo>
                    <a:pt x="212831" y="134057"/>
                    <a:pt x="199277" y="153193"/>
                    <a:pt x="187570" y="173443"/>
                  </a:cubicBezTo>
                  <a:cubicBezTo>
                    <a:pt x="176179" y="193769"/>
                    <a:pt x="170606" y="216839"/>
                    <a:pt x="171473" y="240118"/>
                  </a:cubicBezTo>
                  <a:cubicBezTo>
                    <a:pt x="172045" y="245337"/>
                    <a:pt x="172045" y="250614"/>
                    <a:pt x="171473" y="255834"/>
                  </a:cubicBezTo>
                  <a:cubicBezTo>
                    <a:pt x="170997" y="261149"/>
                    <a:pt x="167930" y="265883"/>
                    <a:pt x="163282" y="268502"/>
                  </a:cubicBezTo>
                  <a:cubicBezTo>
                    <a:pt x="155852" y="272026"/>
                    <a:pt x="147566" y="266978"/>
                    <a:pt x="140231" y="263359"/>
                  </a:cubicBezTo>
                  <a:cubicBezTo>
                    <a:pt x="125515" y="255986"/>
                    <a:pt x="108770" y="253672"/>
                    <a:pt x="92606" y="256787"/>
                  </a:cubicBezTo>
                  <a:cubicBezTo>
                    <a:pt x="89111" y="258129"/>
                    <a:pt x="85243" y="258129"/>
                    <a:pt x="81748" y="256787"/>
                  </a:cubicBezTo>
                  <a:cubicBezTo>
                    <a:pt x="79081" y="255167"/>
                    <a:pt x="77843" y="251833"/>
                    <a:pt x="75461" y="249738"/>
                  </a:cubicBezTo>
                  <a:cubicBezTo>
                    <a:pt x="71508" y="246861"/>
                    <a:pt x="66098" y="247099"/>
                    <a:pt x="62412" y="250309"/>
                  </a:cubicBezTo>
                  <a:cubicBezTo>
                    <a:pt x="59583" y="252691"/>
                    <a:pt x="57897" y="256148"/>
                    <a:pt x="57745" y="259834"/>
                  </a:cubicBezTo>
                  <a:lnTo>
                    <a:pt x="22597" y="250309"/>
                  </a:lnTo>
                  <a:cubicBezTo>
                    <a:pt x="16349" y="249462"/>
                    <a:pt x="10662" y="246261"/>
                    <a:pt x="6691" y="241356"/>
                  </a:cubicBezTo>
                  <a:cubicBezTo>
                    <a:pt x="2786" y="235070"/>
                    <a:pt x="5357" y="227164"/>
                    <a:pt x="5834" y="219639"/>
                  </a:cubicBezTo>
                  <a:cubicBezTo>
                    <a:pt x="8882" y="215915"/>
                    <a:pt x="10653" y="211305"/>
                    <a:pt x="10882" y="206495"/>
                  </a:cubicBezTo>
                  <a:cubicBezTo>
                    <a:pt x="10053" y="196112"/>
                    <a:pt x="7310" y="185968"/>
                    <a:pt x="2786" y="176586"/>
                  </a:cubicBezTo>
                  <a:cubicBezTo>
                    <a:pt x="-1701" y="167023"/>
                    <a:pt x="-1168" y="155860"/>
                    <a:pt x="4214" y="146773"/>
                  </a:cubicBezTo>
                  <a:cubicBezTo>
                    <a:pt x="11263" y="137819"/>
                    <a:pt x="25836" y="136009"/>
                    <a:pt x="30218" y="125437"/>
                  </a:cubicBezTo>
                  <a:cubicBezTo>
                    <a:pt x="34599" y="114864"/>
                    <a:pt x="26407" y="102672"/>
                    <a:pt x="32027" y="93337"/>
                  </a:cubicBezTo>
                  <a:cubicBezTo>
                    <a:pt x="35552" y="87337"/>
                    <a:pt x="43362" y="85051"/>
                    <a:pt x="49172" y="81241"/>
                  </a:cubicBezTo>
                  <a:cubicBezTo>
                    <a:pt x="56821" y="83070"/>
                    <a:pt x="64879" y="81003"/>
                    <a:pt x="70699" y="75716"/>
                  </a:cubicBezTo>
                  <a:cubicBezTo>
                    <a:pt x="80224" y="66191"/>
                    <a:pt x="80891" y="49808"/>
                    <a:pt x="90320" y="39712"/>
                  </a:cubicBezTo>
                  <a:cubicBezTo>
                    <a:pt x="109370" y="18947"/>
                    <a:pt x="151471" y="38188"/>
                    <a:pt x="169092" y="15899"/>
                  </a:cubicBezTo>
                  <a:cubicBezTo>
                    <a:pt x="174140" y="9422"/>
                    <a:pt x="178045" y="-674"/>
                    <a:pt x="186237" y="88"/>
                  </a:cubicBezTo>
                  <a:cubicBezTo>
                    <a:pt x="194429" y="850"/>
                    <a:pt x="195762" y="8755"/>
                    <a:pt x="199191" y="14756"/>
                  </a:cubicBezTo>
                  <a:cubicBezTo>
                    <a:pt x="202848" y="21290"/>
                    <a:pt x="208488" y="26491"/>
                    <a:pt x="215288" y="29615"/>
                  </a:cubicBezTo>
                  <a:cubicBezTo>
                    <a:pt x="211259" y="32482"/>
                    <a:pt x="207478" y="35673"/>
                    <a:pt x="203954" y="39140"/>
                  </a:cubicBezTo>
                  <a:cubicBezTo>
                    <a:pt x="200334" y="42464"/>
                    <a:pt x="197705" y="46713"/>
                    <a:pt x="196334" y="51427"/>
                  </a:cubicBezTo>
                  <a:cubicBezTo>
                    <a:pt x="194972" y="56228"/>
                    <a:pt x="196362" y="61391"/>
                    <a:pt x="199953" y="64858"/>
                  </a:cubicBezTo>
                  <a:cubicBezTo>
                    <a:pt x="203782" y="67544"/>
                    <a:pt x="208459" y="68734"/>
                    <a:pt x="213097" y="68192"/>
                  </a:cubicBezTo>
                  <a:cubicBezTo>
                    <a:pt x="217679" y="67677"/>
                    <a:pt x="222318" y="68125"/>
                    <a:pt x="226719" y="69525"/>
                  </a:cubicBezTo>
                  <a:cubicBezTo>
                    <a:pt x="231719" y="71001"/>
                    <a:pt x="234605" y="76221"/>
                    <a:pt x="233195" y="81241"/>
                  </a:cubicBezTo>
                  <a:close/>
                </a:path>
              </a:pathLst>
            </a:custGeom>
            <a:grpFill/>
            <a:ln w="7144" cap="rnd">
              <a:solidFill>
                <a:schemeClr val="bg1"/>
              </a:solidFill>
              <a:prstDash val="solid"/>
              <a:round/>
            </a:ln>
          </p:spPr>
          <p:txBody>
            <a:bodyPr rtlCol="0" anchor="ctr"/>
            <a:lstStyle/>
            <a:p>
              <a:endParaRPr lang="en-IN"/>
            </a:p>
          </p:txBody>
        </p:sp>
        <p:sp>
          <p:nvSpPr>
            <p:cNvPr id="3613" name="Freeform: Shape 3612"/>
            <p:cNvSpPr/>
            <p:nvPr/>
          </p:nvSpPr>
          <p:spPr>
            <a:xfrm>
              <a:off x="7031354" y="3234557"/>
              <a:ext cx="821531" cy="623993"/>
            </a:xfrm>
            <a:custGeom>
              <a:avLst/>
              <a:gdLst>
                <a:gd name="connsiteX0" fmla="*/ 821294 w 821531"/>
                <a:gd name="connsiteY0" fmla="*/ 97403 h 623993"/>
                <a:gd name="connsiteX1" fmla="*/ 808340 w 821531"/>
                <a:gd name="connsiteY1" fmla="*/ 114834 h 623993"/>
                <a:gd name="connsiteX2" fmla="*/ 786432 w 821531"/>
                <a:gd name="connsiteY2" fmla="*/ 121215 h 623993"/>
                <a:gd name="connsiteX3" fmla="*/ 734331 w 821531"/>
                <a:gd name="connsiteY3" fmla="*/ 170555 h 623993"/>
                <a:gd name="connsiteX4" fmla="*/ 700041 w 821531"/>
                <a:gd name="connsiteY4" fmla="*/ 176365 h 623993"/>
                <a:gd name="connsiteX5" fmla="*/ 649653 w 821531"/>
                <a:gd name="connsiteY5" fmla="*/ 211989 h 623993"/>
                <a:gd name="connsiteX6" fmla="*/ 627175 w 821531"/>
                <a:gd name="connsiteY6" fmla="*/ 239897 h 623993"/>
                <a:gd name="connsiteX7" fmla="*/ 608125 w 821531"/>
                <a:gd name="connsiteY7" fmla="*/ 241516 h 623993"/>
                <a:gd name="connsiteX8" fmla="*/ 581169 w 821531"/>
                <a:gd name="connsiteY8" fmla="*/ 264090 h 623993"/>
                <a:gd name="connsiteX9" fmla="*/ 578502 w 821531"/>
                <a:gd name="connsiteY9" fmla="*/ 300381 h 623993"/>
                <a:gd name="connsiteX10" fmla="*/ 582121 w 821531"/>
                <a:gd name="connsiteY10" fmla="*/ 327717 h 623993"/>
                <a:gd name="connsiteX11" fmla="*/ 568310 w 821531"/>
                <a:gd name="connsiteY11" fmla="*/ 349911 h 623993"/>
                <a:gd name="connsiteX12" fmla="*/ 549260 w 821531"/>
                <a:gd name="connsiteY12" fmla="*/ 337242 h 623993"/>
                <a:gd name="connsiteX13" fmla="*/ 512589 w 821531"/>
                <a:gd name="connsiteY13" fmla="*/ 370008 h 623993"/>
                <a:gd name="connsiteX14" fmla="*/ 498587 w 821531"/>
                <a:gd name="connsiteY14" fmla="*/ 413157 h 623993"/>
                <a:gd name="connsiteX15" fmla="*/ 515256 w 821531"/>
                <a:gd name="connsiteY15" fmla="*/ 427730 h 623993"/>
                <a:gd name="connsiteX16" fmla="*/ 522780 w 821531"/>
                <a:gd name="connsiteY16" fmla="*/ 446780 h 623993"/>
                <a:gd name="connsiteX17" fmla="*/ 516780 w 821531"/>
                <a:gd name="connsiteY17" fmla="*/ 453638 h 623993"/>
                <a:gd name="connsiteX18" fmla="*/ 499635 w 821531"/>
                <a:gd name="connsiteY18" fmla="*/ 465735 h 623993"/>
                <a:gd name="connsiteX19" fmla="*/ 497825 w 821531"/>
                <a:gd name="connsiteY19" fmla="*/ 497834 h 623993"/>
                <a:gd name="connsiteX20" fmla="*/ 471822 w 821531"/>
                <a:gd name="connsiteY20" fmla="*/ 519170 h 623993"/>
                <a:gd name="connsiteX21" fmla="*/ 470393 w 821531"/>
                <a:gd name="connsiteY21" fmla="*/ 548983 h 623993"/>
                <a:gd name="connsiteX22" fmla="*/ 478489 w 821531"/>
                <a:gd name="connsiteY22" fmla="*/ 578892 h 623993"/>
                <a:gd name="connsiteX23" fmla="*/ 473441 w 821531"/>
                <a:gd name="connsiteY23" fmla="*/ 592036 h 623993"/>
                <a:gd name="connsiteX24" fmla="*/ 473441 w 821531"/>
                <a:gd name="connsiteY24" fmla="*/ 588607 h 623993"/>
                <a:gd name="connsiteX25" fmla="*/ 459058 w 821531"/>
                <a:gd name="connsiteY25" fmla="*/ 567938 h 623993"/>
                <a:gd name="connsiteX26" fmla="*/ 434198 w 821531"/>
                <a:gd name="connsiteY26" fmla="*/ 571938 h 623993"/>
                <a:gd name="connsiteX27" fmla="*/ 416386 w 821531"/>
                <a:gd name="connsiteY27" fmla="*/ 607467 h 623993"/>
                <a:gd name="connsiteX28" fmla="*/ 406861 w 821531"/>
                <a:gd name="connsiteY28" fmla="*/ 616992 h 623993"/>
                <a:gd name="connsiteX29" fmla="*/ 406861 w 821531"/>
                <a:gd name="connsiteY29" fmla="*/ 616992 h 623993"/>
                <a:gd name="connsiteX30" fmla="*/ 388478 w 821531"/>
                <a:gd name="connsiteY30" fmla="*/ 624040 h 623993"/>
                <a:gd name="connsiteX31" fmla="*/ 376096 w 821531"/>
                <a:gd name="connsiteY31" fmla="*/ 597561 h 623993"/>
                <a:gd name="connsiteX32" fmla="*/ 376096 w 821531"/>
                <a:gd name="connsiteY32" fmla="*/ 597561 h 623993"/>
                <a:gd name="connsiteX33" fmla="*/ 362189 w 821531"/>
                <a:gd name="connsiteY33" fmla="*/ 567652 h 623993"/>
                <a:gd name="connsiteX34" fmla="*/ 365237 w 821531"/>
                <a:gd name="connsiteY34" fmla="*/ 557175 h 623993"/>
                <a:gd name="connsiteX35" fmla="*/ 357046 w 821531"/>
                <a:gd name="connsiteY35" fmla="*/ 546888 h 623993"/>
                <a:gd name="connsiteX36" fmla="*/ 362380 w 821531"/>
                <a:gd name="connsiteY36" fmla="*/ 537839 h 623993"/>
                <a:gd name="connsiteX37" fmla="*/ 364761 w 821531"/>
                <a:gd name="connsiteY37" fmla="*/ 528314 h 623993"/>
                <a:gd name="connsiteX38" fmla="*/ 360570 w 821531"/>
                <a:gd name="connsiteY38" fmla="*/ 521265 h 623993"/>
                <a:gd name="connsiteX39" fmla="*/ 371523 w 821531"/>
                <a:gd name="connsiteY39" fmla="*/ 514693 h 623993"/>
                <a:gd name="connsiteX40" fmla="*/ 386097 w 821531"/>
                <a:gd name="connsiteY40" fmla="*/ 517646 h 623993"/>
                <a:gd name="connsiteX41" fmla="*/ 389716 w 821531"/>
                <a:gd name="connsiteY41" fmla="*/ 497167 h 623993"/>
                <a:gd name="connsiteX42" fmla="*/ 375524 w 821531"/>
                <a:gd name="connsiteY42" fmla="*/ 487642 h 623993"/>
                <a:gd name="connsiteX43" fmla="*/ 408195 w 821531"/>
                <a:gd name="connsiteY43" fmla="*/ 478689 h 623993"/>
                <a:gd name="connsiteX44" fmla="*/ 417053 w 821531"/>
                <a:gd name="connsiteY44" fmla="*/ 448209 h 623993"/>
                <a:gd name="connsiteX45" fmla="*/ 403528 w 821531"/>
                <a:gd name="connsiteY45" fmla="*/ 417919 h 623993"/>
                <a:gd name="connsiteX46" fmla="*/ 371238 w 821531"/>
                <a:gd name="connsiteY46" fmla="*/ 387439 h 623993"/>
                <a:gd name="connsiteX47" fmla="*/ 345520 w 821531"/>
                <a:gd name="connsiteY47" fmla="*/ 378676 h 623993"/>
                <a:gd name="connsiteX48" fmla="*/ 351521 w 821531"/>
                <a:gd name="connsiteY48" fmla="*/ 358007 h 623993"/>
                <a:gd name="connsiteX49" fmla="*/ 350092 w 821531"/>
                <a:gd name="connsiteY49" fmla="*/ 338290 h 623993"/>
                <a:gd name="connsiteX50" fmla="*/ 340567 w 821531"/>
                <a:gd name="connsiteY50" fmla="*/ 338290 h 623993"/>
                <a:gd name="connsiteX51" fmla="*/ 270273 w 821531"/>
                <a:gd name="connsiteY51" fmla="*/ 358102 h 623993"/>
                <a:gd name="connsiteX52" fmla="*/ 232173 w 821531"/>
                <a:gd name="connsiteY52" fmla="*/ 375152 h 623993"/>
                <a:gd name="connsiteX53" fmla="*/ 217504 w 821531"/>
                <a:gd name="connsiteY53" fmla="*/ 385534 h 623993"/>
                <a:gd name="connsiteX54" fmla="*/ 199502 w 821531"/>
                <a:gd name="connsiteY54" fmla="*/ 382486 h 623993"/>
                <a:gd name="connsiteX55" fmla="*/ 112729 w 821531"/>
                <a:gd name="connsiteY55" fmla="*/ 377438 h 623993"/>
                <a:gd name="connsiteX56" fmla="*/ 72724 w 821531"/>
                <a:gd name="connsiteY56" fmla="*/ 390582 h 623993"/>
                <a:gd name="connsiteX57" fmla="*/ 59294 w 821531"/>
                <a:gd name="connsiteY57" fmla="*/ 415633 h 623993"/>
                <a:gd name="connsiteX58" fmla="*/ 42721 w 821531"/>
                <a:gd name="connsiteY58" fmla="*/ 438303 h 623993"/>
                <a:gd name="connsiteX59" fmla="*/ 34719 w 821531"/>
                <a:gd name="connsiteY59" fmla="*/ 440493 h 623993"/>
                <a:gd name="connsiteX60" fmla="*/ 42911 w 821531"/>
                <a:gd name="connsiteY60" fmla="*/ 424015 h 623993"/>
                <a:gd name="connsiteX61" fmla="*/ 26813 w 821531"/>
                <a:gd name="connsiteY61" fmla="*/ 402298 h 623993"/>
                <a:gd name="connsiteX62" fmla="*/ 23861 w 821531"/>
                <a:gd name="connsiteY62" fmla="*/ 375914 h 623993"/>
                <a:gd name="connsiteX63" fmla="*/ 16812 w 821531"/>
                <a:gd name="connsiteY63" fmla="*/ 350577 h 623993"/>
                <a:gd name="connsiteX64" fmla="*/ -237 w 821531"/>
                <a:gd name="connsiteY64" fmla="*/ 338481 h 623993"/>
                <a:gd name="connsiteX65" fmla="*/ 5001 w 821531"/>
                <a:gd name="connsiteY65" fmla="*/ 326574 h 623993"/>
                <a:gd name="connsiteX66" fmla="*/ 24814 w 821531"/>
                <a:gd name="connsiteY66" fmla="*/ 286474 h 623993"/>
                <a:gd name="connsiteX67" fmla="*/ 28909 w 821531"/>
                <a:gd name="connsiteY67" fmla="*/ 263043 h 623993"/>
                <a:gd name="connsiteX68" fmla="*/ 61771 w 821531"/>
                <a:gd name="connsiteY68" fmla="*/ 263043 h 623993"/>
                <a:gd name="connsiteX69" fmla="*/ 94727 w 821531"/>
                <a:gd name="connsiteY69" fmla="*/ 229324 h 623993"/>
                <a:gd name="connsiteX70" fmla="*/ 119206 w 821531"/>
                <a:gd name="connsiteY70" fmla="*/ 244088 h 623993"/>
                <a:gd name="connsiteX71" fmla="*/ 145305 w 821531"/>
                <a:gd name="connsiteY71" fmla="*/ 245421 h 623993"/>
                <a:gd name="connsiteX72" fmla="*/ 164355 w 821531"/>
                <a:gd name="connsiteY72" fmla="*/ 264471 h 623993"/>
                <a:gd name="connsiteX73" fmla="*/ 188262 w 821531"/>
                <a:gd name="connsiteY73" fmla="*/ 266853 h 623993"/>
                <a:gd name="connsiteX74" fmla="*/ 227125 w 821531"/>
                <a:gd name="connsiteY74" fmla="*/ 255804 h 623993"/>
                <a:gd name="connsiteX75" fmla="*/ 239983 w 821531"/>
                <a:gd name="connsiteY75" fmla="*/ 242469 h 623993"/>
                <a:gd name="connsiteX76" fmla="*/ 295038 w 821531"/>
                <a:gd name="connsiteY76" fmla="*/ 230943 h 623993"/>
                <a:gd name="connsiteX77" fmla="*/ 317803 w 821531"/>
                <a:gd name="connsiteY77" fmla="*/ 214275 h 623993"/>
                <a:gd name="connsiteX78" fmla="*/ 317803 w 821531"/>
                <a:gd name="connsiteY78" fmla="*/ 213417 h 623993"/>
                <a:gd name="connsiteX79" fmla="*/ 373143 w 821531"/>
                <a:gd name="connsiteY79" fmla="*/ 200844 h 623993"/>
                <a:gd name="connsiteX80" fmla="*/ 399051 w 821531"/>
                <a:gd name="connsiteY80" fmla="*/ 188938 h 623993"/>
                <a:gd name="connsiteX81" fmla="*/ 416482 w 821531"/>
                <a:gd name="connsiteY81" fmla="*/ 201892 h 623993"/>
                <a:gd name="connsiteX82" fmla="*/ 445057 w 821531"/>
                <a:gd name="connsiteY82" fmla="*/ 203416 h 623993"/>
                <a:gd name="connsiteX83" fmla="*/ 502207 w 821531"/>
                <a:gd name="connsiteY83" fmla="*/ 192367 h 623993"/>
                <a:gd name="connsiteX84" fmla="*/ 544783 w 821531"/>
                <a:gd name="connsiteY84" fmla="*/ 176460 h 623993"/>
                <a:gd name="connsiteX85" fmla="*/ 598980 w 821531"/>
                <a:gd name="connsiteY85" fmla="*/ 90069 h 623993"/>
                <a:gd name="connsiteX86" fmla="*/ 649653 w 821531"/>
                <a:gd name="connsiteY86" fmla="*/ 77972 h 623993"/>
                <a:gd name="connsiteX87" fmla="*/ 713280 w 821531"/>
                <a:gd name="connsiteY87" fmla="*/ 36729 h 623993"/>
                <a:gd name="connsiteX88" fmla="*/ 755762 w 821531"/>
                <a:gd name="connsiteY88" fmla="*/ 25013 h 623993"/>
                <a:gd name="connsiteX89" fmla="*/ 785289 w 821531"/>
                <a:gd name="connsiteY89" fmla="*/ 57 h 623993"/>
                <a:gd name="connsiteX90" fmla="*/ 801673 w 821531"/>
                <a:gd name="connsiteY90" fmla="*/ 28632 h 623993"/>
                <a:gd name="connsiteX91" fmla="*/ 801673 w 821531"/>
                <a:gd name="connsiteY91" fmla="*/ 65208 h 623993"/>
                <a:gd name="connsiteX92" fmla="*/ 821294 w 821531"/>
                <a:gd name="connsiteY92" fmla="*/ 97403 h 623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821531" h="623993">
                  <a:moveTo>
                    <a:pt x="821294" y="97403"/>
                  </a:moveTo>
                  <a:cubicBezTo>
                    <a:pt x="820646" y="105205"/>
                    <a:pt x="815626" y="111961"/>
                    <a:pt x="808340" y="114834"/>
                  </a:cubicBezTo>
                  <a:cubicBezTo>
                    <a:pt x="801234" y="117591"/>
                    <a:pt x="793910" y="119727"/>
                    <a:pt x="786432" y="121215"/>
                  </a:cubicBezTo>
                  <a:cubicBezTo>
                    <a:pt x="762163" y="128365"/>
                    <a:pt x="742789" y="146711"/>
                    <a:pt x="734331" y="170555"/>
                  </a:cubicBezTo>
                  <a:cubicBezTo>
                    <a:pt x="722739" y="171336"/>
                    <a:pt x="711252" y="173279"/>
                    <a:pt x="700041" y="176365"/>
                  </a:cubicBezTo>
                  <a:cubicBezTo>
                    <a:pt x="679410" y="181575"/>
                    <a:pt x="661446" y="194272"/>
                    <a:pt x="649653" y="211989"/>
                  </a:cubicBezTo>
                  <a:cubicBezTo>
                    <a:pt x="643367" y="222466"/>
                    <a:pt x="638795" y="235992"/>
                    <a:pt x="627175" y="239897"/>
                  </a:cubicBezTo>
                  <a:cubicBezTo>
                    <a:pt x="620888" y="241040"/>
                    <a:pt x="614516" y="241583"/>
                    <a:pt x="608125" y="241516"/>
                  </a:cubicBezTo>
                  <a:cubicBezTo>
                    <a:pt x="595808" y="243812"/>
                    <a:pt x="585588" y="252365"/>
                    <a:pt x="581169" y="264090"/>
                  </a:cubicBezTo>
                  <a:cubicBezTo>
                    <a:pt x="576930" y="275701"/>
                    <a:pt x="576006" y="288274"/>
                    <a:pt x="578502" y="300381"/>
                  </a:cubicBezTo>
                  <a:cubicBezTo>
                    <a:pt x="580749" y="309325"/>
                    <a:pt x="581959" y="318497"/>
                    <a:pt x="582121" y="327717"/>
                  </a:cubicBezTo>
                  <a:cubicBezTo>
                    <a:pt x="582112" y="337138"/>
                    <a:pt x="576758" y="345739"/>
                    <a:pt x="568310" y="349911"/>
                  </a:cubicBezTo>
                  <a:cubicBezTo>
                    <a:pt x="559737" y="353149"/>
                    <a:pt x="548022" y="346386"/>
                    <a:pt x="549260" y="337242"/>
                  </a:cubicBezTo>
                  <a:cubicBezTo>
                    <a:pt x="541450" y="351816"/>
                    <a:pt x="525352" y="359531"/>
                    <a:pt x="512589" y="370008"/>
                  </a:cubicBezTo>
                  <a:cubicBezTo>
                    <a:pt x="499825" y="380486"/>
                    <a:pt x="489634" y="399250"/>
                    <a:pt x="498587" y="413157"/>
                  </a:cubicBezTo>
                  <a:cubicBezTo>
                    <a:pt x="503378" y="418824"/>
                    <a:pt x="508998" y="423739"/>
                    <a:pt x="515256" y="427730"/>
                  </a:cubicBezTo>
                  <a:cubicBezTo>
                    <a:pt x="521380" y="431978"/>
                    <a:pt x="524342" y="439493"/>
                    <a:pt x="522780" y="446780"/>
                  </a:cubicBezTo>
                  <a:cubicBezTo>
                    <a:pt x="521514" y="449618"/>
                    <a:pt x="519418" y="452000"/>
                    <a:pt x="516780" y="453638"/>
                  </a:cubicBezTo>
                  <a:cubicBezTo>
                    <a:pt x="510969" y="457448"/>
                    <a:pt x="503159" y="459734"/>
                    <a:pt x="499635" y="465735"/>
                  </a:cubicBezTo>
                  <a:cubicBezTo>
                    <a:pt x="494015" y="475260"/>
                    <a:pt x="502016" y="487737"/>
                    <a:pt x="497825" y="497834"/>
                  </a:cubicBezTo>
                  <a:cubicBezTo>
                    <a:pt x="493634" y="507930"/>
                    <a:pt x="478775" y="510216"/>
                    <a:pt x="471822" y="519170"/>
                  </a:cubicBezTo>
                  <a:cubicBezTo>
                    <a:pt x="466440" y="528257"/>
                    <a:pt x="465906" y="539420"/>
                    <a:pt x="470393" y="548983"/>
                  </a:cubicBezTo>
                  <a:cubicBezTo>
                    <a:pt x="474918" y="558365"/>
                    <a:pt x="477660" y="568509"/>
                    <a:pt x="478489" y="578892"/>
                  </a:cubicBezTo>
                  <a:cubicBezTo>
                    <a:pt x="478261" y="583702"/>
                    <a:pt x="476489" y="588312"/>
                    <a:pt x="473441" y="592036"/>
                  </a:cubicBezTo>
                  <a:cubicBezTo>
                    <a:pt x="473536" y="590893"/>
                    <a:pt x="473536" y="589750"/>
                    <a:pt x="473441" y="588607"/>
                  </a:cubicBezTo>
                  <a:cubicBezTo>
                    <a:pt x="472936" y="579558"/>
                    <a:pt x="467374" y="571557"/>
                    <a:pt x="459058" y="567938"/>
                  </a:cubicBezTo>
                  <a:cubicBezTo>
                    <a:pt x="450667" y="564557"/>
                    <a:pt x="441104" y="566099"/>
                    <a:pt x="434198" y="571938"/>
                  </a:cubicBezTo>
                  <a:cubicBezTo>
                    <a:pt x="424197" y="580701"/>
                    <a:pt x="423339" y="596037"/>
                    <a:pt x="416386" y="607467"/>
                  </a:cubicBezTo>
                  <a:cubicBezTo>
                    <a:pt x="413920" y="611277"/>
                    <a:pt x="410681" y="614525"/>
                    <a:pt x="406861" y="616992"/>
                  </a:cubicBezTo>
                  <a:lnTo>
                    <a:pt x="406861" y="616992"/>
                  </a:lnTo>
                  <a:lnTo>
                    <a:pt x="388478" y="624040"/>
                  </a:lnTo>
                  <a:lnTo>
                    <a:pt x="376096" y="597561"/>
                  </a:lnTo>
                  <a:lnTo>
                    <a:pt x="376096" y="597561"/>
                  </a:lnTo>
                  <a:lnTo>
                    <a:pt x="362189" y="567652"/>
                  </a:lnTo>
                  <a:cubicBezTo>
                    <a:pt x="363846" y="564375"/>
                    <a:pt x="364885" y="560823"/>
                    <a:pt x="365237" y="557175"/>
                  </a:cubicBezTo>
                  <a:cubicBezTo>
                    <a:pt x="361808" y="557175"/>
                    <a:pt x="356379" y="550317"/>
                    <a:pt x="357046" y="546888"/>
                  </a:cubicBezTo>
                  <a:cubicBezTo>
                    <a:pt x="358189" y="543535"/>
                    <a:pt x="359998" y="540458"/>
                    <a:pt x="362380" y="537839"/>
                  </a:cubicBezTo>
                  <a:cubicBezTo>
                    <a:pt x="364656" y="535229"/>
                    <a:pt x="365542" y="531686"/>
                    <a:pt x="364761" y="528314"/>
                  </a:cubicBezTo>
                  <a:cubicBezTo>
                    <a:pt x="363713" y="525742"/>
                    <a:pt x="361046" y="523932"/>
                    <a:pt x="360570" y="521265"/>
                  </a:cubicBezTo>
                  <a:cubicBezTo>
                    <a:pt x="359712" y="516217"/>
                    <a:pt x="366666" y="513550"/>
                    <a:pt x="371523" y="514693"/>
                  </a:cubicBezTo>
                  <a:cubicBezTo>
                    <a:pt x="376381" y="515836"/>
                    <a:pt x="381048" y="518884"/>
                    <a:pt x="386097" y="517646"/>
                  </a:cubicBezTo>
                  <a:cubicBezTo>
                    <a:pt x="394193" y="515646"/>
                    <a:pt x="395050" y="503454"/>
                    <a:pt x="389716" y="497167"/>
                  </a:cubicBezTo>
                  <a:cubicBezTo>
                    <a:pt x="385830" y="492890"/>
                    <a:pt x="380954" y="489614"/>
                    <a:pt x="375524" y="487642"/>
                  </a:cubicBezTo>
                  <a:cubicBezTo>
                    <a:pt x="386954" y="486118"/>
                    <a:pt x="399337" y="486118"/>
                    <a:pt x="408195" y="478689"/>
                  </a:cubicBezTo>
                  <a:cubicBezTo>
                    <a:pt x="416282" y="470783"/>
                    <a:pt x="419644" y="459219"/>
                    <a:pt x="417053" y="448209"/>
                  </a:cubicBezTo>
                  <a:cubicBezTo>
                    <a:pt x="414376" y="437388"/>
                    <a:pt x="409795" y="427130"/>
                    <a:pt x="403528" y="417919"/>
                  </a:cubicBezTo>
                  <a:cubicBezTo>
                    <a:pt x="395717" y="404775"/>
                    <a:pt x="386192" y="390392"/>
                    <a:pt x="371238" y="387439"/>
                  </a:cubicBezTo>
                  <a:cubicBezTo>
                    <a:pt x="361713" y="385629"/>
                    <a:pt x="349521" y="387439"/>
                    <a:pt x="345520" y="378676"/>
                  </a:cubicBezTo>
                  <a:cubicBezTo>
                    <a:pt x="342377" y="371913"/>
                    <a:pt x="347616" y="364484"/>
                    <a:pt x="351521" y="358007"/>
                  </a:cubicBezTo>
                  <a:cubicBezTo>
                    <a:pt x="355426" y="351530"/>
                    <a:pt x="356950" y="341243"/>
                    <a:pt x="350092" y="338290"/>
                  </a:cubicBezTo>
                  <a:cubicBezTo>
                    <a:pt x="347006" y="337242"/>
                    <a:pt x="343653" y="337242"/>
                    <a:pt x="340567" y="338290"/>
                  </a:cubicBezTo>
                  <a:lnTo>
                    <a:pt x="270273" y="358102"/>
                  </a:lnTo>
                  <a:cubicBezTo>
                    <a:pt x="256480" y="360921"/>
                    <a:pt x="243469" y="366741"/>
                    <a:pt x="232173" y="375152"/>
                  </a:cubicBezTo>
                  <a:cubicBezTo>
                    <a:pt x="228153" y="379705"/>
                    <a:pt x="223133" y="383258"/>
                    <a:pt x="217504" y="385534"/>
                  </a:cubicBezTo>
                  <a:cubicBezTo>
                    <a:pt x="211332" y="386258"/>
                    <a:pt x="205093" y="385201"/>
                    <a:pt x="199502" y="382486"/>
                  </a:cubicBezTo>
                  <a:cubicBezTo>
                    <a:pt x="171975" y="372961"/>
                    <a:pt x="142352" y="375152"/>
                    <a:pt x="112729" y="377438"/>
                  </a:cubicBezTo>
                  <a:cubicBezTo>
                    <a:pt x="98442" y="378676"/>
                    <a:pt x="82821" y="380391"/>
                    <a:pt x="72724" y="390582"/>
                  </a:cubicBezTo>
                  <a:cubicBezTo>
                    <a:pt x="66599" y="397936"/>
                    <a:pt x="62028" y="406461"/>
                    <a:pt x="59294" y="415633"/>
                  </a:cubicBezTo>
                  <a:cubicBezTo>
                    <a:pt x="56446" y="424825"/>
                    <a:pt x="50617" y="432797"/>
                    <a:pt x="42721" y="438303"/>
                  </a:cubicBezTo>
                  <a:cubicBezTo>
                    <a:pt x="40244" y="439588"/>
                    <a:pt x="37511" y="440341"/>
                    <a:pt x="34719" y="440493"/>
                  </a:cubicBezTo>
                  <a:cubicBezTo>
                    <a:pt x="37025" y="434797"/>
                    <a:pt x="39768" y="429292"/>
                    <a:pt x="42911" y="424015"/>
                  </a:cubicBezTo>
                  <a:cubicBezTo>
                    <a:pt x="34977" y="419091"/>
                    <a:pt x="29214" y="411318"/>
                    <a:pt x="26813" y="402298"/>
                  </a:cubicBezTo>
                  <a:cubicBezTo>
                    <a:pt x="25061" y="393602"/>
                    <a:pt x="24080" y="384782"/>
                    <a:pt x="23861" y="375914"/>
                  </a:cubicBezTo>
                  <a:cubicBezTo>
                    <a:pt x="23566" y="367027"/>
                    <a:pt x="21146" y="358340"/>
                    <a:pt x="16812" y="350577"/>
                  </a:cubicBezTo>
                  <a:cubicBezTo>
                    <a:pt x="13069" y="344338"/>
                    <a:pt x="6887" y="339947"/>
                    <a:pt x="-237" y="338481"/>
                  </a:cubicBezTo>
                  <a:cubicBezTo>
                    <a:pt x="1258" y="334404"/>
                    <a:pt x="3001" y="330432"/>
                    <a:pt x="5001" y="326574"/>
                  </a:cubicBezTo>
                  <a:cubicBezTo>
                    <a:pt x="12441" y="313639"/>
                    <a:pt x="19060" y="300247"/>
                    <a:pt x="24814" y="286474"/>
                  </a:cubicBezTo>
                  <a:cubicBezTo>
                    <a:pt x="27538" y="278968"/>
                    <a:pt x="28928" y="271034"/>
                    <a:pt x="28909" y="263043"/>
                  </a:cubicBezTo>
                  <a:cubicBezTo>
                    <a:pt x="39816" y="264471"/>
                    <a:pt x="50864" y="264471"/>
                    <a:pt x="61771" y="263043"/>
                  </a:cubicBezTo>
                  <a:cubicBezTo>
                    <a:pt x="71848" y="250946"/>
                    <a:pt x="82868" y="239678"/>
                    <a:pt x="94727" y="229324"/>
                  </a:cubicBezTo>
                  <a:cubicBezTo>
                    <a:pt x="103300" y="234182"/>
                    <a:pt x="110634" y="238849"/>
                    <a:pt x="119206" y="244088"/>
                  </a:cubicBezTo>
                  <a:cubicBezTo>
                    <a:pt x="127779" y="249327"/>
                    <a:pt x="136066" y="244945"/>
                    <a:pt x="145305" y="245421"/>
                  </a:cubicBezTo>
                  <a:cubicBezTo>
                    <a:pt x="149925" y="253298"/>
                    <a:pt x="156478" y="259852"/>
                    <a:pt x="164355" y="264471"/>
                  </a:cubicBezTo>
                  <a:cubicBezTo>
                    <a:pt x="172032" y="267129"/>
                    <a:pt x="180214" y="267938"/>
                    <a:pt x="188262" y="266853"/>
                  </a:cubicBezTo>
                  <a:cubicBezTo>
                    <a:pt x="202093" y="267681"/>
                    <a:pt x="215799" y="263786"/>
                    <a:pt x="227125" y="255804"/>
                  </a:cubicBezTo>
                  <a:cubicBezTo>
                    <a:pt x="231792" y="251708"/>
                    <a:pt x="235030" y="246279"/>
                    <a:pt x="239983" y="242469"/>
                  </a:cubicBezTo>
                  <a:cubicBezTo>
                    <a:pt x="255128" y="231039"/>
                    <a:pt x="278083" y="240278"/>
                    <a:pt x="295038" y="230943"/>
                  </a:cubicBezTo>
                  <a:cubicBezTo>
                    <a:pt x="303801" y="226086"/>
                    <a:pt x="314088" y="223514"/>
                    <a:pt x="317803" y="214275"/>
                  </a:cubicBezTo>
                  <a:cubicBezTo>
                    <a:pt x="317803" y="214275"/>
                    <a:pt x="317803" y="213703"/>
                    <a:pt x="317803" y="213417"/>
                  </a:cubicBezTo>
                  <a:cubicBezTo>
                    <a:pt x="337196" y="217284"/>
                    <a:pt x="357322" y="212713"/>
                    <a:pt x="373143" y="200844"/>
                  </a:cubicBezTo>
                  <a:cubicBezTo>
                    <a:pt x="380954" y="194748"/>
                    <a:pt x="389430" y="186366"/>
                    <a:pt x="399051" y="188938"/>
                  </a:cubicBezTo>
                  <a:cubicBezTo>
                    <a:pt x="406099" y="190843"/>
                    <a:pt x="410195" y="198463"/>
                    <a:pt x="416482" y="201892"/>
                  </a:cubicBezTo>
                  <a:cubicBezTo>
                    <a:pt x="425502" y="205893"/>
                    <a:pt x="435665" y="206426"/>
                    <a:pt x="445057" y="203416"/>
                  </a:cubicBezTo>
                  <a:lnTo>
                    <a:pt x="502207" y="192367"/>
                  </a:lnTo>
                  <a:cubicBezTo>
                    <a:pt x="517513" y="190748"/>
                    <a:pt x="532163" y="185280"/>
                    <a:pt x="544783" y="176460"/>
                  </a:cubicBezTo>
                  <a:cubicBezTo>
                    <a:pt x="571454" y="154362"/>
                    <a:pt x="568691" y="106928"/>
                    <a:pt x="598980" y="90069"/>
                  </a:cubicBezTo>
                  <a:cubicBezTo>
                    <a:pt x="614221" y="81496"/>
                    <a:pt x="633271" y="83973"/>
                    <a:pt x="649653" y="77972"/>
                  </a:cubicBezTo>
                  <a:cubicBezTo>
                    <a:pt x="673657" y="69304"/>
                    <a:pt x="688896" y="44063"/>
                    <a:pt x="713280" y="36729"/>
                  </a:cubicBezTo>
                  <a:cubicBezTo>
                    <a:pt x="727473" y="32442"/>
                    <a:pt x="744237" y="34347"/>
                    <a:pt x="755762" y="25013"/>
                  </a:cubicBezTo>
                  <a:cubicBezTo>
                    <a:pt x="767288" y="15678"/>
                    <a:pt x="771955" y="-419"/>
                    <a:pt x="785289" y="57"/>
                  </a:cubicBezTo>
                  <a:cubicBezTo>
                    <a:pt x="798625" y="534"/>
                    <a:pt x="803006" y="16440"/>
                    <a:pt x="801673" y="28632"/>
                  </a:cubicBezTo>
                  <a:cubicBezTo>
                    <a:pt x="800339" y="40824"/>
                    <a:pt x="795863" y="54159"/>
                    <a:pt x="801673" y="65208"/>
                  </a:cubicBezTo>
                  <a:cubicBezTo>
                    <a:pt x="807483" y="76257"/>
                    <a:pt x="821294" y="84830"/>
                    <a:pt x="821294" y="97403"/>
                  </a:cubicBezTo>
                  <a:close/>
                </a:path>
              </a:pathLst>
            </a:custGeom>
            <a:grpFill/>
            <a:ln w="7144" cap="rnd">
              <a:solidFill>
                <a:schemeClr val="bg1"/>
              </a:solidFill>
              <a:prstDash val="solid"/>
              <a:round/>
            </a:ln>
          </p:spPr>
          <p:txBody>
            <a:bodyPr rtlCol="0" anchor="ctr"/>
            <a:lstStyle/>
            <a:p>
              <a:endParaRPr lang="en-IN"/>
            </a:p>
          </p:txBody>
        </p:sp>
        <p:sp>
          <p:nvSpPr>
            <p:cNvPr id="3614" name="Freeform: Shape 3613"/>
            <p:cNvSpPr/>
            <p:nvPr/>
          </p:nvSpPr>
          <p:spPr>
            <a:xfrm>
              <a:off x="7419593" y="3851883"/>
              <a:ext cx="18383" cy="7048"/>
            </a:xfrm>
            <a:custGeom>
              <a:avLst/>
              <a:gdLst>
                <a:gd name="connsiteX0" fmla="*/ 18146 w 18383"/>
                <a:gd name="connsiteY0" fmla="*/ 47 h 7048"/>
                <a:gd name="connsiteX1" fmla="*/ -237 w 18383"/>
                <a:gd name="connsiteY1" fmla="*/ 7095 h 7048"/>
              </a:gdLst>
              <a:ahLst/>
              <a:cxnLst>
                <a:cxn ang="0">
                  <a:pos x="connsiteX0" y="connsiteY0"/>
                </a:cxn>
                <a:cxn ang="0">
                  <a:pos x="connsiteX1" y="connsiteY1"/>
                </a:cxn>
              </a:cxnLst>
              <a:rect l="l" t="t" r="r" b="b"/>
              <a:pathLst>
                <a:path w="18383" h="7048">
                  <a:moveTo>
                    <a:pt x="18146" y="47"/>
                  </a:moveTo>
                  <a:cubicBezTo>
                    <a:pt x="12707" y="3895"/>
                    <a:pt x="6383" y="6314"/>
                    <a:pt x="-237" y="7095"/>
                  </a:cubicBezTo>
                  <a:close/>
                </a:path>
              </a:pathLst>
            </a:custGeom>
            <a:grpFill/>
            <a:ln w="7144" cap="rnd">
              <a:solidFill>
                <a:schemeClr val="bg1"/>
              </a:solidFill>
              <a:prstDash val="solid"/>
              <a:round/>
            </a:ln>
          </p:spPr>
          <p:txBody>
            <a:bodyPr rtlCol="0" anchor="ctr"/>
            <a:lstStyle/>
            <a:p>
              <a:endParaRPr lang="en-IN"/>
            </a:p>
          </p:txBody>
        </p:sp>
        <p:sp>
          <p:nvSpPr>
            <p:cNvPr id="3615" name="Freeform: Shape 3614"/>
            <p:cNvSpPr/>
            <p:nvPr/>
          </p:nvSpPr>
          <p:spPr>
            <a:xfrm>
              <a:off x="4914201" y="4769712"/>
              <a:ext cx="627832" cy="1009423"/>
            </a:xfrm>
            <a:custGeom>
              <a:avLst/>
              <a:gdLst>
                <a:gd name="connsiteX0" fmla="*/ 624444 w 627832"/>
                <a:gd name="connsiteY0" fmla="*/ 799290 h 1009423"/>
                <a:gd name="connsiteX1" fmla="*/ 596822 w 627832"/>
                <a:gd name="connsiteY1" fmla="*/ 825769 h 1009423"/>
                <a:gd name="connsiteX2" fmla="*/ 579867 w 627832"/>
                <a:gd name="connsiteY2" fmla="*/ 845962 h 1009423"/>
                <a:gd name="connsiteX3" fmla="*/ 551292 w 627832"/>
                <a:gd name="connsiteY3" fmla="*/ 830532 h 1009423"/>
                <a:gd name="connsiteX4" fmla="*/ 511477 w 627832"/>
                <a:gd name="connsiteY4" fmla="*/ 845772 h 1009423"/>
                <a:gd name="connsiteX5" fmla="*/ 503476 w 627832"/>
                <a:gd name="connsiteY5" fmla="*/ 861869 h 1009423"/>
                <a:gd name="connsiteX6" fmla="*/ 485284 w 627832"/>
                <a:gd name="connsiteY6" fmla="*/ 864917 h 1009423"/>
                <a:gd name="connsiteX7" fmla="*/ 493380 w 627832"/>
                <a:gd name="connsiteY7" fmla="*/ 887206 h 1009423"/>
                <a:gd name="connsiteX8" fmla="*/ 477949 w 627832"/>
                <a:gd name="connsiteY8" fmla="*/ 915209 h 1009423"/>
                <a:gd name="connsiteX9" fmla="*/ 491380 w 627832"/>
                <a:gd name="connsiteY9" fmla="*/ 924734 h 1009423"/>
                <a:gd name="connsiteX10" fmla="*/ 508810 w 627832"/>
                <a:gd name="connsiteY10" fmla="*/ 927687 h 1009423"/>
                <a:gd name="connsiteX11" fmla="*/ 518335 w 627832"/>
                <a:gd name="connsiteY11" fmla="*/ 949499 h 1009423"/>
                <a:gd name="connsiteX12" fmla="*/ 504810 w 627832"/>
                <a:gd name="connsiteY12" fmla="*/ 970454 h 1009423"/>
                <a:gd name="connsiteX13" fmla="*/ 427848 w 627832"/>
                <a:gd name="connsiteY13" fmla="*/ 984741 h 1009423"/>
                <a:gd name="connsiteX14" fmla="*/ 395558 w 627832"/>
                <a:gd name="connsiteY14" fmla="*/ 979503 h 1009423"/>
                <a:gd name="connsiteX15" fmla="*/ 383366 w 627832"/>
                <a:gd name="connsiteY15" fmla="*/ 991695 h 1009423"/>
                <a:gd name="connsiteX16" fmla="*/ 320977 w 627832"/>
                <a:gd name="connsiteY16" fmla="*/ 1005220 h 1009423"/>
                <a:gd name="connsiteX17" fmla="*/ 320025 w 627832"/>
                <a:gd name="connsiteY17" fmla="*/ 995695 h 1009423"/>
                <a:gd name="connsiteX18" fmla="*/ 293736 w 627832"/>
                <a:gd name="connsiteY18" fmla="*/ 969501 h 1009423"/>
                <a:gd name="connsiteX19" fmla="*/ 210773 w 627832"/>
                <a:gd name="connsiteY19" fmla="*/ 925115 h 1009423"/>
                <a:gd name="connsiteX20" fmla="*/ 175912 w 627832"/>
                <a:gd name="connsiteY20" fmla="*/ 886158 h 1009423"/>
                <a:gd name="connsiteX21" fmla="*/ 139145 w 627832"/>
                <a:gd name="connsiteY21" fmla="*/ 849296 h 1009423"/>
                <a:gd name="connsiteX22" fmla="*/ 96664 w 627832"/>
                <a:gd name="connsiteY22" fmla="*/ 840438 h 1009423"/>
                <a:gd name="connsiteX23" fmla="*/ 80281 w 627832"/>
                <a:gd name="connsiteY23" fmla="*/ 802338 h 1009423"/>
                <a:gd name="connsiteX24" fmla="*/ 72184 w 627832"/>
                <a:gd name="connsiteY24" fmla="*/ 766714 h 1009423"/>
                <a:gd name="connsiteX25" fmla="*/ 76280 w 627832"/>
                <a:gd name="connsiteY25" fmla="*/ 742045 h 1009423"/>
                <a:gd name="connsiteX26" fmla="*/ 69517 w 627832"/>
                <a:gd name="connsiteY26" fmla="*/ 724709 h 1009423"/>
                <a:gd name="connsiteX27" fmla="*/ 62564 w 627832"/>
                <a:gd name="connsiteY27" fmla="*/ 687562 h 1009423"/>
                <a:gd name="connsiteX28" fmla="*/ 28084 w 627832"/>
                <a:gd name="connsiteY28" fmla="*/ 608980 h 1009423"/>
                <a:gd name="connsiteX29" fmla="*/ 36275 w 627832"/>
                <a:gd name="connsiteY29" fmla="*/ 604504 h 1009423"/>
                <a:gd name="connsiteX30" fmla="*/ 29036 w 627832"/>
                <a:gd name="connsiteY30" fmla="*/ 565165 h 1009423"/>
                <a:gd name="connsiteX31" fmla="*/ 21321 w 627832"/>
                <a:gd name="connsiteY31" fmla="*/ 559355 h 1009423"/>
                <a:gd name="connsiteX32" fmla="*/ 17797 w 627832"/>
                <a:gd name="connsiteY32" fmla="*/ 533638 h 1009423"/>
                <a:gd name="connsiteX33" fmla="*/ 1414 w 627832"/>
                <a:gd name="connsiteY33" fmla="*/ 524113 h 1009423"/>
                <a:gd name="connsiteX34" fmla="*/ 3605 w 627832"/>
                <a:gd name="connsiteY34" fmla="*/ 508777 h 1009423"/>
                <a:gd name="connsiteX35" fmla="*/ 16273 w 627832"/>
                <a:gd name="connsiteY35" fmla="*/ 497633 h 1009423"/>
                <a:gd name="connsiteX36" fmla="*/ 25798 w 627832"/>
                <a:gd name="connsiteY36" fmla="*/ 454008 h 1009423"/>
                <a:gd name="connsiteX37" fmla="*/ 22845 w 627832"/>
                <a:gd name="connsiteY37" fmla="*/ 393430 h 1009423"/>
                <a:gd name="connsiteX38" fmla="*/ 19702 w 627832"/>
                <a:gd name="connsiteY38" fmla="*/ 379237 h 1009423"/>
                <a:gd name="connsiteX39" fmla="*/ 33227 w 627832"/>
                <a:gd name="connsiteY39" fmla="*/ 303990 h 1009423"/>
                <a:gd name="connsiteX40" fmla="*/ 26846 w 627832"/>
                <a:gd name="connsiteY40" fmla="*/ 277987 h 1009423"/>
                <a:gd name="connsiteX41" fmla="*/ 40847 w 627832"/>
                <a:gd name="connsiteY41" fmla="*/ 259698 h 1009423"/>
                <a:gd name="connsiteX42" fmla="*/ 177245 w 627832"/>
                <a:gd name="connsiteY42" fmla="*/ 209978 h 1009423"/>
                <a:gd name="connsiteX43" fmla="*/ 213821 w 627832"/>
                <a:gd name="connsiteY43" fmla="*/ 205597 h 1009423"/>
                <a:gd name="connsiteX44" fmla="*/ 232871 w 627832"/>
                <a:gd name="connsiteY44" fmla="*/ 177022 h 1009423"/>
                <a:gd name="connsiteX45" fmla="*/ 220489 w 627832"/>
                <a:gd name="connsiteY45" fmla="*/ 141684 h 1009423"/>
                <a:gd name="connsiteX46" fmla="*/ 258589 w 627832"/>
                <a:gd name="connsiteY46" fmla="*/ 140350 h 1009423"/>
                <a:gd name="connsiteX47" fmla="*/ 294022 w 627832"/>
                <a:gd name="connsiteY47" fmla="*/ 166925 h 1009423"/>
                <a:gd name="connsiteX48" fmla="*/ 332122 w 627832"/>
                <a:gd name="connsiteY48" fmla="*/ 136731 h 1009423"/>
                <a:gd name="connsiteX49" fmla="*/ 363649 w 627832"/>
                <a:gd name="connsiteY49" fmla="*/ 97678 h 1009423"/>
                <a:gd name="connsiteX50" fmla="*/ 394130 w 627832"/>
                <a:gd name="connsiteY50" fmla="*/ 91201 h 1009423"/>
                <a:gd name="connsiteX51" fmla="*/ 415370 w 627832"/>
                <a:gd name="connsiteY51" fmla="*/ 27003 h 1009423"/>
                <a:gd name="connsiteX52" fmla="*/ 483188 w 627832"/>
                <a:gd name="connsiteY52" fmla="*/ 47 h 1009423"/>
                <a:gd name="connsiteX53" fmla="*/ 497762 w 627832"/>
                <a:gd name="connsiteY53" fmla="*/ 32241 h 1009423"/>
                <a:gd name="connsiteX54" fmla="*/ 500143 w 627832"/>
                <a:gd name="connsiteY54" fmla="*/ 52530 h 1009423"/>
                <a:gd name="connsiteX55" fmla="*/ 515383 w 627832"/>
                <a:gd name="connsiteY55" fmla="*/ 63674 h 1009423"/>
                <a:gd name="connsiteX56" fmla="*/ 481759 w 627832"/>
                <a:gd name="connsiteY56" fmla="*/ 112442 h 1009423"/>
                <a:gd name="connsiteX57" fmla="*/ 478426 w 627832"/>
                <a:gd name="connsiteY57" fmla="*/ 127682 h 1009423"/>
                <a:gd name="connsiteX58" fmla="*/ 509668 w 627832"/>
                <a:gd name="connsiteY58" fmla="*/ 129015 h 1009423"/>
                <a:gd name="connsiteX59" fmla="*/ 511763 w 627832"/>
                <a:gd name="connsiteY59" fmla="*/ 146541 h 1009423"/>
                <a:gd name="connsiteX60" fmla="*/ 496333 w 627832"/>
                <a:gd name="connsiteY60" fmla="*/ 158733 h 1009423"/>
                <a:gd name="connsiteX61" fmla="*/ 470044 w 627832"/>
                <a:gd name="connsiteY61" fmla="*/ 186261 h 1009423"/>
                <a:gd name="connsiteX62" fmla="*/ 469187 w 627832"/>
                <a:gd name="connsiteY62" fmla="*/ 223504 h 1009423"/>
                <a:gd name="connsiteX63" fmla="*/ 488237 w 627832"/>
                <a:gd name="connsiteY63" fmla="*/ 261032 h 1009423"/>
                <a:gd name="connsiteX64" fmla="*/ 479188 w 627832"/>
                <a:gd name="connsiteY64" fmla="*/ 278463 h 1009423"/>
                <a:gd name="connsiteX65" fmla="*/ 478426 w 627832"/>
                <a:gd name="connsiteY65" fmla="*/ 297037 h 1009423"/>
                <a:gd name="connsiteX66" fmla="*/ 492332 w 627832"/>
                <a:gd name="connsiteY66" fmla="*/ 304275 h 1009423"/>
                <a:gd name="connsiteX67" fmla="*/ 498523 w 627832"/>
                <a:gd name="connsiteY67" fmla="*/ 335517 h 1009423"/>
                <a:gd name="connsiteX68" fmla="*/ 482902 w 627832"/>
                <a:gd name="connsiteY68" fmla="*/ 365616 h 1009423"/>
                <a:gd name="connsiteX69" fmla="*/ 481188 w 627832"/>
                <a:gd name="connsiteY69" fmla="*/ 365140 h 1009423"/>
                <a:gd name="connsiteX70" fmla="*/ 434801 w 627832"/>
                <a:gd name="connsiteY70" fmla="*/ 389905 h 1009423"/>
                <a:gd name="connsiteX71" fmla="*/ 432896 w 627832"/>
                <a:gd name="connsiteY71" fmla="*/ 412670 h 1009423"/>
                <a:gd name="connsiteX72" fmla="*/ 407750 w 627832"/>
                <a:gd name="connsiteY72" fmla="*/ 434101 h 1009423"/>
                <a:gd name="connsiteX73" fmla="*/ 418609 w 627832"/>
                <a:gd name="connsiteY73" fmla="*/ 453151 h 1009423"/>
                <a:gd name="connsiteX74" fmla="*/ 439468 w 627832"/>
                <a:gd name="connsiteY74" fmla="*/ 464391 h 1009423"/>
                <a:gd name="connsiteX75" fmla="*/ 441840 w 627832"/>
                <a:gd name="connsiteY75" fmla="*/ 498795 h 1009423"/>
                <a:gd name="connsiteX76" fmla="*/ 414704 w 627832"/>
                <a:gd name="connsiteY76" fmla="*/ 505539 h 1009423"/>
                <a:gd name="connsiteX77" fmla="*/ 395082 w 627832"/>
                <a:gd name="connsiteY77" fmla="*/ 494109 h 1009423"/>
                <a:gd name="connsiteX78" fmla="*/ 376032 w 627832"/>
                <a:gd name="connsiteY78" fmla="*/ 500681 h 1009423"/>
                <a:gd name="connsiteX79" fmla="*/ 390510 w 627832"/>
                <a:gd name="connsiteY79" fmla="*/ 527065 h 1009423"/>
                <a:gd name="connsiteX80" fmla="*/ 372127 w 627832"/>
                <a:gd name="connsiteY80" fmla="*/ 560403 h 1009423"/>
                <a:gd name="connsiteX81" fmla="*/ 397558 w 627832"/>
                <a:gd name="connsiteY81" fmla="*/ 571833 h 1009423"/>
                <a:gd name="connsiteX82" fmla="*/ 406322 w 627832"/>
                <a:gd name="connsiteY82" fmla="*/ 600884 h 1009423"/>
                <a:gd name="connsiteX83" fmla="*/ 449565 w 627832"/>
                <a:gd name="connsiteY83" fmla="*/ 600217 h 1009423"/>
                <a:gd name="connsiteX84" fmla="*/ 470777 w 627832"/>
                <a:gd name="connsiteY84" fmla="*/ 628754 h 1009423"/>
                <a:gd name="connsiteX85" fmla="*/ 470615 w 627832"/>
                <a:gd name="connsiteY85" fmla="*/ 629745 h 1009423"/>
                <a:gd name="connsiteX86" fmla="*/ 440707 w 627832"/>
                <a:gd name="connsiteY86" fmla="*/ 653081 h 1009423"/>
                <a:gd name="connsiteX87" fmla="*/ 406226 w 627832"/>
                <a:gd name="connsiteY87" fmla="*/ 634031 h 1009423"/>
                <a:gd name="connsiteX88" fmla="*/ 389843 w 627832"/>
                <a:gd name="connsiteY88" fmla="*/ 663463 h 1009423"/>
                <a:gd name="connsiteX89" fmla="*/ 402512 w 627832"/>
                <a:gd name="connsiteY89" fmla="*/ 692038 h 1009423"/>
                <a:gd name="connsiteX90" fmla="*/ 431087 w 627832"/>
                <a:gd name="connsiteY90" fmla="*/ 687371 h 1009423"/>
                <a:gd name="connsiteX91" fmla="*/ 459662 w 627832"/>
                <a:gd name="connsiteY91" fmla="*/ 679370 h 1009423"/>
                <a:gd name="connsiteX92" fmla="*/ 471282 w 627832"/>
                <a:gd name="connsiteY92" fmla="*/ 700992 h 1009423"/>
                <a:gd name="connsiteX93" fmla="*/ 543577 w 627832"/>
                <a:gd name="connsiteY93" fmla="*/ 675560 h 1009423"/>
                <a:gd name="connsiteX94" fmla="*/ 553578 w 627832"/>
                <a:gd name="connsiteY94" fmla="*/ 675560 h 1009423"/>
                <a:gd name="connsiteX95" fmla="*/ 553102 w 627832"/>
                <a:gd name="connsiteY95" fmla="*/ 689847 h 1009423"/>
                <a:gd name="connsiteX96" fmla="*/ 544720 w 627832"/>
                <a:gd name="connsiteY96" fmla="*/ 703278 h 1009423"/>
                <a:gd name="connsiteX97" fmla="*/ 560246 w 627832"/>
                <a:gd name="connsiteY97" fmla="*/ 716137 h 1009423"/>
                <a:gd name="connsiteX98" fmla="*/ 582724 w 627832"/>
                <a:gd name="connsiteY98" fmla="*/ 715184 h 1009423"/>
                <a:gd name="connsiteX99" fmla="*/ 611776 w 627832"/>
                <a:gd name="connsiteY99" fmla="*/ 741282 h 1009423"/>
                <a:gd name="connsiteX100" fmla="*/ 624444 w 627832"/>
                <a:gd name="connsiteY100" fmla="*/ 799290 h 100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627832" h="1009423">
                  <a:moveTo>
                    <a:pt x="624444" y="799290"/>
                  </a:moveTo>
                  <a:cubicBezTo>
                    <a:pt x="618919" y="811006"/>
                    <a:pt x="607013" y="818340"/>
                    <a:pt x="596822" y="825769"/>
                  </a:cubicBezTo>
                  <a:cubicBezTo>
                    <a:pt x="589487" y="830894"/>
                    <a:pt x="583639" y="837856"/>
                    <a:pt x="579867" y="845962"/>
                  </a:cubicBezTo>
                  <a:cubicBezTo>
                    <a:pt x="571199" y="839361"/>
                    <a:pt x="561560" y="834161"/>
                    <a:pt x="551292" y="830532"/>
                  </a:cubicBezTo>
                  <a:cubicBezTo>
                    <a:pt x="536242" y="826150"/>
                    <a:pt x="516716" y="830532"/>
                    <a:pt x="511477" y="845772"/>
                  </a:cubicBezTo>
                  <a:cubicBezTo>
                    <a:pt x="509382" y="851582"/>
                    <a:pt x="509096" y="859202"/>
                    <a:pt x="503476" y="861869"/>
                  </a:cubicBezTo>
                  <a:cubicBezTo>
                    <a:pt x="497857" y="864536"/>
                    <a:pt x="489380" y="859964"/>
                    <a:pt x="485284" y="864917"/>
                  </a:cubicBezTo>
                  <a:cubicBezTo>
                    <a:pt x="479950" y="871394"/>
                    <a:pt x="492332" y="878823"/>
                    <a:pt x="493380" y="887206"/>
                  </a:cubicBezTo>
                  <a:cubicBezTo>
                    <a:pt x="494714" y="898255"/>
                    <a:pt x="476235" y="904255"/>
                    <a:pt x="477949" y="915209"/>
                  </a:cubicBezTo>
                  <a:cubicBezTo>
                    <a:pt x="478902" y="921114"/>
                    <a:pt x="485474" y="924734"/>
                    <a:pt x="491380" y="924734"/>
                  </a:cubicBezTo>
                  <a:cubicBezTo>
                    <a:pt x="497314" y="924734"/>
                    <a:pt x="503210" y="925725"/>
                    <a:pt x="508810" y="927687"/>
                  </a:cubicBezTo>
                  <a:cubicBezTo>
                    <a:pt x="516345" y="932154"/>
                    <a:pt x="520174" y="940936"/>
                    <a:pt x="518335" y="949499"/>
                  </a:cubicBezTo>
                  <a:cubicBezTo>
                    <a:pt x="516240" y="957776"/>
                    <a:pt x="511487" y="965139"/>
                    <a:pt x="504810" y="970454"/>
                  </a:cubicBezTo>
                  <a:cubicBezTo>
                    <a:pt x="483664" y="988866"/>
                    <a:pt x="454194" y="994333"/>
                    <a:pt x="427848" y="984741"/>
                  </a:cubicBezTo>
                  <a:cubicBezTo>
                    <a:pt x="417275" y="980741"/>
                    <a:pt x="405655" y="974359"/>
                    <a:pt x="395558" y="979503"/>
                  </a:cubicBezTo>
                  <a:cubicBezTo>
                    <a:pt x="390767" y="982770"/>
                    <a:pt x="386633" y="986904"/>
                    <a:pt x="383366" y="991695"/>
                  </a:cubicBezTo>
                  <a:cubicBezTo>
                    <a:pt x="367412" y="1008745"/>
                    <a:pt x="342561" y="1014136"/>
                    <a:pt x="320977" y="1005220"/>
                  </a:cubicBezTo>
                  <a:cubicBezTo>
                    <a:pt x="322244" y="1002087"/>
                    <a:pt x="321892" y="998524"/>
                    <a:pt x="320025" y="995695"/>
                  </a:cubicBezTo>
                  <a:cubicBezTo>
                    <a:pt x="312748" y="985589"/>
                    <a:pt x="303871" y="976740"/>
                    <a:pt x="293736" y="969501"/>
                  </a:cubicBezTo>
                  <a:cubicBezTo>
                    <a:pt x="268399" y="950451"/>
                    <a:pt x="235443" y="944546"/>
                    <a:pt x="210773" y="925115"/>
                  </a:cubicBezTo>
                  <a:cubicBezTo>
                    <a:pt x="197619" y="913590"/>
                    <a:pt x="185913" y="900512"/>
                    <a:pt x="175912" y="886158"/>
                  </a:cubicBezTo>
                  <a:cubicBezTo>
                    <a:pt x="165891" y="871823"/>
                    <a:pt x="153452" y="859354"/>
                    <a:pt x="139145" y="849296"/>
                  </a:cubicBezTo>
                  <a:cubicBezTo>
                    <a:pt x="126610" y="841076"/>
                    <a:pt x="111437" y="837913"/>
                    <a:pt x="96664" y="840438"/>
                  </a:cubicBezTo>
                  <a:cubicBezTo>
                    <a:pt x="91139" y="827674"/>
                    <a:pt x="85710" y="814815"/>
                    <a:pt x="80281" y="802338"/>
                  </a:cubicBezTo>
                  <a:cubicBezTo>
                    <a:pt x="74499" y="791384"/>
                    <a:pt x="71708" y="779097"/>
                    <a:pt x="72184" y="766714"/>
                  </a:cubicBezTo>
                  <a:cubicBezTo>
                    <a:pt x="74651" y="758713"/>
                    <a:pt x="76033" y="750417"/>
                    <a:pt x="76280" y="742045"/>
                  </a:cubicBezTo>
                  <a:cubicBezTo>
                    <a:pt x="74823" y="735987"/>
                    <a:pt x="72546" y="730157"/>
                    <a:pt x="69517" y="724709"/>
                  </a:cubicBezTo>
                  <a:cubicBezTo>
                    <a:pt x="65803" y="712631"/>
                    <a:pt x="63469" y="700163"/>
                    <a:pt x="62564" y="687562"/>
                  </a:cubicBezTo>
                  <a:cubicBezTo>
                    <a:pt x="57992" y="658987"/>
                    <a:pt x="42847" y="633650"/>
                    <a:pt x="28084" y="608980"/>
                  </a:cubicBezTo>
                  <a:lnTo>
                    <a:pt x="36275" y="604504"/>
                  </a:lnTo>
                  <a:cubicBezTo>
                    <a:pt x="29513" y="593455"/>
                    <a:pt x="38752" y="573738"/>
                    <a:pt x="29036" y="565165"/>
                  </a:cubicBezTo>
                  <a:cubicBezTo>
                    <a:pt x="26655" y="562974"/>
                    <a:pt x="23321" y="561831"/>
                    <a:pt x="21321" y="559355"/>
                  </a:cubicBezTo>
                  <a:cubicBezTo>
                    <a:pt x="15797" y="552402"/>
                    <a:pt x="23321" y="540305"/>
                    <a:pt x="17797" y="533638"/>
                  </a:cubicBezTo>
                  <a:cubicBezTo>
                    <a:pt x="13891" y="528589"/>
                    <a:pt x="5319" y="529256"/>
                    <a:pt x="1414" y="524113"/>
                  </a:cubicBezTo>
                  <a:cubicBezTo>
                    <a:pt x="-1434" y="519102"/>
                    <a:pt x="-530" y="512797"/>
                    <a:pt x="3605" y="508777"/>
                  </a:cubicBezTo>
                  <a:cubicBezTo>
                    <a:pt x="7319" y="504491"/>
                    <a:pt x="12367" y="501633"/>
                    <a:pt x="16273" y="497633"/>
                  </a:cubicBezTo>
                  <a:cubicBezTo>
                    <a:pt x="26941" y="486584"/>
                    <a:pt x="26941" y="469058"/>
                    <a:pt x="25798" y="454008"/>
                  </a:cubicBezTo>
                  <a:cubicBezTo>
                    <a:pt x="24721" y="433815"/>
                    <a:pt x="23731" y="413622"/>
                    <a:pt x="22845" y="393430"/>
                  </a:cubicBezTo>
                  <a:cubicBezTo>
                    <a:pt x="22902" y="388524"/>
                    <a:pt x="21826" y="383666"/>
                    <a:pt x="19702" y="379237"/>
                  </a:cubicBezTo>
                  <a:cubicBezTo>
                    <a:pt x="37380" y="358396"/>
                    <a:pt x="42543" y="329679"/>
                    <a:pt x="33227" y="303990"/>
                  </a:cubicBezTo>
                  <a:cubicBezTo>
                    <a:pt x="28712" y="296084"/>
                    <a:pt x="26503" y="287083"/>
                    <a:pt x="26846" y="277987"/>
                  </a:cubicBezTo>
                  <a:cubicBezTo>
                    <a:pt x="29274" y="270462"/>
                    <a:pt x="34218" y="264004"/>
                    <a:pt x="40847" y="259698"/>
                  </a:cubicBezTo>
                  <a:cubicBezTo>
                    <a:pt x="79938" y="229171"/>
                    <a:pt x="127677" y="211769"/>
                    <a:pt x="177245" y="209978"/>
                  </a:cubicBezTo>
                  <a:cubicBezTo>
                    <a:pt x="189599" y="210654"/>
                    <a:pt x="201972" y="209168"/>
                    <a:pt x="213821" y="205597"/>
                  </a:cubicBezTo>
                  <a:cubicBezTo>
                    <a:pt x="225823" y="201377"/>
                    <a:pt x="233595" y="189728"/>
                    <a:pt x="232871" y="177022"/>
                  </a:cubicBezTo>
                  <a:cubicBezTo>
                    <a:pt x="230776" y="164448"/>
                    <a:pt x="216774" y="153876"/>
                    <a:pt x="220489" y="141684"/>
                  </a:cubicBezTo>
                  <a:cubicBezTo>
                    <a:pt x="224775" y="127206"/>
                    <a:pt x="247064" y="130254"/>
                    <a:pt x="258589" y="140350"/>
                  </a:cubicBezTo>
                  <a:cubicBezTo>
                    <a:pt x="270114" y="150447"/>
                    <a:pt x="279067" y="165306"/>
                    <a:pt x="294022" y="166925"/>
                  </a:cubicBezTo>
                  <a:cubicBezTo>
                    <a:pt x="311167" y="168830"/>
                    <a:pt x="324216" y="152161"/>
                    <a:pt x="332122" y="136731"/>
                  </a:cubicBezTo>
                  <a:cubicBezTo>
                    <a:pt x="340027" y="121300"/>
                    <a:pt x="347362" y="103203"/>
                    <a:pt x="363649" y="97678"/>
                  </a:cubicBezTo>
                  <a:cubicBezTo>
                    <a:pt x="373174" y="94344"/>
                    <a:pt x="385081" y="96345"/>
                    <a:pt x="394130" y="91201"/>
                  </a:cubicBezTo>
                  <a:cubicBezTo>
                    <a:pt x="414418" y="79771"/>
                    <a:pt x="404512" y="47672"/>
                    <a:pt x="415370" y="27003"/>
                  </a:cubicBezTo>
                  <a:cubicBezTo>
                    <a:pt x="427372" y="4238"/>
                    <a:pt x="456328" y="4714"/>
                    <a:pt x="483188" y="47"/>
                  </a:cubicBezTo>
                  <a:cubicBezTo>
                    <a:pt x="491322" y="8972"/>
                    <a:pt x="496428" y="20240"/>
                    <a:pt x="497762" y="32241"/>
                  </a:cubicBezTo>
                  <a:cubicBezTo>
                    <a:pt x="497819" y="39071"/>
                    <a:pt x="498619" y="45872"/>
                    <a:pt x="500143" y="52530"/>
                  </a:cubicBezTo>
                  <a:cubicBezTo>
                    <a:pt x="501972" y="59369"/>
                    <a:pt x="508315" y="64007"/>
                    <a:pt x="515383" y="63674"/>
                  </a:cubicBezTo>
                  <a:cubicBezTo>
                    <a:pt x="504143" y="79866"/>
                    <a:pt x="492999" y="96154"/>
                    <a:pt x="481759" y="112442"/>
                  </a:cubicBezTo>
                  <a:cubicBezTo>
                    <a:pt x="478616" y="117014"/>
                    <a:pt x="475473" y="123015"/>
                    <a:pt x="478426" y="127682"/>
                  </a:cubicBezTo>
                  <a:cubicBezTo>
                    <a:pt x="484522" y="137207"/>
                    <a:pt x="500047" y="123491"/>
                    <a:pt x="509668" y="129015"/>
                  </a:cubicBezTo>
                  <a:cubicBezTo>
                    <a:pt x="515040" y="133302"/>
                    <a:pt x="515973" y="141112"/>
                    <a:pt x="511763" y="146541"/>
                  </a:cubicBezTo>
                  <a:cubicBezTo>
                    <a:pt x="507525" y="151637"/>
                    <a:pt x="502267" y="155790"/>
                    <a:pt x="496333" y="158733"/>
                  </a:cubicBezTo>
                  <a:cubicBezTo>
                    <a:pt x="485179" y="165287"/>
                    <a:pt x="476073" y="174821"/>
                    <a:pt x="470044" y="186261"/>
                  </a:cubicBezTo>
                  <a:cubicBezTo>
                    <a:pt x="464053" y="197881"/>
                    <a:pt x="463738" y="211616"/>
                    <a:pt x="469187" y="223504"/>
                  </a:cubicBezTo>
                  <a:cubicBezTo>
                    <a:pt x="475664" y="236267"/>
                    <a:pt x="490237" y="246840"/>
                    <a:pt x="488237" y="261032"/>
                  </a:cubicBezTo>
                  <a:cubicBezTo>
                    <a:pt x="486265" y="267328"/>
                    <a:pt x="483198" y="273224"/>
                    <a:pt x="479188" y="278463"/>
                  </a:cubicBezTo>
                  <a:cubicBezTo>
                    <a:pt x="475206" y="283930"/>
                    <a:pt x="474911" y="291255"/>
                    <a:pt x="478426" y="297037"/>
                  </a:cubicBezTo>
                  <a:cubicBezTo>
                    <a:pt x="481950" y="301037"/>
                    <a:pt x="487951" y="301608"/>
                    <a:pt x="492332" y="304275"/>
                  </a:cubicBezTo>
                  <a:cubicBezTo>
                    <a:pt x="501857" y="310276"/>
                    <a:pt x="502905" y="324754"/>
                    <a:pt x="498523" y="335517"/>
                  </a:cubicBezTo>
                  <a:cubicBezTo>
                    <a:pt x="494142" y="346281"/>
                    <a:pt x="486713" y="354567"/>
                    <a:pt x="482902" y="365616"/>
                  </a:cubicBezTo>
                  <a:lnTo>
                    <a:pt x="481188" y="365140"/>
                  </a:lnTo>
                  <a:cubicBezTo>
                    <a:pt x="462138" y="360664"/>
                    <a:pt x="436897" y="370189"/>
                    <a:pt x="434801" y="389905"/>
                  </a:cubicBezTo>
                  <a:cubicBezTo>
                    <a:pt x="433944" y="397621"/>
                    <a:pt x="436611" y="405907"/>
                    <a:pt x="432896" y="412670"/>
                  </a:cubicBezTo>
                  <a:cubicBezTo>
                    <a:pt x="427372" y="422195"/>
                    <a:pt x="410989" y="423243"/>
                    <a:pt x="407750" y="434101"/>
                  </a:cubicBezTo>
                  <a:cubicBezTo>
                    <a:pt x="406769" y="442150"/>
                    <a:pt x="411179" y="449894"/>
                    <a:pt x="418609" y="453151"/>
                  </a:cubicBezTo>
                  <a:cubicBezTo>
                    <a:pt x="425933" y="456171"/>
                    <a:pt x="432915" y="459943"/>
                    <a:pt x="439468" y="464391"/>
                  </a:cubicBezTo>
                  <a:cubicBezTo>
                    <a:pt x="449622" y="473239"/>
                    <a:pt x="450689" y="488641"/>
                    <a:pt x="441840" y="498795"/>
                  </a:cubicBezTo>
                  <a:cubicBezTo>
                    <a:pt x="435115" y="506520"/>
                    <a:pt x="424267" y="509215"/>
                    <a:pt x="414704" y="505539"/>
                  </a:cubicBezTo>
                  <a:cubicBezTo>
                    <a:pt x="407655" y="502872"/>
                    <a:pt x="402035" y="497062"/>
                    <a:pt x="395082" y="494109"/>
                  </a:cubicBezTo>
                  <a:cubicBezTo>
                    <a:pt x="388129" y="491156"/>
                    <a:pt x="377747" y="493251"/>
                    <a:pt x="376032" y="500681"/>
                  </a:cubicBezTo>
                  <a:cubicBezTo>
                    <a:pt x="374032" y="510873"/>
                    <a:pt x="389939" y="516683"/>
                    <a:pt x="390510" y="527065"/>
                  </a:cubicBezTo>
                  <a:cubicBezTo>
                    <a:pt x="391367" y="540496"/>
                    <a:pt x="366412" y="548115"/>
                    <a:pt x="372127" y="560403"/>
                  </a:cubicBezTo>
                  <a:cubicBezTo>
                    <a:pt x="376222" y="569071"/>
                    <a:pt x="390510" y="565356"/>
                    <a:pt x="397558" y="571833"/>
                  </a:cubicBezTo>
                  <a:cubicBezTo>
                    <a:pt x="404607" y="578310"/>
                    <a:pt x="399940" y="592788"/>
                    <a:pt x="406322" y="600884"/>
                  </a:cubicBezTo>
                  <a:cubicBezTo>
                    <a:pt x="415847" y="612790"/>
                    <a:pt x="434897" y="599265"/>
                    <a:pt x="449565" y="600217"/>
                  </a:cubicBezTo>
                  <a:cubicBezTo>
                    <a:pt x="463300" y="602237"/>
                    <a:pt x="472806" y="615019"/>
                    <a:pt x="470777" y="628754"/>
                  </a:cubicBezTo>
                  <a:cubicBezTo>
                    <a:pt x="470730" y="629088"/>
                    <a:pt x="470672" y="629421"/>
                    <a:pt x="470615" y="629745"/>
                  </a:cubicBezTo>
                  <a:cubicBezTo>
                    <a:pt x="466996" y="643337"/>
                    <a:pt x="454775" y="652872"/>
                    <a:pt x="440707" y="653081"/>
                  </a:cubicBezTo>
                  <a:cubicBezTo>
                    <a:pt x="426781" y="652795"/>
                    <a:pt x="413884" y="645671"/>
                    <a:pt x="406226" y="634031"/>
                  </a:cubicBezTo>
                  <a:cubicBezTo>
                    <a:pt x="398501" y="642404"/>
                    <a:pt x="392891" y="652490"/>
                    <a:pt x="389843" y="663463"/>
                  </a:cubicBezTo>
                  <a:cubicBezTo>
                    <a:pt x="387090" y="674760"/>
                    <a:pt x="392291" y="686495"/>
                    <a:pt x="402512" y="692038"/>
                  </a:cubicBezTo>
                  <a:cubicBezTo>
                    <a:pt x="412265" y="694600"/>
                    <a:pt x="422647" y="692905"/>
                    <a:pt x="431087" y="687371"/>
                  </a:cubicBezTo>
                  <a:cubicBezTo>
                    <a:pt x="439516" y="681732"/>
                    <a:pt x="449527" y="678922"/>
                    <a:pt x="459662" y="679370"/>
                  </a:cubicBezTo>
                  <a:cubicBezTo>
                    <a:pt x="469187" y="680894"/>
                    <a:pt x="477568" y="693276"/>
                    <a:pt x="471282" y="700992"/>
                  </a:cubicBezTo>
                  <a:lnTo>
                    <a:pt x="543577" y="675560"/>
                  </a:lnTo>
                  <a:cubicBezTo>
                    <a:pt x="546758" y="674141"/>
                    <a:pt x="550396" y="674141"/>
                    <a:pt x="553578" y="675560"/>
                  </a:cubicBezTo>
                  <a:cubicBezTo>
                    <a:pt x="558055" y="678417"/>
                    <a:pt x="556435" y="685656"/>
                    <a:pt x="553102" y="689847"/>
                  </a:cubicBezTo>
                  <a:cubicBezTo>
                    <a:pt x="549768" y="694039"/>
                    <a:pt x="545101" y="697944"/>
                    <a:pt x="544720" y="703278"/>
                  </a:cubicBezTo>
                  <a:cubicBezTo>
                    <a:pt x="544243" y="710803"/>
                    <a:pt x="552816" y="715756"/>
                    <a:pt x="560246" y="716137"/>
                  </a:cubicBezTo>
                  <a:cubicBezTo>
                    <a:pt x="567713" y="715441"/>
                    <a:pt x="575219" y="715127"/>
                    <a:pt x="582724" y="715184"/>
                  </a:cubicBezTo>
                  <a:cubicBezTo>
                    <a:pt x="595964" y="717280"/>
                    <a:pt x="604727" y="729853"/>
                    <a:pt x="611776" y="741282"/>
                  </a:cubicBezTo>
                  <a:cubicBezTo>
                    <a:pt x="621967" y="759475"/>
                    <a:pt x="633207" y="780621"/>
                    <a:pt x="624444" y="799290"/>
                  </a:cubicBezTo>
                  <a:close/>
                </a:path>
              </a:pathLst>
            </a:custGeom>
            <a:solidFill>
              <a:schemeClr val="accent4">
                <a:lumMod val="50000"/>
              </a:schemeClr>
            </a:solidFill>
            <a:ln w="7144" cap="rnd">
              <a:solidFill>
                <a:schemeClr val="bg1"/>
              </a:solidFill>
              <a:prstDash val="solid"/>
              <a:round/>
            </a:ln>
          </p:spPr>
          <p:txBody>
            <a:bodyPr rtlCol="0" anchor="ctr"/>
            <a:lstStyle/>
            <a:p>
              <a:endParaRPr lang="en-IN"/>
            </a:p>
          </p:txBody>
        </p:sp>
        <p:sp>
          <p:nvSpPr>
            <p:cNvPr id="3616" name="Freeform: Shape 3615"/>
            <p:cNvSpPr/>
            <p:nvPr/>
          </p:nvSpPr>
          <p:spPr>
            <a:xfrm>
              <a:off x="7417117" y="3801442"/>
              <a:ext cx="160613" cy="372598"/>
            </a:xfrm>
            <a:custGeom>
              <a:avLst/>
              <a:gdLst>
                <a:gd name="connsiteX0" fmla="*/ 124064 w 160613"/>
                <a:gd name="connsiteY0" fmla="*/ 235463 h 372598"/>
                <a:gd name="connsiteX1" fmla="*/ 125493 w 160613"/>
                <a:gd name="connsiteY1" fmla="*/ 262323 h 372598"/>
                <a:gd name="connsiteX2" fmla="*/ 142447 w 160613"/>
                <a:gd name="connsiteY2" fmla="*/ 307758 h 372598"/>
                <a:gd name="connsiteX3" fmla="*/ 145876 w 160613"/>
                <a:gd name="connsiteY3" fmla="*/ 320235 h 372598"/>
                <a:gd name="connsiteX4" fmla="*/ 140733 w 160613"/>
                <a:gd name="connsiteY4" fmla="*/ 331475 h 372598"/>
                <a:gd name="connsiteX5" fmla="*/ 128826 w 160613"/>
                <a:gd name="connsiteY5" fmla="*/ 336523 h 372598"/>
                <a:gd name="connsiteX6" fmla="*/ 125112 w 160613"/>
                <a:gd name="connsiteY6" fmla="*/ 351858 h 372598"/>
                <a:gd name="connsiteX7" fmla="*/ 106309 w 160613"/>
                <a:gd name="connsiteY7" fmla="*/ 361241 h 372598"/>
                <a:gd name="connsiteX8" fmla="*/ 103490 w 160613"/>
                <a:gd name="connsiteY8" fmla="*/ 359955 h 372598"/>
                <a:gd name="connsiteX9" fmla="*/ 94727 w 160613"/>
                <a:gd name="connsiteY9" fmla="*/ 350430 h 372598"/>
                <a:gd name="connsiteX10" fmla="*/ 83297 w 160613"/>
                <a:gd name="connsiteY10" fmla="*/ 345858 h 372598"/>
                <a:gd name="connsiteX11" fmla="*/ 76725 w 160613"/>
                <a:gd name="connsiteY11" fmla="*/ 355383 h 372598"/>
                <a:gd name="connsiteX12" fmla="*/ 74344 w 160613"/>
                <a:gd name="connsiteY12" fmla="*/ 367098 h 372598"/>
                <a:gd name="connsiteX13" fmla="*/ 64819 w 160613"/>
                <a:gd name="connsiteY13" fmla="*/ 372432 h 372598"/>
                <a:gd name="connsiteX14" fmla="*/ 59675 w 160613"/>
                <a:gd name="connsiteY14" fmla="*/ 363860 h 372598"/>
                <a:gd name="connsiteX15" fmla="*/ 58723 w 160613"/>
                <a:gd name="connsiteY15" fmla="*/ 305472 h 372598"/>
                <a:gd name="connsiteX16" fmla="*/ 30910 w 160613"/>
                <a:gd name="connsiteY16" fmla="*/ 255465 h 372598"/>
                <a:gd name="connsiteX17" fmla="*/ 12621 w 160613"/>
                <a:gd name="connsiteY17" fmla="*/ 202411 h 372598"/>
                <a:gd name="connsiteX18" fmla="*/ 20432 w 160613"/>
                <a:gd name="connsiteY18" fmla="*/ 177456 h 372598"/>
                <a:gd name="connsiteX19" fmla="*/ 18241 w 160613"/>
                <a:gd name="connsiteY19" fmla="*/ 152310 h 372598"/>
                <a:gd name="connsiteX20" fmla="*/ 10240 w 160613"/>
                <a:gd name="connsiteY20" fmla="*/ 142785 h 372598"/>
                <a:gd name="connsiteX21" fmla="*/ 9479 w 160613"/>
                <a:gd name="connsiteY21" fmla="*/ 131545 h 372598"/>
                <a:gd name="connsiteX22" fmla="*/ 2716 w 160613"/>
                <a:gd name="connsiteY22" fmla="*/ 120972 h 372598"/>
                <a:gd name="connsiteX23" fmla="*/ -237 w 160613"/>
                <a:gd name="connsiteY23" fmla="*/ 118020 h 372598"/>
                <a:gd name="connsiteX24" fmla="*/ 3382 w 160613"/>
                <a:gd name="connsiteY24" fmla="*/ 105542 h 372598"/>
                <a:gd name="connsiteX25" fmla="*/ 2239 w 160613"/>
                <a:gd name="connsiteY25" fmla="*/ 57917 h 372598"/>
                <a:gd name="connsiteX26" fmla="*/ 20623 w 160613"/>
                <a:gd name="connsiteY26" fmla="*/ 50868 h 372598"/>
                <a:gd name="connsiteX27" fmla="*/ 20623 w 160613"/>
                <a:gd name="connsiteY27" fmla="*/ 50868 h 372598"/>
                <a:gd name="connsiteX28" fmla="*/ 30148 w 160613"/>
                <a:gd name="connsiteY28" fmla="*/ 41343 h 372598"/>
                <a:gd name="connsiteX29" fmla="*/ 47959 w 160613"/>
                <a:gd name="connsiteY29" fmla="*/ 5815 h 372598"/>
                <a:gd name="connsiteX30" fmla="*/ 72819 w 160613"/>
                <a:gd name="connsiteY30" fmla="*/ 1815 h 372598"/>
                <a:gd name="connsiteX31" fmla="*/ 87202 w 160613"/>
                <a:gd name="connsiteY31" fmla="*/ 22484 h 372598"/>
                <a:gd name="connsiteX32" fmla="*/ 87202 w 160613"/>
                <a:gd name="connsiteY32" fmla="*/ 25913 h 372598"/>
                <a:gd name="connsiteX33" fmla="*/ 88060 w 160613"/>
                <a:gd name="connsiteY33" fmla="*/ 47630 h 372598"/>
                <a:gd name="connsiteX34" fmla="*/ 103966 w 160613"/>
                <a:gd name="connsiteY34" fmla="*/ 56583 h 372598"/>
                <a:gd name="connsiteX35" fmla="*/ 139114 w 160613"/>
                <a:gd name="connsiteY35" fmla="*/ 66108 h 372598"/>
                <a:gd name="connsiteX36" fmla="*/ 145305 w 160613"/>
                <a:gd name="connsiteY36" fmla="*/ 85158 h 372598"/>
                <a:gd name="connsiteX37" fmla="*/ 160354 w 160613"/>
                <a:gd name="connsiteY37" fmla="*/ 112590 h 372598"/>
                <a:gd name="connsiteX38" fmla="*/ 144448 w 160613"/>
                <a:gd name="connsiteY38" fmla="*/ 152214 h 372598"/>
                <a:gd name="connsiteX39" fmla="*/ 150353 w 160613"/>
                <a:gd name="connsiteY39" fmla="*/ 187362 h 372598"/>
                <a:gd name="connsiteX40" fmla="*/ 139685 w 160613"/>
                <a:gd name="connsiteY40" fmla="*/ 212984 h 372598"/>
                <a:gd name="connsiteX41" fmla="*/ 124064 w 160613"/>
                <a:gd name="connsiteY41" fmla="*/ 235463 h 37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60613" h="372598">
                  <a:moveTo>
                    <a:pt x="124064" y="235463"/>
                  </a:moveTo>
                  <a:cubicBezTo>
                    <a:pt x="119778" y="244045"/>
                    <a:pt x="120321" y="254246"/>
                    <a:pt x="125493" y="262323"/>
                  </a:cubicBezTo>
                  <a:cubicBezTo>
                    <a:pt x="135780" y="275658"/>
                    <a:pt x="136256" y="292137"/>
                    <a:pt x="142447" y="307758"/>
                  </a:cubicBezTo>
                  <a:cubicBezTo>
                    <a:pt x="144267" y="311701"/>
                    <a:pt x="145428" y="315911"/>
                    <a:pt x="145876" y="320235"/>
                  </a:cubicBezTo>
                  <a:cubicBezTo>
                    <a:pt x="146191" y="324617"/>
                    <a:pt x="144257" y="328855"/>
                    <a:pt x="140733" y="331475"/>
                  </a:cubicBezTo>
                  <a:cubicBezTo>
                    <a:pt x="137018" y="333856"/>
                    <a:pt x="131875" y="333475"/>
                    <a:pt x="128826" y="336523"/>
                  </a:cubicBezTo>
                  <a:cubicBezTo>
                    <a:pt x="125778" y="339571"/>
                    <a:pt x="126350" y="346620"/>
                    <a:pt x="125112" y="351858"/>
                  </a:cubicBezTo>
                  <a:cubicBezTo>
                    <a:pt x="122512" y="359640"/>
                    <a:pt x="114091" y="363841"/>
                    <a:pt x="106309" y="361241"/>
                  </a:cubicBezTo>
                  <a:cubicBezTo>
                    <a:pt x="105328" y="360907"/>
                    <a:pt x="104386" y="360479"/>
                    <a:pt x="103490" y="359955"/>
                  </a:cubicBezTo>
                  <a:cubicBezTo>
                    <a:pt x="100214" y="357126"/>
                    <a:pt x="97280" y="353925"/>
                    <a:pt x="94727" y="350430"/>
                  </a:cubicBezTo>
                  <a:cubicBezTo>
                    <a:pt x="92136" y="346810"/>
                    <a:pt x="87669" y="345029"/>
                    <a:pt x="83297" y="345858"/>
                  </a:cubicBezTo>
                  <a:cubicBezTo>
                    <a:pt x="79554" y="347620"/>
                    <a:pt x="77049" y="351258"/>
                    <a:pt x="76725" y="355383"/>
                  </a:cubicBezTo>
                  <a:cubicBezTo>
                    <a:pt x="76372" y="359364"/>
                    <a:pt x="75572" y="363298"/>
                    <a:pt x="74344" y="367098"/>
                  </a:cubicBezTo>
                  <a:cubicBezTo>
                    <a:pt x="73029" y="371070"/>
                    <a:pt x="68895" y="373385"/>
                    <a:pt x="64819" y="372432"/>
                  </a:cubicBezTo>
                  <a:cubicBezTo>
                    <a:pt x="61751" y="370642"/>
                    <a:pt x="59809" y="367413"/>
                    <a:pt x="59675" y="363860"/>
                  </a:cubicBezTo>
                  <a:cubicBezTo>
                    <a:pt x="56246" y="344810"/>
                    <a:pt x="62532" y="324617"/>
                    <a:pt x="58723" y="305472"/>
                  </a:cubicBezTo>
                  <a:cubicBezTo>
                    <a:pt x="54912" y="286326"/>
                    <a:pt x="42149" y="271182"/>
                    <a:pt x="30910" y="255465"/>
                  </a:cubicBezTo>
                  <a:cubicBezTo>
                    <a:pt x="19670" y="239749"/>
                    <a:pt x="9573" y="221366"/>
                    <a:pt x="12621" y="202411"/>
                  </a:cubicBezTo>
                  <a:cubicBezTo>
                    <a:pt x="14765" y="193953"/>
                    <a:pt x="17365" y="185628"/>
                    <a:pt x="20432" y="177456"/>
                  </a:cubicBezTo>
                  <a:cubicBezTo>
                    <a:pt x="23471" y="169169"/>
                    <a:pt x="22670" y="159949"/>
                    <a:pt x="18241" y="152310"/>
                  </a:cubicBezTo>
                  <a:cubicBezTo>
                    <a:pt x="15955" y="148976"/>
                    <a:pt x="12526" y="146499"/>
                    <a:pt x="10240" y="142785"/>
                  </a:cubicBezTo>
                  <a:cubicBezTo>
                    <a:pt x="7564" y="139603"/>
                    <a:pt x="7250" y="135060"/>
                    <a:pt x="9479" y="131545"/>
                  </a:cubicBezTo>
                  <a:cubicBezTo>
                    <a:pt x="7716" y="127735"/>
                    <a:pt x="5440" y="124173"/>
                    <a:pt x="2716" y="120972"/>
                  </a:cubicBezTo>
                  <a:cubicBezTo>
                    <a:pt x="1877" y="119848"/>
                    <a:pt x="887" y="118858"/>
                    <a:pt x="-237" y="118020"/>
                  </a:cubicBezTo>
                  <a:cubicBezTo>
                    <a:pt x="906" y="113829"/>
                    <a:pt x="2239" y="109638"/>
                    <a:pt x="3382" y="105542"/>
                  </a:cubicBezTo>
                  <a:cubicBezTo>
                    <a:pt x="8145" y="89635"/>
                    <a:pt x="11193" y="71252"/>
                    <a:pt x="2239" y="57917"/>
                  </a:cubicBezTo>
                  <a:cubicBezTo>
                    <a:pt x="8859" y="57136"/>
                    <a:pt x="15184" y="54717"/>
                    <a:pt x="20623" y="50868"/>
                  </a:cubicBezTo>
                  <a:lnTo>
                    <a:pt x="20623" y="50868"/>
                  </a:lnTo>
                  <a:cubicBezTo>
                    <a:pt x="24442" y="48401"/>
                    <a:pt x="27680" y="45153"/>
                    <a:pt x="30148" y="41343"/>
                  </a:cubicBezTo>
                  <a:cubicBezTo>
                    <a:pt x="37101" y="29913"/>
                    <a:pt x="37958" y="14578"/>
                    <a:pt x="47959" y="5815"/>
                  </a:cubicBezTo>
                  <a:cubicBezTo>
                    <a:pt x="54865" y="-24"/>
                    <a:pt x="64428" y="-1567"/>
                    <a:pt x="72819" y="1815"/>
                  </a:cubicBezTo>
                  <a:cubicBezTo>
                    <a:pt x="81135" y="5434"/>
                    <a:pt x="86698" y="13435"/>
                    <a:pt x="87202" y="22484"/>
                  </a:cubicBezTo>
                  <a:cubicBezTo>
                    <a:pt x="87298" y="23627"/>
                    <a:pt x="87298" y="24770"/>
                    <a:pt x="87202" y="25913"/>
                  </a:cubicBezTo>
                  <a:cubicBezTo>
                    <a:pt x="87202" y="33438"/>
                    <a:pt x="84154" y="41343"/>
                    <a:pt x="88060" y="47630"/>
                  </a:cubicBezTo>
                  <a:cubicBezTo>
                    <a:pt x="92032" y="52535"/>
                    <a:pt x="97718" y="55736"/>
                    <a:pt x="103966" y="56583"/>
                  </a:cubicBezTo>
                  <a:lnTo>
                    <a:pt x="139114" y="66108"/>
                  </a:lnTo>
                  <a:cubicBezTo>
                    <a:pt x="138971" y="72976"/>
                    <a:pt x="141152" y="79691"/>
                    <a:pt x="145305" y="85158"/>
                  </a:cubicBezTo>
                  <a:cubicBezTo>
                    <a:pt x="151401" y="93826"/>
                    <a:pt x="159878" y="101922"/>
                    <a:pt x="160354" y="112590"/>
                  </a:cubicBezTo>
                  <a:cubicBezTo>
                    <a:pt x="161021" y="126973"/>
                    <a:pt x="146257" y="137927"/>
                    <a:pt x="144448" y="152214"/>
                  </a:cubicBezTo>
                  <a:cubicBezTo>
                    <a:pt x="142923" y="164121"/>
                    <a:pt x="150544" y="175455"/>
                    <a:pt x="150353" y="187362"/>
                  </a:cubicBezTo>
                  <a:cubicBezTo>
                    <a:pt x="149562" y="196810"/>
                    <a:pt x="145829" y="205764"/>
                    <a:pt x="139685" y="212984"/>
                  </a:cubicBezTo>
                  <a:cubicBezTo>
                    <a:pt x="133684" y="219890"/>
                    <a:pt x="128446" y="227424"/>
                    <a:pt x="124064" y="235463"/>
                  </a:cubicBezTo>
                  <a:close/>
                </a:path>
              </a:pathLst>
            </a:custGeom>
            <a:grpFill/>
            <a:ln w="7144" cap="rnd">
              <a:solidFill>
                <a:schemeClr val="bg1"/>
              </a:solidFill>
              <a:prstDash val="solid"/>
              <a:round/>
            </a:ln>
          </p:spPr>
          <p:txBody>
            <a:bodyPr rtlCol="0" anchor="ctr"/>
            <a:lstStyle/>
            <a:p>
              <a:endParaRPr lang="en-IN"/>
            </a:p>
          </p:txBody>
        </p:sp>
        <p:sp>
          <p:nvSpPr>
            <p:cNvPr id="3617" name="Freeform: Shape 3616"/>
            <p:cNvSpPr/>
            <p:nvPr/>
          </p:nvSpPr>
          <p:spPr>
            <a:xfrm>
              <a:off x="7419593" y="3851883"/>
              <a:ext cx="18383" cy="7048"/>
            </a:xfrm>
            <a:custGeom>
              <a:avLst/>
              <a:gdLst>
                <a:gd name="connsiteX0" fmla="*/ 18146 w 18383"/>
                <a:gd name="connsiteY0" fmla="*/ 47 h 7048"/>
                <a:gd name="connsiteX1" fmla="*/ -237 w 18383"/>
                <a:gd name="connsiteY1" fmla="*/ 7095 h 7048"/>
              </a:gdLst>
              <a:ahLst/>
              <a:cxnLst>
                <a:cxn ang="0">
                  <a:pos x="connsiteX0" y="connsiteY0"/>
                </a:cxn>
                <a:cxn ang="0">
                  <a:pos x="connsiteX1" y="connsiteY1"/>
                </a:cxn>
              </a:cxnLst>
              <a:rect l="l" t="t" r="r" b="b"/>
              <a:pathLst>
                <a:path w="18383" h="7048">
                  <a:moveTo>
                    <a:pt x="18146" y="47"/>
                  </a:moveTo>
                  <a:cubicBezTo>
                    <a:pt x="12707" y="3895"/>
                    <a:pt x="6383" y="6314"/>
                    <a:pt x="-237" y="7095"/>
                  </a:cubicBezTo>
                  <a:close/>
                </a:path>
              </a:pathLst>
            </a:custGeom>
            <a:grpFill/>
            <a:ln w="7144" cap="rnd">
              <a:solidFill>
                <a:schemeClr val="bg1"/>
              </a:solidFill>
              <a:prstDash val="solid"/>
              <a:round/>
            </a:ln>
          </p:spPr>
          <p:txBody>
            <a:bodyPr rtlCol="0" anchor="ctr"/>
            <a:lstStyle/>
            <a:p>
              <a:endParaRPr lang="en-IN"/>
            </a:p>
          </p:txBody>
        </p:sp>
        <p:sp>
          <p:nvSpPr>
            <p:cNvPr id="3618" name="Freeform: Shape 3617"/>
            <p:cNvSpPr/>
            <p:nvPr/>
          </p:nvSpPr>
          <p:spPr>
            <a:xfrm>
              <a:off x="7526499" y="3405065"/>
              <a:ext cx="244565" cy="283640"/>
            </a:xfrm>
            <a:custGeom>
              <a:avLst/>
              <a:gdLst>
                <a:gd name="connsiteX0" fmla="*/ 238423 w 244565"/>
                <a:gd name="connsiteY0" fmla="*/ 130063 h 283640"/>
                <a:gd name="connsiteX1" fmla="*/ 235757 w 244565"/>
                <a:gd name="connsiteY1" fmla="*/ 138159 h 283640"/>
                <a:gd name="connsiteX2" fmla="*/ 228613 w 244565"/>
                <a:gd name="connsiteY2" fmla="*/ 143589 h 283640"/>
                <a:gd name="connsiteX3" fmla="*/ 215659 w 244565"/>
                <a:gd name="connsiteY3" fmla="*/ 174831 h 283640"/>
                <a:gd name="connsiteX4" fmla="*/ 209563 w 244565"/>
                <a:gd name="connsiteY4" fmla="*/ 208835 h 283640"/>
                <a:gd name="connsiteX5" fmla="*/ 187274 w 244565"/>
                <a:gd name="connsiteY5" fmla="*/ 231409 h 283640"/>
                <a:gd name="connsiteX6" fmla="*/ 171177 w 244565"/>
                <a:gd name="connsiteY6" fmla="*/ 216550 h 283640"/>
                <a:gd name="connsiteX7" fmla="*/ 158223 w 244565"/>
                <a:gd name="connsiteY7" fmla="*/ 201882 h 283640"/>
                <a:gd name="connsiteX8" fmla="*/ 141078 w 244565"/>
                <a:gd name="connsiteY8" fmla="*/ 217693 h 283640"/>
                <a:gd name="connsiteX9" fmla="*/ 62306 w 244565"/>
                <a:gd name="connsiteY9" fmla="*/ 241506 h 283640"/>
                <a:gd name="connsiteX10" fmla="*/ 42685 w 244565"/>
                <a:gd name="connsiteY10" fmla="*/ 277510 h 283640"/>
                <a:gd name="connsiteX11" fmla="*/ 21158 w 244565"/>
                <a:gd name="connsiteY11" fmla="*/ 283035 h 283640"/>
                <a:gd name="connsiteX12" fmla="*/ 27159 w 244565"/>
                <a:gd name="connsiteY12" fmla="*/ 276177 h 283640"/>
                <a:gd name="connsiteX13" fmla="*/ 19634 w 244565"/>
                <a:gd name="connsiteY13" fmla="*/ 257127 h 283640"/>
                <a:gd name="connsiteX14" fmla="*/ 3156 w 244565"/>
                <a:gd name="connsiteY14" fmla="*/ 242458 h 283640"/>
                <a:gd name="connsiteX15" fmla="*/ 17158 w 244565"/>
                <a:gd name="connsiteY15" fmla="*/ 199310 h 283640"/>
                <a:gd name="connsiteX16" fmla="*/ 53829 w 244565"/>
                <a:gd name="connsiteY16" fmla="*/ 166544 h 283640"/>
                <a:gd name="connsiteX17" fmla="*/ 72879 w 244565"/>
                <a:gd name="connsiteY17" fmla="*/ 179212 h 283640"/>
                <a:gd name="connsiteX18" fmla="*/ 86690 w 244565"/>
                <a:gd name="connsiteY18" fmla="*/ 157019 h 283640"/>
                <a:gd name="connsiteX19" fmla="*/ 83071 w 244565"/>
                <a:gd name="connsiteY19" fmla="*/ 129682 h 283640"/>
                <a:gd name="connsiteX20" fmla="*/ 85738 w 244565"/>
                <a:gd name="connsiteY20" fmla="*/ 93392 h 283640"/>
                <a:gd name="connsiteX21" fmla="*/ 112693 w 244565"/>
                <a:gd name="connsiteY21" fmla="*/ 70818 h 283640"/>
                <a:gd name="connsiteX22" fmla="*/ 131743 w 244565"/>
                <a:gd name="connsiteY22" fmla="*/ 69199 h 283640"/>
                <a:gd name="connsiteX23" fmla="*/ 154223 w 244565"/>
                <a:gd name="connsiteY23" fmla="*/ 41290 h 283640"/>
                <a:gd name="connsiteX24" fmla="*/ 204610 w 244565"/>
                <a:gd name="connsiteY24" fmla="*/ 5667 h 283640"/>
                <a:gd name="connsiteX25" fmla="*/ 239185 w 244565"/>
                <a:gd name="connsiteY25" fmla="*/ 47 h 283640"/>
                <a:gd name="connsiteX26" fmla="*/ 236804 w 244565"/>
                <a:gd name="connsiteY26" fmla="*/ 7572 h 283640"/>
                <a:gd name="connsiteX27" fmla="*/ 238138 w 244565"/>
                <a:gd name="connsiteY27" fmla="*/ 47386 h 283640"/>
                <a:gd name="connsiteX28" fmla="*/ 226517 w 244565"/>
                <a:gd name="connsiteY28" fmla="*/ 54816 h 283640"/>
                <a:gd name="connsiteX29" fmla="*/ 213372 w 244565"/>
                <a:gd name="connsiteY29" fmla="*/ 66912 h 283640"/>
                <a:gd name="connsiteX30" fmla="*/ 214992 w 244565"/>
                <a:gd name="connsiteY30" fmla="*/ 68246 h 283640"/>
                <a:gd name="connsiteX31" fmla="*/ 230708 w 244565"/>
                <a:gd name="connsiteY31" fmla="*/ 80152 h 283640"/>
                <a:gd name="connsiteX32" fmla="*/ 244329 w 244565"/>
                <a:gd name="connsiteY32" fmla="*/ 94726 h 283640"/>
                <a:gd name="connsiteX33" fmla="*/ 237947 w 244565"/>
                <a:gd name="connsiteY33" fmla="*/ 109680 h 283640"/>
                <a:gd name="connsiteX34" fmla="*/ 234899 w 244565"/>
                <a:gd name="connsiteY34" fmla="*/ 125110 h 283640"/>
                <a:gd name="connsiteX35" fmla="*/ 238423 w 244565"/>
                <a:gd name="connsiteY35" fmla="*/ 130063 h 283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44565" h="283640">
                  <a:moveTo>
                    <a:pt x="238423" y="130063"/>
                  </a:moveTo>
                  <a:cubicBezTo>
                    <a:pt x="239100" y="133045"/>
                    <a:pt x="238071" y="136159"/>
                    <a:pt x="235757" y="138159"/>
                  </a:cubicBezTo>
                  <a:cubicBezTo>
                    <a:pt x="233508" y="140131"/>
                    <a:pt x="231118" y="141950"/>
                    <a:pt x="228613" y="143589"/>
                  </a:cubicBezTo>
                  <a:cubicBezTo>
                    <a:pt x="220259" y="151828"/>
                    <a:pt x="215592" y="163096"/>
                    <a:pt x="215659" y="174831"/>
                  </a:cubicBezTo>
                  <a:cubicBezTo>
                    <a:pt x="215878" y="186451"/>
                    <a:pt x="213802" y="198005"/>
                    <a:pt x="209563" y="208835"/>
                  </a:cubicBezTo>
                  <a:cubicBezTo>
                    <a:pt x="203800" y="217836"/>
                    <a:pt x="196208" y="225532"/>
                    <a:pt x="187274" y="231409"/>
                  </a:cubicBezTo>
                  <a:cubicBezTo>
                    <a:pt x="180473" y="228285"/>
                    <a:pt x="174835" y="223084"/>
                    <a:pt x="171177" y="216550"/>
                  </a:cubicBezTo>
                  <a:cubicBezTo>
                    <a:pt x="167939" y="210549"/>
                    <a:pt x="164986" y="202549"/>
                    <a:pt x="158223" y="201882"/>
                  </a:cubicBezTo>
                  <a:cubicBezTo>
                    <a:pt x="151460" y="201215"/>
                    <a:pt x="146126" y="211407"/>
                    <a:pt x="141078" y="217693"/>
                  </a:cubicBezTo>
                  <a:cubicBezTo>
                    <a:pt x="123456" y="239982"/>
                    <a:pt x="81547" y="220741"/>
                    <a:pt x="62306" y="241506"/>
                  </a:cubicBezTo>
                  <a:cubicBezTo>
                    <a:pt x="52781" y="251602"/>
                    <a:pt x="52781" y="267985"/>
                    <a:pt x="42685" y="277510"/>
                  </a:cubicBezTo>
                  <a:cubicBezTo>
                    <a:pt x="36865" y="282797"/>
                    <a:pt x="28807" y="284863"/>
                    <a:pt x="21158" y="283035"/>
                  </a:cubicBezTo>
                  <a:cubicBezTo>
                    <a:pt x="23797" y="281396"/>
                    <a:pt x="25892" y="279015"/>
                    <a:pt x="27159" y="276177"/>
                  </a:cubicBezTo>
                  <a:cubicBezTo>
                    <a:pt x="28721" y="268890"/>
                    <a:pt x="25759" y="261375"/>
                    <a:pt x="19634" y="257127"/>
                  </a:cubicBezTo>
                  <a:cubicBezTo>
                    <a:pt x="13434" y="253088"/>
                    <a:pt x="7880" y="248145"/>
                    <a:pt x="3156" y="242458"/>
                  </a:cubicBezTo>
                  <a:cubicBezTo>
                    <a:pt x="-5797" y="228552"/>
                    <a:pt x="4394" y="209883"/>
                    <a:pt x="17158" y="199310"/>
                  </a:cubicBezTo>
                  <a:cubicBezTo>
                    <a:pt x="29921" y="188737"/>
                    <a:pt x="45733" y="181117"/>
                    <a:pt x="53829" y="166544"/>
                  </a:cubicBezTo>
                  <a:cubicBezTo>
                    <a:pt x="52686" y="176069"/>
                    <a:pt x="64402" y="182451"/>
                    <a:pt x="72879" y="179212"/>
                  </a:cubicBezTo>
                  <a:cubicBezTo>
                    <a:pt x="81328" y="175040"/>
                    <a:pt x="86681" y="166439"/>
                    <a:pt x="86690" y="157019"/>
                  </a:cubicBezTo>
                  <a:cubicBezTo>
                    <a:pt x="86528" y="147799"/>
                    <a:pt x="85319" y="138626"/>
                    <a:pt x="83071" y="129682"/>
                  </a:cubicBezTo>
                  <a:cubicBezTo>
                    <a:pt x="80575" y="117576"/>
                    <a:pt x="81499" y="105003"/>
                    <a:pt x="85738" y="93392"/>
                  </a:cubicBezTo>
                  <a:cubicBezTo>
                    <a:pt x="90157" y="81667"/>
                    <a:pt x="100378" y="73113"/>
                    <a:pt x="112693" y="70818"/>
                  </a:cubicBezTo>
                  <a:cubicBezTo>
                    <a:pt x="119085" y="70884"/>
                    <a:pt x="125457" y="70341"/>
                    <a:pt x="131743" y="69199"/>
                  </a:cubicBezTo>
                  <a:cubicBezTo>
                    <a:pt x="143364" y="65293"/>
                    <a:pt x="147936" y="51768"/>
                    <a:pt x="154223" y="41290"/>
                  </a:cubicBezTo>
                  <a:cubicBezTo>
                    <a:pt x="166014" y="23574"/>
                    <a:pt x="183978" y="10877"/>
                    <a:pt x="204610" y="5667"/>
                  </a:cubicBezTo>
                  <a:cubicBezTo>
                    <a:pt x="215916" y="2628"/>
                    <a:pt x="227498" y="752"/>
                    <a:pt x="239185" y="47"/>
                  </a:cubicBezTo>
                  <a:cubicBezTo>
                    <a:pt x="238204" y="2495"/>
                    <a:pt x="237414" y="5010"/>
                    <a:pt x="236804" y="7572"/>
                  </a:cubicBezTo>
                  <a:cubicBezTo>
                    <a:pt x="233766" y="20735"/>
                    <a:pt x="234223" y="34461"/>
                    <a:pt x="238138" y="47386"/>
                  </a:cubicBezTo>
                  <a:cubicBezTo>
                    <a:pt x="233880" y="49215"/>
                    <a:pt x="229956" y="51720"/>
                    <a:pt x="226517" y="54816"/>
                  </a:cubicBezTo>
                  <a:cubicBezTo>
                    <a:pt x="222041" y="58721"/>
                    <a:pt x="217945" y="63198"/>
                    <a:pt x="213372" y="66912"/>
                  </a:cubicBezTo>
                  <a:lnTo>
                    <a:pt x="214992" y="68246"/>
                  </a:lnTo>
                  <a:cubicBezTo>
                    <a:pt x="219707" y="72856"/>
                    <a:pt x="224993" y="76857"/>
                    <a:pt x="230708" y="80152"/>
                  </a:cubicBezTo>
                  <a:cubicBezTo>
                    <a:pt x="236995" y="83105"/>
                    <a:pt x="243853" y="87677"/>
                    <a:pt x="244329" y="94726"/>
                  </a:cubicBezTo>
                  <a:cubicBezTo>
                    <a:pt x="243862" y="100269"/>
                    <a:pt x="241624" y="105508"/>
                    <a:pt x="237947" y="109680"/>
                  </a:cubicBezTo>
                  <a:cubicBezTo>
                    <a:pt x="234261" y="113918"/>
                    <a:pt x="233099" y="119786"/>
                    <a:pt x="234899" y="125110"/>
                  </a:cubicBezTo>
                  <a:cubicBezTo>
                    <a:pt x="236214" y="126663"/>
                    <a:pt x="237395" y="128320"/>
                    <a:pt x="238423" y="130063"/>
                  </a:cubicBezTo>
                  <a:close/>
                </a:path>
              </a:pathLst>
            </a:custGeom>
            <a:grpFill/>
            <a:ln w="7144" cap="rnd">
              <a:solidFill>
                <a:schemeClr val="bg1"/>
              </a:solidFill>
              <a:prstDash val="solid"/>
              <a:round/>
            </a:ln>
          </p:spPr>
          <p:txBody>
            <a:bodyPr rtlCol="0" anchor="ctr"/>
            <a:lstStyle/>
            <a:p>
              <a:endParaRPr lang="en-IN"/>
            </a:p>
          </p:txBody>
        </p:sp>
        <p:sp>
          <p:nvSpPr>
            <p:cNvPr id="3619" name="Freeform: Shape 3618"/>
            <p:cNvSpPr/>
            <p:nvPr/>
          </p:nvSpPr>
          <p:spPr>
            <a:xfrm>
              <a:off x="7274497" y="3022003"/>
              <a:ext cx="756860" cy="435544"/>
            </a:xfrm>
            <a:custGeom>
              <a:avLst/>
              <a:gdLst>
                <a:gd name="connsiteX0" fmla="*/ 752363 w 756860"/>
                <a:gd name="connsiteY0" fmla="*/ 188989 h 435544"/>
                <a:gd name="connsiteX1" fmla="*/ 743314 w 756860"/>
                <a:gd name="connsiteY1" fmla="*/ 204610 h 435544"/>
                <a:gd name="connsiteX2" fmla="*/ 709310 w 756860"/>
                <a:gd name="connsiteY2" fmla="*/ 236995 h 435544"/>
                <a:gd name="connsiteX3" fmla="*/ 695023 w 756860"/>
                <a:gd name="connsiteY3" fmla="*/ 265570 h 435544"/>
                <a:gd name="connsiteX4" fmla="*/ 709500 w 756860"/>
                <a:gd name="connsiteY4" fmla="*/ 289002 h 435544"/>
                <a:gd name="connsiteX5" fmla="*/ 730170 w 756860"/>
                <a:gd name="connsiteY5" fmla="*/ 308052 h 435544"/>
                <a:gd name="connsiteX6" fmla="*/ 731408 w 756860"/>
                <a:gd name="connsiteY6" fmla="*/ 328150 h 435544"/>
                <a:gd name="connsiteX7" fmla="*/ 717502 w 756860"/>
                <a:gd name="connsiteY7" fmla="*/ 333007 h 435544"/>
                <a:gd name="connsiteX8" fmla="*/ 695213 w 756860"/>
                <a:gd name="connsiteY8" fmla="*/ 327007 h 435544"/>
                <a:gd name="connsiteX9" fmla="*/ 690450 w 756860"/>
                <a:gd name="connsiteY9" fmla="*/ 306052 h 435544"/>
                <a:gd name="connsiteX10" fmla="*/ 666353 w 756860"/>
                <a:gd name="connsiteY10" fmla="*/ 300146 h 435544"/>
                <a:gd name="connsiteX11" fmla="*/ 636444 w 756860"/>
                <a:gd name="connsiteY11" fmla="*/ 316434 h 435544"/>
                <a:gd name="connsiteX12" fmla="*/ 613584 w 756860"/>
                <a:gd name="connsiteY12" fmla="*/ 325102 h 435544"/>
                <a:gd name="connsiteX13" fmla="*/ 512714 w 756860"/>
                <a:gd name="connsiteY13" fmla="*/ 435592 h 435544"/>
                <a:gd name="connsiteX14" fmla="*/ 493664 w 756860"/>
                <a:gd name="connsiteY14" fmla="*/ 429210 h 435544"/>
                <a:gd name="connsiteX15" fmla="*/ 489854 w 756860"/>
                <a:gd name="connsiteY15" fmla="*/ 430353 h 435544"/>
                <a:gd name="connsiteX16" fmla="*/ 488520 w 756860"/>
                <a:gd name="connsiteY16" fmla="*/ 390538 h 435544"/>
                <a:gd name="connsiteX17" fmla="*/ 491188 w 756860"/>
                <a:gd name="connsiteY17" fmla="*/ 383109 h 435544"/>
                <a:gd name="connsiteX18" fmla="*/ 543194 w 756860"/>
                <a:gd name="connsiteY18" fmla="*/ 334150 h 435544"/>
                <a:gd name="connsiteX19" fmla="*/ 565102 w 756860"/>
                <a:gd name="connsiteY19" fmla="*/ 327769 h 435544"/>
                <a:gd name="connsiteX20" fmla="*/ 578056 w 756860"/>
                <a:gd name="connsiteY20" fmla="*/ 310338 h 435544"/>
                <a:gd name="connsiteX21" fmla="*/ 557291 w 756860"/>
                <a:gd name="connsiteY21" fmla="*/ 279858 h 435544"/>
                <a:gd name="connsiteX22" fmla="*/ 557291 w 756860"/>
                <a:gd name="connsiteY22" fmla="*/ 243282 h 435544"/>
                <a:gd name="connsiteX23" fmla="*/ 540908 w 756860"/>
                <a:gd name="connsiteY23" fmla="*/ 214707 h 435544"/>
                <a:gd name="connsiteX24" fmla="*/ 511381 w 756860"/>
                <a:gd name="connsiteY24" fmla="*/ 239662 h 435544"/>
                <a:gd name="connsiteX25" fmla="*/ 468899 w 756860"/>
                <a:gd name="connsiteY25" fmla="*/ 251378 h 435544"/>
                <a:gd name="connsiteX26" fmla="*/ 405272 w 756860"/>
                <a:gd name="connsiteY26" fmla="*/ 292621 h 435544"/>
                <a:gd name="connsiteX27" fmla="*/ 354599 w 756860"/>
                <a:gd name="connsiteY27" fmla="*/ 304718 h 435544"/>
                <a:gd name="connsiteX28" fmla="*/ 300402 w 756860"/>
                <a:gd name="connsiteY28" fmla="*/ 391110 h 435544"/>
                <a:gd name="connsiteX29" fmla="*/ 257825 w 756860"/>
                <a:gd name="connsiteY29" fmla="*/ 407017 h 435544"/>
                <a:gd name="connsiteX30" fmla="*/ 200675 w 756860"/>
                <a:gd name="connsiteY30" fmla="*/ 418066 h 435544"/>
                <a:gd name="connsiteX31" fmla="*/ 172100 w 756860"/>
                <a:gd name="connsiteY31" fmla="*/ 416542 h 435544"/>
                <a:gd name="connsiteX32" fmla="*/ 154669 w 756860"/>
                <a:gd name="connsiteY32" fmla="*/ 403588 h 435544"/>
                <a:gd name="connsiteX33" fmla="*/ 128761 w 756860"/>
                <a:gd name="connsiteY33" fmla="*/ 415494 h 435544"/>
                <a:gd name="connsiteX34" fmla="*/ 73421 w 756860"/>
                <a:gd name="connsiteY34" fmla="*/ 428067 h 435544"/>
                <a:gd name="connsiteX35" fmla="*/ 74469 w 756860"/>
                <a:gd name="connsiteY35" fmla="*/ 415589 h 435544"/>
                <a:gd name="connsiteX36" fmla="*/ 72278 w 756860"/>
                <a:gd name="connsiteY36" fmla="*/ 375394 h 435544"/>
                <a:gd name="connsiteX37" fmla="*/ 61896 w 756860"/>
                <a:gd name="connsiteY37" fmla="*/ 348724 h 435544"/>
                <a:gd name="connsiteX38" fmla="*/ 17319 w 756860"/>
                <a:gd name="connsiteY38" fmla="*/ 350724 h 435544"/>
                <a:gd name="connsiteX39" fmla="*/ 364 w 756860"/>
                <a:gd name="connsiteY39" fmla="*/ 332626 h 435544"/>
                <a:gd name="connsiteX40" fmla="*/ 4460 w 756860"/>
                <a:gd name="connsiteY40" fmla="*/ 306909 h 435544"/>
                <a:gd name="connsiteX41" fmla="*/ 14938 w 756860"/>
                <a:gd name="connsiteY41" fmla="*/ 293955 h 435544"/>
                <a:gd name="connsiteX42" fmla="*/ 30463 w 756860"/>
                <a:gd name="connsiteY42" fmla="*/ 294717 h 435544"/>
                <a:gd name="connsiteX43" fmla="*/ 39036 w 756860"/>
                <a:gd name="connsiteY43" fmla="*/ 304242 h 435544"/>
                <a:gd name="connsiteX44" fmla="*/ 50942 w 756860"/>
                <a:gd name="connsiteY44" fmla="*/ 300908 h 435544"/>
                <a:gd name="connsiteX45" fmla="*/ 59229 w 756860"/>
                <a:gd name="connsiteY45" fmla="*/ 290812 h 435544"/>
                <a:gd name="connsiteX46" fmla="*/ 87804 w 756860"/>
                <a:gd name="connsiteY46" fmla="*/ 283192 h 435544"/>
                <a:gd name="connsiteX47" fmla="*/ 118094 w 756860"/>
                <a:gd name="connsiteY47" fmla="*/ 283192 h 435544"/>
                <a:gd name="connsiteX48" fmla="*/ 136191 w 756860"/>
                <a:gd name="connsiteY48" fmla="*/ 262237 h 435544"/>
                <a:gd name="connsiteX49" fmla="*/ 133809 w 756860"/>
                <a:gd name="connsiteY49" fmla="*/ 243853 h 435544"/>
                <a:gd name="connsiteX50" fmla="*/ 141335 w 756860"/>
                <a:gd name="connsiteY50" fmla="*/ 237567 h 435544"/>
                <a:gd name="connsiteX51" fmla="*/ 209248 w 756860"/>
                <a:gd name="connsiteY51" fmla="*/ 202134 h 435544"/>
                <a:gd name="connsiteX52" fmla="*/ 209819 w 756860"/>
                <a:gd name="connsiteY52" fmla="*/ 163081 h 435544"/>
                <a:gd name="connsiteX53" fmla="*/ 249062 w 756860"/>
                <a:gd name="connsiteY53" fmla="*/ 146603 h 435544"/>
                <a:gd name="connsiteX54" fmla="*/ 292306 w 756860"/>
                <a:gd name="connsiteY54" fmla="*/ 142698 h 435544"/>
                <a:gd name="connsiteX55" fmla="*/ 306022 w 756860"/>
                <a:gd name="connsiteY55" fmla="*/ 113361 h 435544"/>
                <a:gd name="connsiteX56" fmla="*/ 318595 w 756860"/>
                <a:gd name="connsiteY56" fmla="*/ 105360 h 435544"/>
                <a:gd name="connsiteX57" fmla="*/ 320404 w 756860"/>
                <a:gd name="connsiteY57" fmla="*/ 89263 h 435544"/>
                <a:gd name="connsiteX58" fmla="*/ 334311 w 756860"/>
                <a:gd name="connsiteY58" fmla="*/ 68784 h 435544"/>
                <a:gd name="connsiteX59" fmla="*/ 371744 w 756860"/>
                <a:gd name="connsiteY59" fmla="*/ 35446 h 435544"/>
                <a:gd name="connsiteX60" fmla="*/ 394414 w 756860"/>
                <a:gd name="connsiteY60" fmla="*/ 35446 h 435544"/>
                <a:gd name="connsiteX61" fmla="*/ 397461 w 756860"/>
                <a:gd name="connsiteY61" fmla="*/ 59068 h 435544"/>
                <a:gd name="connsiteX62" fmla="*/ 485091 w 756860"/>
                <a:gd name="connsiteY62" fmla="*/ 71737 h 435544"/>
                <a:gd name="connsiteX63" fmla="*/ 492331 w 756860"/>
                <a:gd name="connsiteY63" fmla="*/ 41828 h 435544"/>
                <a:gd name="connsiteX64" fmla="*/ 519191 w 756860"/>
                <a:gd name="connsiteY64" fmla="*/ 21159 h 435544"/>
                <a:gd name="connsiteX65" fmla="*/ 548338 w 756860"/>
                <a:gd name="connsiteY65" fmla="*/ 2109 h 435544"/>
                <a:gd name="connsiteX66" fmla="*/ 568911 w 756860"/>
                <a:gd name="connsiteY66" fmla="*/ 2871 h 435544"/>
                <a:gd name="connsiteX67" fmla="*/ 574151 w 756860"/>
                <a:gd name="connsiteY67" fmla="*/ 21921 h 435544"/>
                <a:gd name="connsiteX68" fmla="*/ 602726 w 756860"/>
                <a:gd name="connsiteY68" fmla="*/ 23445 h 435544"/>
                <a:gd name="connsiteX69" fmla="*/ 598535 w 756860"/>
                <a:gd name="connsiteY69" fmla="*/ 36875 h 435544"/>
                <a:gd name="connsiteX70" fmla="*/ 578532 w 756860"/>
                <a:gd name="connsiteY70" fmla="*/ 45067 h 435544"/>
                <a:gd name="connsiteX71" fmla="*/ 566340 w 756860"/>
                <a:gd name="connsiteY71" fmla="*/ 61450 h 435544"/>
                <a:gd name="connsiteX72" fmla="*/ 574912 w 756860"/>
                <a:gd name="connsiteY72" fmla="*/ 78785 h 435544"/>
                <a:gd name="connsiteX73" fmla="*/ 610250 w 756860"/>
                <a:gd name="connsiteY73" fmla="*/ 47924 h 435544"/>
                <a:gd name="connsiteX74" fmla="*/ 631301 w 756860"/>
                <a:gd name="connsiteY74" fmla="*/ 89834 h 435544"/>
                <a:gd name="connsiteX75" fmla="*/ 632824 w 756860"/>
                <a:gd name="connsiteY75" fmla="*/ 106598 h 435544"/>
                <a:gd name="connsiteX76" fmla="*/ 618918 w 756860"/>
                <a:gd name="connsiteY76" fmla="*/ 125648 h 435544"/>
                <a:gd name="connsiteX77" fmla="*/ 608726 w 756860"/>
                <a:gd name="connsiteY77" fmla="*/ 145936 h 435544"/>
                <a:gd name="connsiteX78" fmla="*/ 609679 w 756860"/>
                <a:gd name="connsiteY78" fmla="*/ 153937 h 435544"/>
                <a:gd name="connsiteX79" fmla="*/ 619966 w 756860"/>
                <a:gd name="connsiteY79" fmla="*/ 153937 h 435544"/>
                <a:gd name="connsiteX80" fmla="*/ 659018 w 756860"/>
                <a:gd name="connsiteY80" fmla="*/ 139555 h 435544"/>
                <a:gd name="connsiteX81" fmla="*/ 706643 w 756860"/>
                <a:gd name="connsiteY81" fmla="*/ 143650 h 435544"/>
                <a:gd name="connsiteX82" fmla="*/ 755697 w 756860"/>
                <a:gd name="connsiteY82" fmla="*/ 147841 h 435544"/>
                <a:gd name="connsiteX83" fmla="*/ 751506 w 756860"/>
                <a:gd name="connsiteY83" fmla="*/ 162129 h 435544"/>
                <a:gd name="connsiteX84" fmla="*/ 745124 w 756860"/>
                <a:gd name="connsiteY84" fmla="*/ 175178 h 435544"/>
                <a:gd name="connsiteX85" fmla="*/ 752363 w 756860"/>
                <a:gd name="connsiteY85" fmla="*/ 188989 h 435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756860" h="435544">
                  <a:moveTo>
                    <a:pt x="752363" y="188989"/>
                  </a:moveTo>
                  <a:cubicBezTo>
                    <a:pt x="753697" y="195181"/>
                    <a:pt x="748172" y="200515"/>
                    <a:pt x="743314" y="204610"/>
                  </a:cubicBezTo>
                  <a:cubicBezTo>
                    <a:pt x="731313" y="214688"/>
                    <a:pt x="719959" y="225503"/>
                    <a:pt x="709310" y="236995"/>
                  </a:cubicBezTo>
                  <a:cubicBezTo>
                    <a:pt x="700909" y="244221"/>
                    <a:pt x="695766" y="254516"/>
                    <a:pt x="695023" y="265570"/>
                  </a:cubicBezTo>
                  <a:cubicBezTo>
                    <a:pt x="696594" y="274976"/>
                    <a:pt x="701795" y="283391"/>
                    <a:pt x="709500" y="289002"/>
                  </a:cubicBezTo>
                  <a:cubicBezTo>
                    <a:pt x="717178" y="294439"/>
                    <a:pt x="724122" y="300841"/>
                    <a:pt x="730170" y="308052"/>
                  </a:cubicBezTo>
                  <a:cubicBezTo>
                    <a:pt x="735075" y="313704"/>
                    <a:pt x="735580" y="321938"/>
                    <a:pt x="731408" y="328150"/>
                  </a:cubicBezTo>
                  <a:cubicBezTo>
                    <a:pt x="727512" y="331399"/>
                    <a:pt x="722569" y="333124"/>
                    <a:pt x="717502" y="333007"/>
                  </a:cubicBezTo>
                  <a:cubicBezTo>
                    <a:pt x="709405" y="333865"/>
                    <a:pt x="699595" y="333865"/>
                    <a:pt x="695213" y="327007"/>
                  </a:cubicBezTo>
                  <a:cubicBezTo>
                    <a:pt x="690832" y="320149"/>
                    <a:pt x="693880" y="312433"/>
                    <a:pt x="690450" y="306052"/>
                  </a:cubicBezTo>
                  <a:cubicBezTo>
                    <a:pt x="686259" y="298146"/>
                    <a:pt x="674925" y="297479"/>
                    <a:pt x="666353" y="300146"/>
                  </a:cubicBezTo>
                  <a:cubicBezTo>
                    <a:pt x="655789" y="304406"/>
                    <a:pt x="645750" y="309871"/>
                    <a:pt x="636444" y="316434"/>
                  </a:cubicBezTo>
                  <a:cubicBezTo>
                    <a:pt x="629462" y="320787"/>
                    <a:pt x="621699" y="323731"/>
                    <a:pt x="613584" y="325102"/>
                  </a:cubicBezTo>
                  <a:cubicBezTo>
                    <a:pt x="581999" y="363745"/>
                    <a:pt x="548328" y="400625"/>
                    <a:pt x="512714" y="435592"/>
                  </a:cubicBezTo>
                  <a:cubicBezTo>
                    <a:pt x="507676" y="430667"/>
                    <a:pt x="500656" y="428314"/>
                    <a:pt x="493664" y="429210"/>
                  </a:cubicBezTo>
                  <a:cubicBezTo>
                    <a:pt x="492369" y="429486"/>
                    <a:pt x="491092" y="429877"/>
                    <a:pt x="489854" y="430353"/>
                  </a:cubicBezTo>
                  <a:cubicBezTo>
                    <a:pt x="485939" y="417427"/>
                    <a:pt x="485482" y="403702"/>
                    <a:pt x="488520" y="390538"/>
                  </a:cubicBezTo>
                  <a:cubicBezTo>
                    <a:pt x="489226" y="387995"/>
                    <a:pt x="490112" y="385519"/>
                    <a:pt x="491188" y="383109"/>
                  </a:cubicBezTo>
                  <a:cubicBezTo>
                    <a:pt x="499731" y="359433"/>
                    <a:pt x="519048" y="341248"/>
                    <a:pt x="543194" y="334150"/>
                  </a:cubicBezTo>
                  <a:cubicBezTo>
                    <a:pt x="550671" y="332662"/>
                    <a:pt x="557996" y="330526"/>
                    <a:pt x="565102" y="327769"/>
                  </a:cubicBezTo>
                  <a:cubicBezTo>
                    <a:pt x="572388" y="324896"/>
                    <a:pt x="577408" y="318140"/>
                    <a:pt x="578056" y="310338"/>
                  </a:cubicBezTo>
                  <a:cubicBezTo>
                    <a:pt x="578056" y="297765"/>
                    <a:pt x="562911" y="291288"/>
                    <a:pt x="557291" y="279858"/>
                  </a:cubicBezTo>
                  <a:cubicBezTo>
                    <a:pt x="551671" y="268428"/>
                    <a:pt x="556244" y="255569"/>
                    <a:pt x="557291" y="243282"/>
                  </a:cubicBezTo>
                  <a:cubicBezTo>
                    <a:pt x="558339" y="230995"/>
                    <a:pt x="553291" y="214707"/>
                    <a:pt x="540908" y="214707"/>
                  </a:cubicBezTo>
                  <a:cubicBezTo>
                    <a:pt x="528525" y="214707"/>
                    <a:pt x="521858" y="231280"/>
                    <a:pt x="511381" y="239662"/>
                  </a:cubicBezTo>
                  <a:cubicBezTo>
                    <a:pt x="500903" y="248044"/>
                    <a:pt x="482806" y="247092"/>
                    <a:pt x="468899" y="251378"/>
                  </a:cubicBezTo>
                  <a:cubicBezTo>
                    <a:pt x="444515" y="258712"/>
                    <a:pt x="429275" y="283954"/>
                    <a:pt x="405272" y="292621"/>
                  </a:cubicBezTo>
                  <a:cubicBezTo>
                    <a:pt x="388889" y="298622"/>
                    <a:pt x="369839" y="296146"/>
                    <a:pt x="354599" y="304718"/>
                  </a:cubicBezTo>
                  <a:cubicBezTo>
                    <a:pt x="324309" y="321577"/>
                    <a:pt x="327072" y="369012"/>
                    <a:pt x="300402" y="391110"/>
                  </a:cubicBezTo>
                  <a:cubicBezTo>
                    <a:pt x="287781" y="399930"/>
                    <a:pt x="273132" y="405397"/>
                    <a:pt x="257825" y="407017"/>
                  </a:cubicBezTo>
                  <a:lnTo>
                    <a:pt x="200675" y="418066"/>
                  </a:lnTo>
                  <a:cubicBezTo>
                    <a:pt x="191283" y="421075"/>
                    <a:pt x="181120" y="420542"/>
                    <a:pt x="172100" y="416542"/>
                  </a:cubicBezTo>
                  <a:cubicBezTo>
                    <a:pt x="165814" y="412732"/>
                    <a:pt x="161718" y="405493"/>
                    <a:pt x="154669" y="403588"/>
                  </a:cubicBezTo>
                  <a:cubicBezTo>
                    <a:pt x="145144" y="401016"/>
                    <a:pt x="136572" y="409398"/>
                    <a:pt x="128761" y="415494"/>
                  </a:cubicBezTo>
                  <a:cubicBezTo>
                    <a:pt x="112940" y="427362"/>
                    <a:pt x="92814" y="431934"/>
                    <a:pt x="73421" y="428067"/>
                  </a:cubicBezTo>
                  <a:cubicBezTo>
                    <a:pt x="74583" y="424019"/>
                    <a:pt x="74936" y="419780"/>
                    <a:pt x="74469" y="415589"/>
                  </a:cubicBezTo>
                  <a:cubicBezTo>
                    <a:pt x="73707" y="402159"/>
                    <a:pt x="73040" y="388824"/>
                    <a:pt x="72278" y="375394"/>
                  </a:cubicBezTo>
                  <a:cubicBezTo>
                    <a:pt x="71707" y="365869"/>
                    <a:pt x="70373" y="353962"/>
                    <a:pt x="61896" y="348724"/>
                  </a:cubicBezTo>
                  <a:cubicBezTo>
                    <a:pt x="48942" y="340723"/>
                    <a:pt x="32178" y="354248"/>
                    <a:pt x="17319" y="350724"/>
                  </a:cubicBezTo>
                  <a:cubicBezTo>
                    <a:pt x="8784" y="348248"/>
                    <a:pt x="2279" y="341306"/>
                    <a:pt x="364" y="332626"/>
                  </a:cubicBezTo>
                  <a:cubicBezTo>
                    <a:pt x="-1179" y="323837"/>
                    <a:pt x="269" y="314785"/>
                    <a:pt x="4460" y="306909"/>
                  </a:cubicBezTo>
                  <a:cubicBezTo>
                    <a:pt x="6527" y="301612"/>
                    <a:pt x="10194" y="297087"/>
                    <a:pt x="14938" y="293955"/>
                  </a:cubicBezTo>
                  <a:cubicBezTo>
                    <a:pt x="19767" y="290941"/>
                    <a:pt x="25958" y="291245"/>
                    <a:pt x="30463" y="294717"/>
                  </a:cubicBezTo>
                  <a:cubicBezTo>
                    <a:pt x="33702" y="297765"/>
                    <a:pt x="35035" y="302718"/>
                    <a:pt x="39036" y="304242"/>
                  </a:cubicBezTo>
                  <a:cubicBezTo>
                    <a:pt x="43313" y="305636"/>
                    <a:pt x="48008" y="304321"/>
                    <a:pt x="50942" y="300908"/>
                  </a:cubicBezTo>
                  <a:cubicBezTo>
                    <a:pt x="53990" y="297860"/>
                    <a:pt x="56086" y="293860"/>
                    <a:pt x="59229" y="290812"/>
                  </a:cubicBezTo>
                  <a:cubicBezTo>
                    <a:pt x="67249" y="284352"/>
                    <a:pt x="77631" y="281584"/>
                    <a:pt x="87804" y="283192"/>
                  </a:cubicBezTo>
                  <a:cubicBezTo>
                    <a:pt x="97843" y="284715"/>
                    <a:pt x="108054" y="284715"/>
                    <a:pt x="118094" y="283192"/>
                  </a:cubicBezTo>
                  <a:cubicBezTo>
                    <a:pt x="128390" y="281491"/>
                    <a:pt x="136010" y="272675"/>
                    <a:pt x="136191" y="262237"/>
                  </a:cubicBezTo>
                  <a:cubicBezTo>
                    <a:pt x="135524" y="255950"/>
                    <a:pt x="131047" y="249568"/>
                    <a:pt x="133809" y="243853"/>
                  </a:cubicBezTo>
                  <a:cubicBezTo>
                    <a:pt x="135591" y="241013"/>
                    <a:pt x="138220" y="238812"/>
                    <a:pt x="141335" y="237567"/>
                  </a:cubicBezTo>
                  <a:lnTo>
                    <a:pt x="209248" y="202134"/>
                  </a:lnTo>
                  <a:cubicBezTo>
                    <a:pt x="199122" y="190997"/>
                    <a:pt x="199370" y="173917"/>
                    <a:pt x="209819" y="163081"/>
                  </a:cubicBezTo>
                  <a:cubicBezTo>
                    <a:pt x="220459" y="152993"/>
                    <a:pt x="234413" y="147134"/>
                    <a:pt x="249062" y="146603"/>
                  </a:cubicBezTo>
                  <a:cubicBezTo>
                    <a:pt x="263540" y="146166"/>
                    <a:pt x="277980" y="144862"/>
                    <a:pt x="292306" y="142698"/>
                  </a:cubicBezTo>
                  <a:cubicBezTo>
                    <a:pt x="292182" y="131342"/>
                    <a:pt x="297230" y="120545"/>
                    <a:pt x="306022" y="113361"/>
                  </a:cubicBezTo>
                  <a:cubicBezTo>
                    <a:pt x="310308" y="110694"/>
                    <a:pt x="315547" y="109551"/>
                    <a:pt x="318595" y="105360"/>
                  </a:cubicBezTo>
                  <a:cubicBezTo>
                    <a:pt x="321643" y="101169"/>
                    <a:pt x="319738" y="94692"/>
                    <a:pt x="320404" y="89263"/>
                  </a:cubicBezTo>
                  <a:cubicBezTo>
                    <a:pt x="322414" y="80980"/>
                    <a:pt x="327348" y="73704"/>
                    <a:pt x="334311" y="68784"/>
                  </a:cubicBezTo>
                  <a:lnTo>
                    <a:pt x="371744" y="35446"/>
                  </a:lnTo>
                  <a:lnTo>
                    <a:pt x="394414" y="35446"/>
                  </a:lnTo>
                  <a:cubicBezTo>
                    <a:pt x="394328" y="43424"/>
                    <a:pt x="395347" y="51374"/>
                    <a:pt x="397461" y="59068"/>
                  </a:cubicBezTo>
                  <a:cubicBezTo>
                    <a:pt x="426970" y="60850"/>
                    <a:pt x="456288" y="65088"/>
                    <a:pt x="485091" y="71737"/>
                  </a:cubicBezTo>
                  <a:cubicBezTo>
                    <a:pt x="481843" y="61194"/>
                    <a:pt x="484615" y="49718"/>
                    <a:pt x="492331" y="41828"/>
                  </a:cubicBezTo>
                  <a:cubicBezTo>
                    <a:pt x="499770" y="33172"/>
                    <a:pt x="508914" y="26137"/>
                    <a:pt x="519191" y="21159"/>
                  </a:cubicBezTo>
                  <a:cubicBezTo>
                    <a:pt x="529468" y="15712"/>
                    <a:pt x="539222" y="9335"/>
                    <a:pt x="548338" y="2109"/>
                  </a:cubicBezTo>
                  <a:cubicBezTo>
                    <a:pt x="554338" y="-2939"/>
                    <a:pt x="561101" y="2871"/>
                    <a:pt x="568911" y="2871"/>
                  </a:cubicBezTo>
                  <a:cubicBezTo>
                    <a:pt x="571198" y="9062"/>
                    <a:pt x="571959" y="15730"/>
                    <a:pt x="574151" y="21921"/>
                  </a:cubicBezTo>
                  <a:cubicBezTo>
                    <a:pt x="583676" y="22683"/>
                    <a:pt x="593201" y="22683"/>
                    <a:pt x="602726" y="23445"/>
                  </a:cubicBezTo>
                  <a:cubicBezTo>
                    <a:pt x="600249" y="27512"/>
                    <a:pt x="598811" y="32123"/>
                    <a:pt x="598535" y="36875"/>
                  </a:cubicBezTo>
                  <a:cubicBezTo>
                    <a:pt x="591524" y="38668"/>
                    <a:pt x="584790" y="41424"/>
                    <a:pt x="578532" y="45067"/>
                  </a:cubicBezTo>
                  <a:cubicBezTo>
                    <a:pt x="572359" y="48584"/>
                    <a:pt x="567940" y="54525"/>
                    <a:pt x="566340" y="61450"/>
                  </a:cubicBezTo>
                  <a:cubicBezTo>
                    <a:pt x="564883" y="68510"/>
                    <a:pt x="568416" y="75657"/>
                    <a:pt x="574912" y="78785"/>
                  </a:cubicBezTo>
                  <a:cubicBezTo>
                    <a:pt x="588457" y="70719"/>
                    <a:pt x="600430" y="60263"/>
                    <a:pt x="610250" y="47924"/>
                  </a:cubicBezTo>
                  <a:cubicBezTo>
                    <a:pt x="619632" y="60576"/>
                    <a:pt x="626757" y="74755"/>
                    <a:pt x="631301" y="89834"/>
                  </a:cubicBezTo>
                  <a:cubicBezTo>
                    <a:pt x="633310" y="95181"/>
                    <a:pt x="633843" y="100975"/>
                    <a:pt x="632824" y="106598"/>
                  </a:cubicBezTo>
                  <a:cubicBezTo>
                    <a:pt x="629662" y="113900"/>
                    <a:pt x="624909" y="120406"/>
                    <a:pt x="618918" y="125648"/>
                  </a:cubicBezTo>
                  <a:cubicBezTo>
                    <a:pt x="614041" y="131560"/>
                    <a:pt x="610555" y="138494"/>
                    <a:pt x="608726" y="145936"/>
                  </a:cubicBezTo>
                  <a:cubicBezTo>
                    <a:pt x="607754" y="148603"/>
                    <a:pt x="608107" y="151572"/>
                    <a:pt x="609679" y="153937"/>
                  </a:cubicBezTo>
                  <a:cubicBezTo>
                    <a:pt x="612060" y="156700"/>
                    <a:pt x="616632" y="155842"/>
                    <a:pt x="619966" y="153937"/>
                  </a:cubicBezTo>
                  <a:cubicBezTo>
                    <a:pt x="634158" y="147651"/>
                    <a:pt x="643112" y="140602"/>
                    <a:pt x="659018" y="139555"/>
                  </a:cubicBezTo>
                  <a:cubicBezTo>
                    <a:pt x="675011" y="138556"/>
                    <a:pt x="691060" y="139937"/>
                    <a:pt x="706643" y="143650"/>
                  </a:cubicBezTo>
                  <a:cubicBezTo>
                    <a:pt x="722931" y="147556"/>
                    <a:pt x="740171" y="153937"/>
                    <a:pt x="755697" y="147841"/>
                  </a:cubicBezTo>
                  <a:cubicBezTo>
                    <a:pt x="758364" y="152032"/>
                    <a:pt x="754744" y="158319"/>
                    <a:pt x="751506" y="162129"/>
                  </a:cubicBezTo>
                  <a:cubicBezTo>
                    <a:pt x="748267" y="165939"/>
                    <a:pt x="744362" y="170225"/>
                    <a:pt x="745124" y="175178"/>
                  </a:cubicBezTo>
                  <a:cubicBezTo>
                    <a:pt x="745886" y="180131"/>
                    <a:pt x="751315" y="184132"/>
                    <a:pt x="752363" y="188989"/>
                  </a:cubicBezTo>
                  <a:close/>
                </a:path>
              </a:pathLst>
            </a:custGeom>
            <a:grpFill/>
            <a:ln w="7144" cap="rnd">
              <a:solidFill>
                <a:schemeClr val="bg1"/>
              </a:solidFill>
              <a:prstDash val="solid"/>
              <a:round/>
            </a:ln>
          </p:spPr>
          <p:txBody>
            <a:bodyPr rtlCol="0" anchor="ctr"/>
            <a:lstStyle/>
            <a:p>
              <a:endParaRPr lang="en-IN"/>
            </a:p>
          </p:txBody>
        </p:sp>
        <p:sp>
          <p:nvSpPr>
            <p:cNvPr id="3620" name="Freeform: Shape 3619"/>
            <p:cNvSpPr/>
            <p:nvPr/>
          </p:nvSpPr>
          <p:spPr>
            <a:xfrm>
              <a:off x="7263049" y="3803210"/>
              <a:ext cx="162283" cy="239219"/>
            </a:xfrm>
            <a:custGeom>
              <a:avLst/>
              <a:gdLst>
                <a:gd name="connsiteX0" fmla="*/ 157450 w 162283"/>
                <a:gd name="connsiteY0" fmla="*/ 103869 h 239219"/>
                <a:gd name="connsiteX1" fmla="*/ 153830 w 162283"/>
                <a:gd name="connsiteY1" fmla="*/ 116347 h 239219"/>
                <a:gd name="connsiteX2" fmla="*/ 147353 w 162283"/>
                <a:gd name="connsiteY2" fmla="*/ 113966 h 239219"/>
                <a:gd name="connsiteX3" fmla="*/ 134494 w 162283"/>
                <a:gd name="connsiteY3" fmla="*/ 120157 h 239219"/>
                <a:gd name="connsiteX4" fmla="*/ 117921 w 162283"/>
                <a:gd name="connsiteY4" fmla="*/ 121776 h 239219"/>
                <a:gd name="connsiteX5" fmla="*/ 103824 w 162283"/>
                <a:gd name="connsiteY5" fmla="*/ 129206 h 239219"/>
                <a:gd name="connsiteX6" fmla="*/ 110681 w 162283"/>
                <a:gd name="connsiteY6" fmla="*/ 154447 h 239219"/>
                <a:gd name="connsiteX7" fmla="*/ 99347 w 162283"/>
                <a:gd name="connsiteY7" fmla="*/ 173497 h 239219"/>
                <a:gd name="connsiteX8" fmla="*/ 96204 w 162283"/>
                <a:gd name="connsiteY8" fmla="*/ 199501 h 239219"/>
                <a:gd name="connsiteX9" fmla="*/ 102490 w 162283"/>
                <a:gd name="connsiteY9" fmla="*/ 217312 h 239219"/>
                <a:gd name="connsiteX10" fmla="*/ 95156 w 162283"/>
                <a:gd name="connsiteY10" fmla="*/ 229885 h 239219"/>
                <a:gd name="connsiteX11" fmla="*/ 81726 w 162283"/>
                <a:gd name="connsiteY11" fmla="*/ 236457 h 239219"/>
                <a:gd name="connsiteX12" fmla="*/ 61533 w 162283"/>
                <a:gd name="connsiteY12" fmla="*/ 236457 h 239219"/>
                <a:gd name="connsiteX13" fmla="*/ 57532 w 162283"/>
                <a:gd name="connsiteY13" fmla="*/ 226932 h 239219"/>
                <a:gd name="connsiteX14" fmla="*/ 51341 w 162283"/>
                <a:gd name="connsiteY14" fmla="*/ 195881 h 239219"/>
                <a:gd name="connsiteX15" fmla="*/ 44673 w 162283"/>
                <a:gd name="connsiteY15" fmla="*/ 201596 h 239219"/>
                <a:gd name="connsiteX16" fmla="*/ 40292 w 162283"/>
                <a:gd name="connsiteY16" fmla="*/ 209692 h 239219"/>
                <a:gd name="connsiteX17" fmla="*/ 26338 w 162283"/>
                <a:gd name="connsiteY17" fmla="*/ 206082 h 239219"/>
                <a:gd name="connsiteX18" fmla="*/ 25528 w 162283"/>
                <a:gd name="connsiteY18" fmla="*/ 204358 h 239219"/>
                <a:gd name="connsiteX19" fmla="*/ 26385 w 162283"/>
                <a:gd name="connsiteY19" fmla="*/ 186356 h 239219"/>
                <a:gd name="connsiteX20" fmla="*/ 27814 w 162283"/>
                <a:gd name="connsiteY20" fmla="*/ 168354 h 239219"/>
                <a:gd name="connsiteX21" fmla="*/ 192 w 162283"/>
                <a:gd name="connsiteY21" fmla="*/ 139112 h 239219"/>
                <a:gd name="connsiteX22" fmla="*/ 6955 w 162283"/>
                <a:gd name="connsiteY22" fmla="*/ 118157 h 239219"/>
                <a:gd name="connsiteX23" fmla="*/ 24004 w 162283"/>
                <a:gd name="connsiteY23" fmla="*/ 102631 h 239219"/>
                <a:gd name="connsiteX24" fmla="*/ 31434 w 162283"/>
                <a:gd name="connsiteY24" fmla="*/ 81867 h 239219"/>
                <a:gd name="connsiteX25" fmla="*/ 28005 w 162283"/>
                <a:gd name="connsiteY25" fmla="*/ 65579 h 239219"/>
                <a:gd name="connsiteX26" fmla="*/ 40959 w 162283"/>
                <a:gd name="connsiteY26" fmla="*/ 60435 h 239219"/>
                <a:gd name="connsiteX27" fmla="*/ 55532 w 162283"/>
                <a:gd name="connsiteY27" fmla="*/ 58911 h 239219"/>
                <a:gd name="connsiteX28" fmla="*/ 65533 w 162283"/>
                <a:gd name="connsiteY28" fmla="*/ 47291 h 239219"/>
                <a:gd name="connsiteX29" fmla="*/ 81345 w 162283"/>
                <a:gd name="connsiteY29" fmla="*/ 46529 h 239219"/>
                <a:gd name="connsiteX30" fmla="*/ 95442 w 162283"/>
                <a:gd name="connsiteY30" fmla="*/ 41290 h 239219"/>
                <a:gd name="connsiteX31" fmla="*/ 94680 w 162283"/>
                <a:gd name="connsiteY31" fmla="*/ 24812 h 239219"/>
                <a:gd name="connsiteX32" fmla="*/ 109634 w 162283"/>
                <a:gd name="connsiteY32" fmla="*/ 17097 h 239219"/>
                <a:gd name="connsiteX33" fmla="*/ 130018 w 162283"/>
                <a:gd name="connsiteY33" fmla="*/ 47 h 239219"/>
                <a:gd name="connsiteX34" fmla="*/ 143924 w 162283"/>
                <a:gd name="connsiteY34" fmla="*/ 29955 h 239219"/>
                <a:gd name="connsiteX35" fmla="*/ 143924 w 162283"/>
                <a:gd name="connsiteY35" fmla="*/ 29955 h 239219"/>
                <a:gd name="connsiteX36" fmla="*/ 156307 w 162283"/>
                <a:gd name="connsiteY36" fmla="*/ 56435 h 239219"/>
                <a:gd name="connsiteX37" fmla="*/ 157450 w 162283"/>
                <a:gd name="connsiteY37" fmla="*/ 103869 h 239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62283" h="239219">
                  <a:moveTo>
                    <a:pt x="157450" y="103869"/>
                  </a:moveTo>
                  <a:cubicBezTo>
                    <a:pt x="156307" y="107965"/>
                    <a:pt x="154973" y="112156"/>
                    <a:pt x="153830" y="116347"/>
                  </a:cubicBezTo>
                  <a:cubicBezTo>
                    <a:pt x="152049" y="114776"/>
                    <a:pt x="149734" y="113918"/>
                    <a:pt x="147353" y="113966"/>
                  </a:cubicBezTo>
                  <a:cubicBezTo>
                    <a:pt x="142591" y="113966"/>
                    <a:pt x="138971" y="118252"/>
                    <a:pt x="134494" y="120157"/>
                  </a:cubicBezTo>
                  <a:cubicBezTo>
                    <a:pt x="129122" y="121757"/>
                    <a:pt x="123493" y="122300"/>
                    <a:pt x="117921" y="121776"/>
                  </a:cubicBezTo>
                  <a:cubicBezTo>
                    <a:pt x="112187" y="121338"/>
                    <a:pt x="106700" y="124224"/>
                    <a:pt x="103824" y="129206"/>
                  </a:cubicBezTo>
                  <a:cubicBezTo>
                    <a:pt x="100585" y="137493"/>
                    <a:pt x="110777" y="145494"/>
                    <a:pt x="110681" y="154447"/>
                  </a:cubicBezTo>
                  <a:cubicBezTo>
                    <a:pt x="110681" y="161877"/>
                    <a:pt x="103538" y="167115"/>
                    <a:pt x="99347" y="173497"/>
                  </a:cubicBezTo>
                  <a:cubicBezTo>
                    <a:pt x="94156" y="181146"/>
                    <a:pt x="92984" y="190833"/>
                    <a:pt x="96204" y="199501"/>
                  </a:cubicBezTo>
                  <a:cubicBezTo>
                    <a:pt x="99423" y="204977"/>
                    <a:pt x="101557" y="211026"/>
                    <a:pt x="102490" y="217312"/>
                  </a:cubicBezTo>
                  <a:cubicBezTo>
                    <a:pt x="101947" y="222360"/>
                    <a:pt x="99280" y="226932"/>
                    <a:pt x="95156" y="229885"/>
                  </a:cubicBezTo>
                  <a:cubicBezTo>
                    <a:pt x="91032" y="232733"/>
                    <a:pt x="86507" y="234953"/>
                    <a:pt x="81726" y="236457"/>
                  </a:cubicBezTo>
                  <a:cubicBezTo>
                    <a:pt x="75058" y="239029"/>
                    <a:pt x="66486" y="241220"/>
                    <a:pt x="61533" y="236457"/>
                  </a:cubicBezTo>
                  <a:cubicBezTo>
                    <a:pt x="59351" y="233714"/>
                    <a:pt x="57961" y="230419"/>
                    <a:pt x="57532" y="226932"/>
                  </a:cubicBezTo>
                  <a:cubicBezTo>
                    <a:pt x="55437" y="216550"/>
                    <a:pt x="53437" y="206263"/>
                    <a:pt x="51341" y="195881"/>
                  </a:cubicBezTo>
                  <a:cubicBezTo>
                    <a:pt x="48293" y="195881"/>
                    <a:pt x="45912" y="198738"/>
                    <a:pt x="44673" y="201596"/>
                  </a:cubicBezTo>
                  <a:cubicBezTo>
                    <a:pt x="43806" y="204577"/>
                    <a:pt x="42321" y="207340"/>
                    <a:pt x="40292" y="209692"/>
                  </a:cubicBezTo>
                  <a:cubicBezTo>
                    <a:pt x="35444" y="212550"/>
                    <a:pt x="29195" y="210930"/>
                    <a:pt x="26338" y="206082"/>
                  </a:cubicBezTo>
                  <a:cubicBezTo>
                    <a:pt x="26014" y="205539"/>
                    <a:pt x="25747" y="204958"/>
                    <a:pt x="25528" y="204358"/>
                  </a:cubicBezTo>
                  <a:cubicBezTo>
                    <a:pt x="23861" y="198424"/>
                    <a:pt x="24166" y="192109"/>
                    <a:pt x="26385" y="186356"/>
                  </a:cubicBezTo>
                  <a:cubicBezTo>
                    <a:pt x="28605" y="180622"/>
                    <a:pt x="29100" y="174364"/>
                    <a:pt x="27814" y="168354"/>
                  </a:cubicBezTo>
                  <a:cubicBezTo>
                    <a:pt x="23623" y="155400"/>
                    <a:pt x="4097" y="152256"/>
                    <a:pt x="192" y="139112"/>
                  </a:cubicBezTo>
                  <a:cubicBezTo>
                    <a:pt x="-1323" y="131425"/>
                    <a:pt x="1230" y="123500"/>
                    <a:pt x="6955" y="118157"/>
                  </a:cubicBezTo>
                  <a:cubicBezTo>
                    <a:pt x="12098" y="112442"/>
                    <a:pt x="18670" y="108632"/>
                    <a:pt x="24004" y="102631"/>
                  </a:cubicBezTo>
                  <a:cubicBezTo>
                    <a:pt x="29757" y="97364"/>
                    <a:pt x="32539" y="89592"/>
                    <a:pt x="31434" y="81867"/>
                  </a:cubicBezTo>
                  <a:cubicBezTo>
                    <a:pt x="30005" y="76342"/>
                    <a:pt x="25623" y="70722"/>
                    <a:pt x="28005" y="65579"/>
                  </a:cubicBezTo>
                  <a:cubicBezTo>
                    <a:pt x="30386" y="60435"/>
                    <a:pt x="36006" y="60055"/>
                    <a:pt x="40959" y="60435"/>
                  </a:cubicBezTo>
                  <a:cubicBezTo>
                    <a:pt x="45855" y="61531"/>
                    <a:pt x="50969" y="60997"/>
                    <a:pt x="55532" y="58911"/>
                  </a:cubicBezTo>
                  <a:cubicBezTo>
                    <a:pt x="59818" y="56054"/>
                    <a:pt x="61247" y="50148"/>
                    <a:pt x="65533" y="47291"/>
                  </a:cubicBezTo>
                  <a:cubicBezTo>
                    <a:pt x="70543" y="45167"/>
                    <a:pt x="76153" y="44900"/>
                    <a:pt x="81345" y="46529"/>
                  </a:cubicBezTo>
                  <a:cubicBezTo>
                    <a:pt x="86774" y="47291"/>
                    <a:pt x="93537" y="46529"/>
                    <a:pt x="95442" y="41290"/>
                  </a:cubicBezTo>
                  <a:cubicBezTo>
                    <a:pt x="97347" y="36051"/>
                    <a:pt x="92774" y="30051"/>
                    <a:pt x="94680" y="24812"/>
                  </a:cubicBezTo>
                  <a:cubicBezTo>
                    <a:pt x="96585" y="19573"/>
                    <a:pt x="104205" y="18526"/>
                    <a:pt x="109634" y="17097"/>
                  </a:cubicBezTo>
                  <a:cubicBezTo>
                    <a:pt x="118568" y="14611"/>
                    <a:pt x="125998" y="8400"/>
                    <a:pt x="130018" y="47"/>
                  </a:cubicBezTo>
                  <a:lnTo>
                    <a:pt x="143924" y="29955"/>
                  </a:lnTo>
                  <a:lnTo>
                    <a:pt x="143924" y="29955"/>
                  </a:lnTo>
                  <a:lnTo>
                    <a:pt x="156307" y="56435"/>
                  </a:lnTo>
                  <a:cubicBezTo>
                    <a:pt x="165260" y="69580"/>
                    <a:pt x="162212" y="87677"/>
                    <a:pt x="157450" y="103869"/>
                  </a:cubicBezTo>
                  <a:close/>
                </a:path>
              </a:pathLst>
            </a:custGeom>
            <a:grpFill/>
            <a:ln w="7144" cap="rnd">
              <a:solidFill>
                <a:schemeClr val="bg1"/>
              </a:solidFill>
              <a:prstDash val="solid"/>
              <a:round/>
            </a:ln>
          </p:spPr>
          <p:txBody>
            <a:bodyPr rtlCol="0" anchor="ctr"/>
            <a:lstStyle/>
            <a:p>
              <a:endParaRPr lang="en-IN"/>
            </a:p>
          </p:txBody>
        </p:sp>
        <p:sp>
          <p:nvSpPr>
            <p:cNvPr id="3621" name="Freeform: Shape 3620"/>
            <p:cNvSpPr/>
            <p:nvPr/>
          </p:nvSpPr>
          <p:spPr>
            <a:xfrm>
              <a:off x="5194078" y="5503708"/>
              <a:ext cx="613489" cy="813290"/>
            </a:xfrm>
            <a:custGeom>
              <a:avLst/>
              <a:gdLst>
                <a:gd name="connsiteX0" fmla="*/ 572690 w 613489"/>
                <a:gd name="connsiteY0" fmla="*/ 171211 h 813290"/>
                <a:gd name="connsiteX1" fmla="*/ 556212 w 613489"/>
                <a:gd name="connsiteY1" fmla="*/ 196738 h 813290"/>
                <a:gd name="connsiteX2" fmla="*/ 525160 w 613489"/>
                <a:gd name="connsiteY2" fmla="*/ 210073 h 813290"/>
                <a:gd name="connsiteX3" fmla="*/ 496585 w 613489"/>
                <a:gd name="connsiteY3" fmla="*/ 227028 h 813290"/>
                <a:gd name="connsiteX4" fmla="*/ 501729 w 613489"/>
                <a:gd name="connsiteY4" fmla="*/ 256365 h 813290"/>
                <a:gd name="connsiteX5" fmla="*/ 520207 w 613489"/>
                <a:gd name="connsiteY5" fmla="*/ 260746 h 813290"/>
                <a:gd name="connsiteX6" fmla="*/ 529732 w 613489"/>
                <a:gd name="connsiteY6" fmla="*/ 287893 h 813290"/>
                <a:gd name="connsiteX7" fmla="*/ 548020 w 613489"/>
                <a:gd name="connsiteY7" fmla="*/ 353615 h 813290"/>
                <a:gd name="connsiteX8" fmla="*/ 532018 w 613489"/>
                <a:gd name="connsiteY8" fmla="*/ 364569 h 813290"/>
                <a:gd name="connsiteX9" fmla="*/ 516492 w 613489"/>
                <a:gd name="connsiteY9" fmla="*/ 375999 h 813290"/>
                <a:gd name="connsiteX10" fmla="*/ 517064 w 613489"/>
                <a:gd name="connsiteY10" fmla="*/ 393811 h 813290"/>
                <a:gd name="connsiteX11" fmla="*/ 542781 w 613489"/>
                <a:gd name="connsiteY11" fmla="*/ 419814 h 813290"/>
                <a:gd name="connsiteX12" fmla="*/ 547544 w 613489"/>
                <a:gd name="connsiteY12" fmla="*/ 469249 h 813290"/>
                <a:gd name="connsiteX13" fmla="*/ 543639 w 613489"/>
                <a:gd name="connsiteY13" fmla="*/ 484013 h 813290"/>
                <a:gd name="connsiteX14" fmla="*/ 531351 w 613489"/>
                <a:gd name="connsiteY14" fmla="*/ 491823 h 813290"/>
                <a:gd name="connsiteX15" fmla="*/ 508396 w 613489"/>
                <a:gd name="connsiteY15" fmla="*/ 474678 h 813290"/>
                <a:gd name="connsiteX16" fmla="*/ 484393 w 613489"/>
                <a:gd name="connsiteY16" fmla="*/ 482107 h 813290"/>
                <a:gd name="connsiteX17" fmla="*/ 449817 w 613489"/>
                <a:gd name="connsiteY17" fmla="*/ 507349 h 813290"/>
                <a:gd name="connsiteX18" fmla="*/ 441435 w 613489"/>
                <a:gd name="connsiteY18" fmla="*/ 520398 h 813290"/>
                <a:gd name="connsiteX19" fmla="*/ 446865 w 613489"/>
                <a:gd name="connsiteY19" fmla="*/ 529923 h 813290"/>
                <a:gd name="connsiteX20" fmla="*/ 437340 w 613489"/>
                <a:gd name="connsiteY20" fmla="*/ 557164 h 813290"/>
                <a:gd name="connsiteX21" fmla="*/ 405907 w 613489"/>
                <a:gd name="connsiteY21" fmla="*/ 606980 h 813290"/>
                <a:gd name="connsiteX22" fmla="*/ 407241 w 613489"/>
                <a:gd name="connsiteY22" fmla="*/ 632507 h 813290"/>
                <a:gd name="connsiteX23" fmla="*/ 418385 w 613489"/>
                <a:gd name="connsiteY23" fmla="*/ 642032 h 813290"/>
                <a:gd name="connsiteX24" fmla="*/ 410479 w 613489"/>
                <a:gd name="connsiteY24" fmla="*/ 648890 h 813290"/>
                <a:gd name="connsiteX25" fmla="*/ 277129 w 613489"/>
                <a:gd name="connsiteY25" fmla="*/ 690991 h 813290"/>
                <a:gd name="connsiteX26" fmla="*/ 270843 w 613489"/>
                <a:gd name="connsiteY26" fmla="*/ 702135 h 813290"/>
                <a:gd name="connsiteX27" fmla="*/ 270843 w 613489"/>
                <a:gd name="connsiteY27" fmla="*/ 782240 h 813290"/>
                <a:gd name="connsiteX28" fmla="*/ 213216 w 613489"/>
                <a:gd name="connsiteY28" fmla="*/ 798909 h 813290"/>
                <a:gd name="connsiteX29" fmla="*/ 194166 w 613489"/>
                <a:gd name="connsiteY29" fmla="*/ 812911 h 813290"/>
                <a:gd name="connsiteX30" fmla="*/ 167877 w 613489"/>
                <a:gd name="connsiteY30" fmla="*/ 807291 h 813290"/>
                <a:gd name="connsiteX31" fmla="*/ 139302 w 613489"/>
                <a:gd name="connsiteY31" fmla="*/ 790622 h 813290"/>
                <a:gd name="connsiteX32" fmla="*/ 144922 w 613489"/>
                <a:gd name="connsiteY32" fmla="*/ 755189 h 813290"/>
                <a:gd name="connsiteX33" fmla="*/ 139207 w 613489"/>
                <a:gd name="connsiteY33" fmla="*/ 734139 h 813290"/>
                <a:gd name="connsiteX34" fmla="*/ 152066 w 613489"/>
                <a:gd name="connsiteY34" fmla="*/ 717851 h 813290"/>
                <a:gd name="connsiteX35" fmla="*/ 139683 w 613489"/>
                <a:gd name="connsiteY35" fmla="*/ 694420 h 813290"/>
                <a:gd name="connsiteX36" fmla="*/ 151875 w 613489"/>
                <a:gd name="connsiteY36" fmla="*/ 650033 h 813290"/>
                <a:gd name="connsiteX37" fmla="*/ 170925 w 613489"/>
                <a:gd name="connsiteY37" fmla="*/ 606694 h 813290"/>
                <a:gd name="connsiteX38" fmla="*/ 146827 w 613489"/>
                <a:gd name="connsiteY38" fmla="*/ 571357 h 813290"/>
                <a:gd name="connsiteX39" fmla="*/ 152066 w 613489"/>
                <a:gd name="connsiteY39" fmla="*/ 523160 h 813290"/>
                <a:gd name="connsiteX40" fmla="*/ 140541 w 613489"/>
                <a:gd name="connsiteY40" fmla="*/ 479345 h 813290"/>
                <a:gd name="connsiteX41" fmla="*/ 96440 w 613489"/>
                <a:gd name="connsiteY41" fmla="*/ 472201 h 813290"/>
                <a:gd name="connsiteX42" fmla="*/ 94821 w 613489"/>
                <a:gd name="connsiteY42" fmla="*/ 409908 h 813290"/>
                <a:gd name="connsiteX43" fmla="*/ 80914 w 613489"/>
                <a:gd name="connsiteY43" fmla="*/ 397144 h 813290"/>
                <a:gd name="connsiteX44" fmla="*/ 71961 w 613489"/>
                <a:gd name="connsiteY44" fmla="*/ 381333 h 813290"/>
                <a:gd name="connsiteX45" fmla="*/ 85581 w 613489"/>
                <a:gd name="connsiteY45" fmla="*/ 375523 h 813290"/>
                <a:gd name="connsiteX46" fmla="*/ 69798 w 613489"/>
                <a:gd name="connsiteY46" fmla="*/ 341118 h 813290"/>
                <a:gd name="connsiteX47" fmla="*/ 54244 w 613489"/>
                <a:gd name="connsiteY47" fmla="*/ 340185 h 813290"/>
                <a:gd name="connsiteX48" fmla="*/ 47196 w 613489"/>
                <a:gd name="connsiteY48" fmla="*/ 342852 h 813290"/>
                <a:gd name="connsiteX49" fmla="*/ 29679 w 613489"/>
                <a:gd name="connsiteY49" fmla="*/ 313458 h 813290"/>
                <a:gd name="connsiteX50" fmla="*/ 10810 w 613489"/>
                <a:gd name="connsiteY50" fmla="*/ 316468 h 813290"/>
                <a:gd name="connsiteX51" fmla="*/ 2238 w 613489"/>
                <a:gd name="connsiteY51" fmla="*/ 284940 h 813290"/>
                <a:gd name="connsiteX52" fmla="*/ 33099 w 613489"/>
                <a:gd name="connsiteY52" fmla="*/ 278177 h 813290"/>
                <a:gd name="connsiteX53" fmla="*/ 41290 w 613489"/>
                <a:gd name="connsiteY53" fmla="*/ 271986 h 813290"/>
                <a:gd name="connsiteX54" fmla="*/ 103679 w 613489"/>
                <a:gd name="connsiteY54" fmla="*/ 258460 h 813290"/>
                <a:gd name="connsiteX55" fmla="*/ 115871 w 613489"/>
                <a:gd name="connsiteY55" fmla="*/ 246268 h 813290"/>
                <a:gd name="connsiteX56" fmla="*/ 148161 w 613489"/>
                <a:gd name="connsiteY56" fmla="*/ 251507 h 813290"/>
                <a:gd name="connsiteX57" fmla="*/ 225123 w 613489"/>
                <a:gd name="connsiteY57" fmla="*/ 237220 h 813290"/>
                <a:gd name="connsiteX58" fmla="*/ 237981 w 613489"/>
                <a:gd name="connsiteY58" fmla="*/ 215979 h 813290"/>
                <a:gd name="connsiteX59" fmla="*/ 228456 w 613489"/>
                <a:gd name="connsiteY59" fmla="*/ 194167 h 813290"/>
                <a:gd name="connsiteX60" fmla="*/ 211026 w 613489"/>
                <a:gd name="connsiteY60" fmla="*/ 191214 h 813290"/>
                <a:gd name="connsiteX61" fmla="*/ 197595 w 613489"/>
                <a:gd name="connsiteY61" fmla="*/ 181689 h 813290"/>
                <a:gd name="connsiteX62" fmla="*/ 213026 w 613489"/>
                <a:gd name="connsiteY62" fmla="*/ 153685 h 813290"/>
                <a:gd name="connsiteX63" fmla="*/ 204930 w 613489"/>
                <a:gd name="connsiteY63" fmla="*/ 131397 h 813290"/>
                <a:gd name="connsiteX64" fmla="*/ 223122 w 613489"/>
                <a:gd name="connsiteY64" fmla="*/ 128349 h 813290"/>
                <a:gd name="connsiteX65" fmla="*/ 231123 w 613489"/>
                <a:gd name="connsiteY65" fmla="*/ 112251 h 813290"/>
                <a:gd name="connsiteX66" fmla="*/ 270938 w 613489"/>
                <a:gd name="connsiteY66" fmla="*/ 97012 h 813290"/>
                <a:gd name="connsiteX67" fmla="*/ 299513 w 613489"/>
                <a:gd name="connsiteY67" fmla="*/ 112442 h 813290"/>
                <a:gd name="connsiteX68" fmla="*/ 311610 w 613489"/>
                <a:gd name="connsiteY68" fmla="*/ 120443 h 813290"/>
                <a:gd name="connsiteX69" fmla="*/ 335327 w 613489"/>
                <a:gd name="connsiteY69" fmla="*/ 123777 h 813290"/>
                <a:gd name="connsiteX70" fmla="*/ 344852 w 613489"/>
                <a:gd name="connsiteY70" fmla="*/ 98250 h 813290"/>
                <a:gd name="connsiteX71" fmla="*/ 346471 w 613489"/>
                <a:gd name="connsiteY71" fmla="*/ 93964 h 813290"/>
                <a:gd name="connsiteX72" fmla="*/ 384095 w 613489"/>
                <a:gd name="connsiteY72" fmla="*/ 69484 h 813290"/>
                <a:gd name="connsiteX73" fmla="*/ 412670 w 613489"/>
                <a:gd name="connsiteY73" fmla="*/ 67960 h 813290"/>
                <a:gd name="connsiteX74" fmla="*/ 412670 w 613489"/>
                <a:gd name="connsiteY74" fmla="*/ 67960 h 813290"/>
                <a:gd name="connsiteX75" fmla="*/ 435530 w 613489"/>
                <a:gd name="connsiteY75" fmla="*/ 66913 h 813290"/>
                <a:gd name="connsiteX76" fmla="*/ 476106 w 613489"/>
                <a:gd name="connsiteY76" fmla="*/ 43005 h 813290"/>
                <a:gd name="connsiteX77" fmla="*/ 476106 w 613489"/>
                <a:gd name="connsiteY77" fmla="*/ 43005 h 813290"/>
                <a:gd name="connsiteX78" fmla="*/ 477059 w 613489"/>
                <a:gd name="connsiteY78" fmla="*/ 41100 h 813290"/>
                <a:gd name="connsiteX79" fmla="*/ 482583 w 613489"/>
                <a:gd name="connsiteY79" fmla="*/ 29289 h 813290"/>
                <a:gd name="connsiteX80" fmla="*/ 511158 w 613489"/>
                <a:gd name="connsiteY80" fmla="*/ 29289 h 813290"/>
                <a:gd name="connsiteX81" fmla="*/ 511158 w 613489"/>
                <a:gd name="connsiteY81" fmla="*/ 29289 h 813290"/>
                <a:gd name="connsiteX82" fmla="*/ 518493 w 613489"/>
                <a:gd name="connsiteY82" fmla="*/ 30908 h 813290"/>
                <a:gd name="connsiteX83" fmla="*/ 564308 w 613489"/>
                <a:gd name="connsiteY83" fmla="*/ 11858 h 813290"/>
                <a:gd name="connsiteX84" fmla="*/ 584882 w 613489"/>
                <a:gd name="connsiteY84" fmla="*/ 47 h 813290"/>
                <a:gd name="connsiteX85" fmla="*/ 585549 w 613489"/>
                <a:gd name="connsiteY85" fmla="*/ 5476 h 813290"/>
                <a:gd name="connsiteX86" fmla="*/ 612600 w 613489"/>
                <a:gd name="connsiteY86" fmla="*/ 28146 h 813290"/>
                <a:gd name="connsiteX87" fmla="*/ 572690 w 613489"/>
                <a:gd name="connsiteY87" fmla="*/ 171211 h 813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613489" h="813290">
                  <a:moveTo>
                    <a:pt x="572690" y="171211"/>
                  </a:moveTo>
                  <a:cubicBezTo>
                    <a:pt x="569051" y="180784"/>
                    <a:pt x="563441" y="189480"/>
                    <a:pt x="556212" y="196738"/>
                  </a:cubicBezTo>
                  <a:cubicBezTo>
                    <a:pt x="546887" y="203263"/>
                    <a:pt x="536314" y="207797"/>
                    <a:pt x="525160" y="210073"/>
                  </a:cubicBezTo>
                  <a:cubicBezTo>
                    <a:pt x="514016" y="212397"/>
                    <a:pt x="503967" y="218370"/>
                    <a:pt x="496585" y="227028"/>
                  </a:cubicBezTo>
                  <a:cubicBezTo>
                    <a:pt x="490108" y="236553"/>
                    <a:pt x="491346" y="251698"/>
                    <a:pt x="501729" y="256365"/>
                  </a:cubicBezTo>
                  <a:cubicBezTo>
                    <a:pt x="507539" y="259032"/>
                    <a:pt x="514587" y="257698"/>
                    <a:pt x="520207" y="260746"/>
                  </a:cubicBezTo>
                  <a:cubicBezTo>
                    <a:pt x="529065" y="265604"/>
                    <a:pt x="529732" y="277796"/>
                    <a:pt x="529732" y="287893"/>
                  </a:cubicBezTo>
                  <a:cubicBezTo>
                    <a:pt x="530599" y="310934"/>
                    <a:pt x="536866" y="333441"/>
                    <a:pt x="548020" y="353615"/>
                  </a:cubicBezTo>
                  <a:cubicBezTo>
                    <a:pt x="543553" y="358397"/>
                    <a:pt x="538095" y="362140"/>
                    <a:pt x="532018" y="364569"/>
                  </a:cubicBezTo>
                  <a:cubicBezTo>
                    <a:pt x="525970" y="367017"/>
                    <a:pt x="520626" y="370941"/>
                    <a:pt x="516492" y="375999"/>
                  </a:cubicBezTo>
                  <a:cubicBezTo>
                    <a:pt x="512397" y="381304"/>
                    <a:pt x="512635" y="388772"/>
                    <a:pt x="517064" y="393811"/>
                  </a:cubicBezTo>
                  <a:cubicBezTo>
                    <a:pt x="526751" y="401297"/>
                    <a:pt x="535400" y="410041"/>
                    <a:pt x="542781" y="419814"/>
                  </a:cubicBezTo>
                  <a:cubicBezTo>
                    <a:pt x="551735" y="434101"/>
                    <a:pt x="549830" y="452484"/>
                    <a:pt x="547544" y="469249"/>
                  </a:cubicBezTo>
                  <a:cubicBezTo>
                    <a:pt x="547220" y="474373"/>
                    <a:pt x="545886" y="479393"/>
                    <a:pt x="543639" y="484013"/>
                  </a:cubicBezTo>
                  <a:cubicBezTo>
                    <a:pt x="541324" y="488708"/>
                    <a:pt x="536581" y="491718"/>
                    <a:pt x="531351" y="491823"/>
                  </a:cubicBezTo>
                  <a:cubicBezTo>
                    <a:pt x="521826" y="491251"/>
                    <a:pt x="517445" y="478202"/>
                    <a:pt x="508396" y="474678"/>
                  </a:cubicBezTo>
                  <a:cubicBezTo>
                    <a:pt x="499662" y="473059"/>
                    <a:pt x="490689" y="475840"/>
                    <a:pt x="484393" y="482107"/>
                  </a:cubicBezTo>
                  <a:lnTo>
                    <a:pt x="449817" y="507349"/>
                  </a:lnTo>
                  <a:cubicBezTo>
                    <a:pt x="445436" y="510587"/>
                    <a:pt x="440292" y="514969"/>
                    <a:pt x="441435" y="520398"/>
                  </a:cubicBezTo>
                  <a:cubicBezTo>
                    <a:pt x="442007" y="524017"/>
                    <a:pt x="445150" y="526589"/>
                    <a:pt x="446865" y="529923"/>
                  </a:cubicBezTo>
                  <a:cubicBezTo>
                    <a:pt x="451532" y="538972"/>
                    <a:pt x="443816" y="548973"/>
                    <a:pt x="437340" y="557164"/>
                  </a:cubicBezTo>
                  <a:cubicBezTo>
                    <a:pt x="424576" y="572214"/>
                    <a:pt x="413994" y="588988"/>
                    <a:pt x="405907" y="606980"/>
                  </a:cubicBezTo>
                  <a:cubicBezTo>
                    <a:pt x="402097" y="615457"/>
                    <a:pt x="399716" y="627173"/>
                    <a:pt x="407241" y="632507"/>
                  </a:cubicBezTo>
                  <a:cubicBezTo>
                    <a:pt x="411432" y="635460"/>
                    <a:pt x="418480" y="636698"/>
                    <a:pt x="418385" y="642032"/>
                  </a:cubicBezTo>
                  <a:cubicBezTo>
                    <a:pt x="418290" y="647366"/>
                    <a:pt x="414099" y="647747"/>
                    <a:pt x="410479" y="648890"/>
                  </a:cubicBezTo>
                  <a:lnTo>
                    <a:pt x="277129" y="690991"/>
                  </a:lnTo>
                  <a:cubicBezTo>
                    <a:pt x="272653" y="692419"/>
                    <a:pt x="271224" y="697468"/>
                    <a:pt x="270843" y="702135"/>
                  </a:cubicBezTo>
                  <a:lnTo>
                    <a:pt x="270843" y="782240"/>
                  </a:lnTo>
                  <a:cubicBezTo>
                    <a:pt x="250164" y="779754"/>
                    <a:pt x="229371" y="785764"/>
                    <a:pt x="213216" y="798909"/>
                  </a:cubicBezTo>
                  <a:cubicBezTo>
                    <a:pt x="207987" y="804929"/>
                    <a:pt x="201472" y="809710"/>
                    <a:pt x="194166" y="812911"/>
                  </a:cubicBezTo>
                  <a:cubicBezTo>
                    <a:pt x="185013" y="814292"/>
                    <a:pt x="175669" y="812292"/>
                    <a:pt x="167877" y="807291"/>
                  </a:cubicBezTo>
                  <a:cubicBezTo>
                    <a:pt x="158076" y="802224"/>
                    <a:pt x="148541" y="796661"/>
                    <a:pt x="139302" y="790622"/>
                  </a:cubicBezTo>
                  <a:cubicBezTo>
                    <a:pt x="147342" y="780649"/>
                    <a:pt x="149485" y="767162"/>
                    <a:pt x="144922" y="755189"/>
                  </a:cubicBezTo>
                  <a:cubicBezTo>
                    <a:pt x="141874" y="748331"/>
                    <a:pt x="136540" y="741188"/>
                    <a:pt x="139207" y="734139"/>
                  </a:cubicBezTo>
                  <a:cubicBezTo>
                    <a:pt x="141874" y="727090"/>
                    <a:pt x="150161" y="724614"/>
                    <a:pt x="152066" y="717851"/>
                  </a:cubicBezTo>
                  <a:cubicBezTo>
                    <a:pt x="154447" y="708993"/>
                    <a:pt x="144351" y="702325"/>
                    <a:pt x="139683" y="694420"/>
                  </a:cubicBezTo>
                  <a:cubicBezTo>
                    <a:pt x="131397" y="680323"/>
                    <a:pt x="141398" y="662606"/>
                    <a:pt x="151875" y="650033"/>
                  </a:cubicBezTo>
                  <a:cubicBezTo>
                    <a:pt x="162353" y="637460"/>
                    <a:pt x="174640" y="622601"/>
                    <a:pt x="170925" y="606694"/>
                  </a:cubicBezTo>
                  <a:cubicBezTo>
                    <a:pt x="167401" y="592788"/>
                    <a:pt x="152447" y="584597"/>
                    <a:pt x="146827" y="571357"/>
                  </a:cubicBezTo>
                  <a:cubicBezTo>
                    <a:pt x="140350" y="556117"/>
                    <a:pt x="147684" y="539067"/>
                    <a:pt x="152066" y="523160"/>
                  </a:cubicBezTo>
                  <a:cubicBezTo>
                    <a:pt x="156447" y="507253"/>
                    <a:pt x="155495" y="486203"/>
                    <a:pt x="140541" y="479345"/>
                  </a:cubicBezTo>
                  <a:cubicBezTo>
                    <a:pt x="125586" y="472487"/>
                    <a:pt x="107584" y="482679"/>
                    <a:pt x="96440" y="472201"/>
                  </a:cubicBezTo>
                  <a:cubicBezTo>
                    <a:pt x="80628" y="457342"/>
                    <a:pt x="105965" y="428577"/>
                    <a:pt x="94821" y="409908"/>
                  </a:cubicBezTo>
                  <a:cubicBezTo>
                    <a:pt x="90973" y="404869"/>
                    <a:pt x="86258" y="400554"/>
                    <a:pt x="80914" y="397144"/>
                  </a:cubicBezTo>
                  <a:cubicBezTo>
                    <a:pt x="75447" y="393725"/>
                    <a:pt x="72075" y="387781"/>
                    <a:pt x="71961" y="381333"/>
                  </a:cubicBezTo>
                  <a:cubicBezTo>
                    <a:pt x="72723" y="375046"/>
                    <a:pt x="81486" y="370474"/>
                    <a:pt x="85581" y="375523"/>
                  </a:cubicBezTo>
                  <a:cubicBezTo>
                    <a:pt x="90725" y="361664"/>
                    <a:pt x="83657" y="346262"/>
                    <a:pt x="69798" y="341118"/>
                  </a:cubicBezTo>
                  <a:cubicBezTo>
                    <a:pt x="64817" y="339270"/>
                    <a:pt x="59407" y="338947"/>
                    <a:pt x="54244" y="340185"/>
                  </a:cubicBezTo>
                  <a:cubicBezTo>
                    <a:pt x="51777" y="340728"/>
                    <a:pt x="49405" y="341633"/>
                    <a:pt x="47196" y="342852"/>
                  </a:cubicBezTo>
                  <a:cubicBezTo>
                    <a:pt x="50472" y="329898"/>
                    <a:pt x="42633" y="316744"/>
                    <a:pt x="29679" y="313458"/>
                  </a:cubicBezTo>
                  <a:cubicBezTo>
                    <a:pt x="23240" y="311829"/>
                    <a:pt x="16420" y="312915"/>
                    <a:pt x="10810" y="316468"/>
                  </a:cubicBezTo>
                  <a:cubicBezTo>
                    <a:pt x="7286" y="306943"/>
                    <a:pt x="-5573" y="291703"/>
                    <a:pt x="2238" y="284940"/>
                  </a:cubicBezTo>
                  <a:cubicBezTo>
                    <a:pt x="7381" y="280558"/>
                    <a:pt x="21288" y="279320"/>
                    <a:pt x="33099" y="278177"/>
                  </a:cubicBezTo>
                  <a:cubicBezTo>
                    <a:pt x="36804" y="277891"/>
                    <a:pt x="40004" y="275472"/>
                    <a:pt x="41290" y="271986"/>
                  </a:cubicBezTo>
                  <a:cubicBezTo>
                    <a:pt x="62874" y="280901"/>
                    <a:pt x="87725" y="275510"/>
                    <a:pt x="103679" y="258460"/>
                  </a:cubicBezTo>
                  <a:cubicBezTo>
                    <a:pt x="106946" y="253669"/>
                    <a:pt x="111080" y="249536"/>
                    <a:pt x="115871" y="246268"/>
                  </a:cubicBezTo>
                  <a:cubicBezTo>
                    <a:pt x="125967" y="241125"/>
                    <a:pt x="137588" y="247507"/>
                    <a:pt x="148161" y="251507"/>
                  </a:cubicBezTo>
                  <a:cubicBezTo>
                    <a:pt x="174507" y="261099"/>
                    <a:pt x="203977" y="255631"/>
                    <a:pt x="225123" y="237220"/>
                  </a:cubicBezTo>
                  <a:cubicBezTo>
                    <a:pt x="231609" y="231724"/>
                    <a:pt x="236124" y="224266"/>
                    <a:pt x="237981" y="215979"/>
                  </a:cubicBezTo>
                  <a:cubicBezTo>
                    <a:pt x="239820" y="207416"/>
                    <a:pt x="235990" y="198634"/>
                    <a:pt x="228456" y="194167"/>
                  </a:cubicBezTo>
                  <a:cubicBezTo>
                    <a:pt x="222856" y="192204"/>
                    <a:pt x="216960" y="191214"/>
                    <a:pt x="211026" y="191214"/>
                  </a:cubicBezTo>
                  <a:cubicBezTo>
                    <a:pt x="205120" y="190357"/>
                    <a:pt x="198548" y="187118"/>
                    <a:pt x="197595" y="181689"/>
                  </a:cubicBezTo>
                  <a:cubicBezTo>
                    <a:pt x="195881" y="170735"/>
                    <a:pt x="214359" y="164734"/>
                    <a:pt x="213026" y="153685"/>
                  </a:cubicBezTo>
                  <a:cubicBezTo>
                    <a:pt x="211978" y="145303"/>
                    <a:pt x="199596" y="137874"/>
                    <a:pt x="204930" y="131397"/>
                  </a:cubicBezTo>
                  <a:cubicBezTo>
                    <a:pt x="209025" y="126444"/>
                    <a:pt x="217312" y="131397"/>
                    <a:pt x="223122" y="128349"/>
                  </a:cubicBezTo>
                  <a:cubicBezTo>
                    <a:pt x="228932" y="125301"/>
                    <a:pt x="229028" y="118062"/>
                    <a:pt x="231123" y="112251"/>
                  </a:cubicBezTo>
                  <a:cubicBezTo>
                    <a:pt x="236362" y="97392"/>
                    <a:pt x="255888" y="92630"/>
                    <a:pt x="270938" y="97012"/>
                  </a:cubicBezTo>
                  <a:cubicBezTo>
                    <a:pt x="281206" y="100641"/>
                    <a:pt x="290845" y="105841"/>
                    <a:pt x="299513" y="112442"/>
                  </a:cubicBezTo>
                  <a:cubicBezTo>
                    <a:pt x="303513" y="115204"/>
                    <a:pt x="307514" y="117967"/>
                    <a:pt x="311610" y="120443"/>
                  </a:cubicBezTo>
                  <a:cubicBezTo>
                    <a:pt x="318258" y="125939"/>
                    <a:pt x="327421" y="127225"/>
                    <a:pt x="335327" y="123777"/>
                  </a:cubicBezTo>
                  <a:cubicBezTo>
                    <a:pt x="343042" y="118538"/>
                    <a:pt x="342280" y="107203"/>
                    <a:pt x="344852" y="98250"/>
                  </a:cubicBezTo>
                  <a:cubicBezTo>
                    <a:pt x="345233" y="96764"/>
                    <a:pt x="345776" y="95326"/>
                    <a:pt x="346471" y="93964"/>
                  </a:cubicBezTo>
                  <a:cubicBezTo>
                    <a:pt x="354243" y="80133"/>
                    <a:pt x="368302" y="70980"/>
                    <a:pt x="384095" y="69484"/>
                  </a:cubicBezTo>
                  <a:cubicBezTo>
                    <a:pt x="393563" y="68198"/>
                    <a:pt x="403116" y="67694"/>
                    <a:pt x="412670" y="67960"/>
                  </a:cubicBezTo>
                  <a:lnTo>
                    <a:pt x="412670" y="67960"/>
                  </a:lnTo>
                  <a:cubicBezTo>
                    <a:pt x="420299" y="68036"/>
                    <a:pt x="427938" y="67694"/>
                    <a:pt x="435530" y="66913"/>
                  </a:cubicBezTo>
                  <a:cubicBezTo>
                    <a:pt x="452160" y="66094"/>
                    <a:pt x="467334" y="57159"/>
                    <a:pt x="476106" y="43005"/>
                  </a:cubicBezTo>
                  <a:lnTo>
                    <a:pt x="476106" y="43005"/>
                  </a:lnTo>
                  <a:cubicBezTo>
                    <a:pt x="476478" y="42395"/>
                    <a:pt x="476802" y="41767"/>
                    <a:pt x="477059" y="41100"/>
                  </a:cubicBezTo>
                  <a:cubicBezTo>
                    <a:pt x="478211" y="36871"/>
                    <a:pt x="480078" y="32880"/>
                    <a:pt x="482583" y="29289"/>
                  </a:cubicBezTo>
                  <a:cubicBezTo>
                    <a:pt x="489537" y="21669"/>
                    <a:pt x="500681" y="26050"/>
                    <a:pt x="511158" y="29289"/>
                  </a:cubicBezTo>
                  <a:lnTo>
                    <a:pt x="511158" y="29289"/>
                  </a:lnTo>
                  <a:cubicBezTo>
                    <a:pt x="513635" y="29860"/>
                    <a:pt x="516111" y="30527"/>
                    <a:pt x="518493" y="30908"/>
                  </a:cubicBezTo>
                  <a:cubicBezTo>
                    <a:pt x="535257" y="33480"/>
                    <a:pt x="550592" y="22050"/>
                    <a:pt x="564308" y="11858"/>
                  </a:cubicBezTo>
                  <a:cubicBezTo>
                    <a:pt x="570699" y="7153"/>
                    <a:pt x="577595" y="3190"/>
                    <a:pt x="584882" y="47"/>
                  </a:cubicBezTo>
                  <a:cubicBezTo>
                    <a:pt x="584967" y="1876"/>
                    <a:pt x="585187" y="3686"/>
                    <a:pt x="585549" y="5476"/>
                  </a:cubicBezTo>
                  <a:cubicBezTo>
                    <a:pt x="588263" y="18364"/>
                    <a:pt x="599436" y="27727"/>
                    <a:pt x="612600" y="28146"/>
                  </a:cubicBezTo>
                  <a:cubicBezTo>
                    <a:pt x="617553" y="77200"/>
                    <a:pt x="593359" y="125967"/>
                    <a:pt x="572690" y="171211"/>
                  </a:cubicBezTo>
                  <a:close/>
                </a:path>
              </a:pathLst>
            </a:custGeom>
            <a:solidFill>
              <a:schemeClr val="bg2"/>
            </a:solidFill>
            <a:ln w="7144" cap="rnd">
              <a:solidFill>
                <a:schemeClr val="bg1"/>
              </a:solidFill>
              <a:prstDash val="solid"/>
              <a:round/>
            </a:ln>
          </p:spPr>
          <p:txBody>
            <a:bodyPr rtlCol="0" anchor="ctr"/>
            <a:lstStyle/>
            <a:p>
              <a:endParaRPr lang="en-IN"/>
            </a:p>
          </p:txBody>
        </p:sp>
        <p:sp>
          <p:nvSpPr>
            <p:cNvPr id="3622" name="Freeform: Shape 3621"/>
            <p:cNvSpPr/>
            <p:nvPr/>
          </p:nvSpPr>
          <p:spPr>
            <a:xfrm>
              <a:off x="5284660" y="4660162"/>
              <a:ext cx="1145857" cy="968518"/>
            </a:xfrm>
            <a:custGeom>
              <a:avLst/>
              <a:gdLst>
                <a:gd name="connsiteX0" fmla="*/ 1145620 w 1145857"/>
                <a:gd name="connsiteY0" fmla="*/ 5964 h 968518"/>
                <a:gd name="connsiteX1" fmla="*/ 1038845 w 1145857"/>
                <a:gd name="connsiteY1" fmla="*/ 121503 h 968518"/>
                <a:gd name="connsiteX2" fmla="*/ 974170 w 1145857"/>
                <a:gd name="connsiteY2" fmla="*/ 165603 h 968518"/>
                <a:gd name="connsiteX3" fmla="*/ 940071 w 1145857"/>
                <a:gd name="connsiteY3" fmla="*/ 207323 h 968518"/>
                <a:gd name="connsiteX4" fmla="*/ 806721 w 1145857"/>
                <a:gd name="connsiteY4" fmla="*/ 313050 h 968518"/>
                <a:gd name="connsiteX5" fmla="*/ 799005 w 1145857"/>
                <a:gd name="connsiteY5" fmla="*/ 373344 h 968518"/>
                <a:gd name="connsiteX6" fmla="*/ 777384 w 1145857"/>
                <a:gd name="connsiteY6" fmla="*/ 401919 h 968518"/>
                <a:gd name="connsiteX7" fmla="*/ 685658 w 1145857"/>
                <a:gd name="connsiteY7" fmla="*/ 421635 h 968518"/>
                <a:gd name="connsiteX8" fmla="*/ 661274 w 1145857"/>
                <a:gd name="connsiteY8" fmla="*/ 419445 h 968518"/>
                <a:gd name="connsiteX9" fmla="*/ 637938 w 1145857"/>
                <a:gd name="connsiteY9" fmla="*/ 455068 h 968518"/>
                <a:gd name="connsiteX10" fmla="*/ 614887 w 1145857"/>
                <a:gd name="connsiteY10" fmla="*/ 510408 h 968518"/>
                <a:gd name="connsiteX11" fmla="*/ 606124 w 1145857"/>
                <a:gd name="connsiteY11" fmla="*/ 520981 h 968518"/>
                <a:gd name="connsiteX12" fmla="*/ 593361 w 1145857"/>
                <a:gd name="connsiteY12" fmla="*/ 520028 h 968518"/>
                <a:gd name="connsiteX13" fmla="*/ 590884 w 1145857"/>
                <a:gd name="connsiteY13" fmla="*/ 500978 h 968518"/>
                <a:gd name="connsiteX14" fmla="*/ 577549 w 1145857"/>
                <a:gd name="connsiteY14" fmla="*/ 490025 h 968518"/>
                <a:gd name="connsiteX15" fmla="*/ 559642 w 1145857"/>
                <a:gd name="connsiteY15" fmla="*/ 492787 h 968518"/>
                <a:gd name="connsiteX16" fmla="*/ 481918 w 1145857"/>
                <a:gd name="connsiteY16" fmla="*/ 596895 h 968518"/>
                <a:gd name="connsiteX17" fmla="*/ 495444 w 1145857"/>
                <a:gd name="connsiteY17" fmla="*/ 693098 h 968518"/>
                <a:gd name="connsiteX18" fmla="*/ 494301 w 1145857"/>
                <a:gd name="connsiteY18" fmla="*/ 728531 h 968518"/>
                <a:gd name="connsiteX19" fmla="*/ 488300 w 1145857"/>
                <a:gd name="connsiteY19" fmla="*/ 744152 h 968518"/>
                <a:gd name="connsiteX20" fmla="*/ 492491 w 1145857"/>
                <a:gd name="connsiteY20" fmla="*/ 759487 h 968518"/>
                <a:gd name="connsiteX21" fmla="*/ 492491 w 1145857"/>
                <a:gd name="connsiteY21" fmla="*/ 775203 h 968518"/>
                <a:gd name="connsiteX22" fmla="*/ 497158 w 1145857"/>
                <a:gd name="connsiteY22" fmla="*/ 789777 h 968518"/>
                <a:gd name="connsiteX23" fmla="*/ 510207 w 1145857"/>
                <a:gd name="connsiteY23" fmla="*/ 799302 h 968518"/>
                <a:gd name="connsiteX24" fmla="*/ 505349 w 1145857"/>
                <a:gd name="connsiteY24" fmla="*/ 812446 h 968518"/>
                <a:gd name="connsiteX25" fmla="*/ 495063 w 1145857"/>
                <a:gd name="connsiteY25" fmla="*/ 842926 h 968518"/>
                <a:gd name="connsiteX26" fmla="*/ 474489 w 1145857"/>
                <a:gd name="connsiteY26" fmla="*/ 854737 h 968518"/>
                <a:gd name="connsiteX27" fmla="*/ 428673 w 1145857"/>
                <a:gd name="connsiteY27" fmla="*/ 873787 h 968518"/>
                <a:gd name="connsiteX28" fmla="*/ 421339 w 1145857"/>
                <a:gd name="connsiteY28" fmla="*/ 872168 h 968518"/>
                <a:gd name="connsiteX29" fmla="*/ 421339 w 1145857"/>
                <a:gd name="connsiteY29" fmla="*/ 872168 h 968518"/>
                <a:gd name="connsiteX30" fmla="*/ 392764 w 1145857"/>
                <a:gd name="connsiteY30" fmla="*/ 872168 h 968518"/>
                <a:gd name="connsiteX31" fmla="*/ 387240 w 1145857"/>
                <a:gd name="connsiteY31" fmla="*/ 883979 h 968518"/>
                <a:gd name="connsiteX32" fmla="*/ 386287 w 1145857"/>
                <a:gd name="connsiteY32" fmla="*/ 885884 h 968518"/>
                <a:gd name="connsiteX33" fmla="*/ 386287 w 1145857"/>
                <a:gd name="connsiteY33" fmla="*/ 885884 h 968518"/>
                <a:gd name="connsiteX34" fmla="*/ 345711 w 1145857"/>
                <a:gd name="connsiteY34" fmla="*/ 909792 h 968518"/>
                <a:gd name="connsiteX35" fmla="*/ 322851 w 1145857"/>
                <a:gd name="connsiteY35" fmla="*/ 910840 h 968518"/>
                <a:gd name="connsiteX36" fmla="*/ 322851 w 1145857"/>
                <a:gd name="connsiteY36" fmla="*/ 910840 h 968518"/>
                <a:gd name="connsiteX37" fmla="*/ 294276 w 1145857"/>
                <a:gd name="connsiteY37" fmla="*/ 912363 h 968518"/>
                <a:gd name="connsiteX38" fmla="*/ 256652 w 1145857"/>
                <a:gd name="connsiteY38" fmla="*/ 936843 h 968518"/>
                <a:gd name="connsiteX39" fmla="*/ 255032 w 1145857"/>
                <a:gd name="connsiteY39" fmla="*/ 941129 h 968518"/>
                <a:gd name="connsiteX40" fmla="*/ 245507 w 1145857"/>
                <a:gd name="connsiteY40" fmla="*/ 966656 h 968518"/>
                <a:gd name="connsiteX41" fmla="*/ 221790 w 1145857"/>
                <a:gd name="connsiteY41" fmla="*/ 963322 h 968518"/>
                <a:gd name="connsiteX42" fmla="*/ 209694 w 1145857"/>
                <a:gd name="connsiteY42" fmla="*/ 955321 h 968518"/>
                <a:gd name="connsiteX43" fmla="*/ 226648 w 1145857"/>
                <a:gd name="connsiteY43" fmla="*/ 935128 h 968518"/>
                <a:gd name="connsiteX44" fmla="*/ 254271 w 1145857"/>
                <a:gd name="connsiteY44" fmla="*/ 908649 h 968518"/>
                <a:gd name="connsiteX45" fmla="*/ 240936 w 1145857"/>
                <a:gd name="connsiteY45" fmla="*/ 851022 h 968518"/>
                <a:gd name="connsiteX46" fmla="*/ 211884 w 1145857"/>
                <a:gd name="connsiteY46" fmla="*/ 824924 h 968518"/>
                <a:gd name="connsiteX47" fmla="*/ 189405 w 1145857"/>
                <a:gd name="connsiteY47" fmla="*/ 825876 h 968518"/>
                <a:gd name="connsiteX48" fmla="*/ 173880 w 1145857"/>
                <a:gd name="connsiteY48" fmla="*/ 813018 h 968518"/>
                <a:gd name="connsiteX49" fmla="*/ 182262 w 1145857"/>
                <a:gd name="connsiteY49" fmla="*/ 799587 h 968518"/>
                <a:gd name="connsiteX50" fmla="*/ 182738 w 1145857"/>
                <a:gd name="connsiteY50" fmla="*/ 785300 h 968518"/>
                <a:gd name="connsiteX51" fmla="*/ 172737 w 1145857"/>
                <a:gd name="connsiteY51" fmla="*/ 785300 h 968518"/>
                <a:gd name="connsiteX52" fmla="*/ 99775 w 1145857"/>
                <a:gd name="connsiteY52" fmla="*/ 811303 h 968518"/>
                <a:gd name="connsiteX53" fmla="*/ 88155 w 1145857"/>
                <a:gd name="connsiteY53" fmla="*/ 789682 h 968518"/>
                <a:gd name="connsiteX54" fmla="*/ 59580 w 1145857"/>
                <a:gd name="connsiteY54" fmla="*/ 797682 h 968518"/>
                <a:gd name="connsiteX55" fmla="*/ 31005 w 1145857"/>
                <a:gd name="connsiteY55" fmla="*/ 802350 h 968518"/>
                <a:gd name="connsiteX56" fmla="*/ 18336 w 1145857"/>
                <a:gd name="connsiteY56" fmla="*/ 773775 h 968518"/>
                <a:gd name="connsiteX57" fmla="*/ 34719 w 1145857"/>
                <a:gd name="connsiteY57" fmla="*/ 744342 h 968518"/>
                <a:gd name="connsiteX58" fmla="*/ 69200 w 1145857"/>
                <a:gd name="connsiteY58" fmla="*/ 763392 h 968518"/>
                <a:gd name="connsiteX59" fmla="*/ 99108 w 1145857"/>
                <a:gd name="connsiteY59" fmla="*/ 740056 h 968518"/>
                <a:gd name="connsiteX60" fmla="*/ 79049 w 1145857"/>
                <a:gd name="connsiteY60" fmla="*/ 710691 h 968518"/>
                <a:gd name="connsiteX61" fmla="*/ 78058 w 1145857"/>
                <a:gd name="connsiteY61" fmla="*/ 710528 h 968518"/>
                <a:gd name="connsiteX62" fmla="*/ 34815 w 1145857"/>
                <a:gd name="connsiteY62" fmla="*/ 711195 h 968518"/>
                <a:gd name="connsiteX63" fmla="*/ 26052 w 1145857"/>
                <a:gd name="connsiteY63" fmla="*/ 682144 h 968518"/>
                <a:gd name="connsiteX64" fmla="*/ 620 w 1145857"/>
                <a:gd name="connsiteY64" fmla="*/ 670714 h 968518"/>
                <a:gd name="connsiteX65" fmla="*/ 19003 w 1145857"/>
                <a:gd name="connsiteY65" fmla="*/ 637377 h 968518"/>
                <a:gd name="connsiteX66" fmla="*/ 4525 w 1145857"/>
                <a:gd name="connsiteY66" fmla="*/ 610992 h 968518"/>
                <a:gd name="connsiteX67" fmla="*/ 23575 w 1145857"/>
                <a:gd name="connsiteY67" fmla="*/ 604420 h 968518"/>
                <a:gd name="connsiteX68" fmla="*/ 43197 w 1145857"/>
                <a:gd name="connsiteY68" fmla="*/ 615850 h 968518"/>
                <a:gd name="connsiteX69" fmla="*/ 74705 w 1145857"/>
                <a:gd name="connsiteY69" fmla="*/ 601839 h 968518"/>
                <a:gd name="connsiteX70" fmla="*/ 67962 w 1145857"/>
                <a:gd name="connsiteY70" fmla="*/ 574702 h 968518"/>
                <a:gd name="connsiteX71" fmla="*/ 47102 w 1145857"/>
                <a:gd name="connsiteY71" fmla="*/ 563463 h 968518"/>
                <a:gd name="connsiteX72" fmla="*/ 36243 w 1145857"/>
                <a:gd name="connsiteY72" fmla="*/ 544413 h 968518"/>
                <a:gd name="connsiteX73" fmla="*/ 61389 w 1145857"/>
                <a:gd name="connsiteY73" fmla="*/ 522982 h 968518"/>
                <a:gd name="connsiteX74" fmla="*/ 63294 w 1145857"/>
                <a:gd name="connsiteY74" fmla="*/ 500217 h 968518"/>
                <a:gd name="connsiteX75" fmla="*/ 109681 w 1145857"/>
                <a:gd name="connsiteY75" fmla="*/ 475452 h 968518"/>
                <a:gd name="connsiteX76" fmla="*/ 111396 w 1145857"/>
                <a:gd name="connsiteY76" fmla="*/ 475928 h 968518"/>
                <a:gd name="connsiteX77" fmla="*/ 111396 w 1145857"/>
                <a:gd name="connsiteY77" fmla="*/ 476595 h 968518"/>
                <a:gd name="connsiteX78" fmla="*/ 112348 w 1145857"/>
                <a:gd name="connsiteY78" fmla="*/ 476118 h 968518"/>
                <a:gd name="connsiteX79" fmla="*/ 112348 w 1145857"/>
                <a:gd name="connsiteY79" fmla="*/ 476118 h 968518"/>
                <a:gd name="connsiteX80" fmla="*/ 118444 w 1145857"/>
                <a:gd name="connsiteY80" fmla="*/ 478119 h 968518"/>
                <a:gd name="connsiteX81" fmla="*/ 123016 w 1145857"/>
                <a:gd name="connsiteY81" fmla="*/ 480024 h 968518"/>
                <a:gd name="connsiteX82" fmla="*/ 125778 w 1145857"/>
                <a:gd name="connsiteY82" fmla="*/ 481262 h 968518"/>
                <a:gd name="connsiteX83" fmla="*/ 131398 w 1145857"/>
                <a:gd name="connsiteY83" fmla="*/ 484119 h 968518"/>
                <a:gd name="connsiteX84" fmla="*/ 137685 w 1145857"/>
                <a:gd name="connsiteY84" fmla="*/ 487644 h 968518"/>
                <a:gd name="connsiteX85" fmla="*/ 150067 w 1145857"/>
                <a:gd name="connsiteY85" fmla="*/ 495168 h 968518"/>
                <a:gd name="connsiteX86" fmla="*/ 162735 w 1145857"/>
                <a:gd name="connsiteY86" fmla="*/ 502312 h 968518"/>
                <a:gd name="connsiteX87" fmla="*/ 218647 w 1145857"/>
                <a:gd name="connsiteY87" fmla="*/ 502312 h 968518"/>
                <a:gd name="connsiteX88" fmla="*/ 235316 w 1145857"/>
                <a:gd name="connsiteY88" fmla="*/ 481262 h 968518"/>
                <a:gd name="connsiteX89" fmla="*/ 289151 w 1145857"/>
                <a:gd name="connsiteY89" fmla="*/ 483414 h 968518"/>
                <a:gd name="connsiteX90" fmla="*/ 292466 w 1145857"/>
                <a:gd name="connsiteY90" fmla="*/ 487548 h 968518"/>
                <a:gd name="connsiteX91" fmla="*/ 327708 w 1145857"/>
                <a:gd name="connsiteY91" fmla="*/ 462783 h 968518"/>
                <a:gd name="connsiteX92" fmla="*/ 369237 w 1145857"/>
                <a:gd name="connsiteY92" fmla="*/ 444972 h 968518"/>
                <a:gd name="connsiteX93" fmla="*/ 372857 w 1145857"/>
                <a:gd name="connsiteY93" fmla="*/ 411253 h 968518"/>
                <a:gd name="connsiteX94" fmla="*/ 425244 w 1145857"/>
                <a:gd name="connsiteY94" fmla="*/ 390679 h 968518"/>
                <a:gd name="connsiteX95" fmla="*/ 481537 w 1145857"/>
                <a:gd name="connsiteY95" fmla="*/ 376868 h 968518"/>
                <a:gd name="connsiteX96" fmla="*/ 491062 w 1145857"/>
                <a:gd name="connsiteY96" fmla="*/ 348293 h 968518"/>
                <a:gd name="connsiteX97" fmla="*/ 514970 w 1145857"/>
                <a:gd name="connsiteY97" fmla="*/ 336577 h 968518"/>
                <a:gd name="connsiteX98" fmla="*/ 528114 w 1145857"/>
                <a:gd name="connsiteY98" fmla="*/ 369819 h 968518"/>
                <a:gd name="connsiteX99" fmla="*/ 552117 w 1145857"/>
                <a:gd name="connsiteY99" fmla="*/ 353722 h 968518"/>
                <a:gd name="connsiteX100" fmla="*/ 533067 w 1145857"/>
                <a:gd name="connsiteY100" fmla="*/ 323337 h 968518"/>
                <a:gd name="connsiteX101" fmla="*/ 562499 w 1145857"/>
                <a:gd name="connsiteY101" fmla="*/ 310955 h 968518"/>
                <a:gd name="connsiteX102" fmla="*/ 595647 w 1145857"/>
                <a:gd name="connsiteY102" fmla="*/ 317527 h 968518"/>
                <a:gd name="connsiteX103" fmla="*/ 704232 w 1145857"/>
                <a:gd name="connsiteY103" fmla="*/ 258853 h 968518"/>
                <a:gd name="connsiteX104" fmla="*/ 719376 w 1145857"/>
                <a:gd name="connsiteY104" fmla="*/ 211228 h 968518"/>
                <a:gd name="connsiteX105" fmla="*/ 725568 w 1145857"/>
                <a:gd name="connsiteY105" fmla="*/ 199893 h 968518"/>
                <a:gd name="connsiteX106" fmla="*/ 752904 w 1145857"/>
                <a:gd name="connsiteY106" fmla="*/ 177033 h 968518"/>
                <a:gd name="connsiteX107" fmla="*/ 795767 w 1145857"/>
                <a:gd name="connsiteY107" fmla="*/ 159507 h 968518"/>
                <a:gd name="connsiteX108" fmla="*/ 802434 w 1145857"/>
                <a:gd name="connsiteY108" fmla="*/ 96738 h 968518"/>
                <a:gd name="connsiteX109" fmla="*/ 834915 w 1145857"/>
                <a:gd name="connsiteY109" fmla="*/ 99528 h 968518"/>
                <a:gd name="connsiteX110" fmla="*/ 835867 w 1145857"/>
                <a:gd name="connsiteY110" fmla="*/ 100738 h 968518"/>
                <a:gd name="connsiteX111" fmla="*/ 837582 w 1145857"/>
                <a:gd name="connsiteY111" fmla="*/ 137219 h 968518"/>
                <a:gd name="connsiteX112" fmla="*/ 910353 w 1145857"/>
                <a:gd name="connsiteY112" fmla="*/ 113787 h 968518"/>
                <a:gd name="connsiteX113" fmla="*/ 899685 w 1145857"/>
                <a:gd name="connsiteY113" fmla="*/ 79402 h 968518"/>
                <a:gd name="connsiteX114" fmla="*/ 911591 w 1145857"/>
                <a:gd name="connsiteY114" fmla="*/ 46731 h 968518"/>
                <a:gd name="connsiteX115" fmla="*/ 943881 w 1145857"/>
                <a:gd name="connsiteY115" fmla="*/ 49208 h 968518"/>
                <a:gd name="connsiteX116" fmla="*/ 959502 w 1145857"/>
                <a:gd name="connsiteY116" fmla="*/ 13299 h 968518"/>
                <a:gd name="connsiteX117" fmla="*/ 995506 w 1145857"/>
                <a:gd name="connsiteY117" fmla="*/ 7488 h 968518"/>
                <a:gd name="connsiteX118" fmla="*/ 1010174 w 1145857"/>
                <a:gd name="connsiteY118" fmla="*/ 27396 h 968518"/>
                <a:gd name="connsiteX119" fmla="*/ 1047132 w 1145857"/>
                <a:gd name="connsiteY119" fmla="*/ 53494 h 968518"/>
                <a:gd name="connsiteX120" fmla="*/ 1085232 w 1145857"/>
                <a:gd name="connsiteY120" fmla="*/ 42159 h 968518"/>
                <a:gd name="connsiteX121" fmla="*/ 1092280 w 1145857"/>
                <a:gd name="connsiteY121" fmla="*/ 24157 h 968518"/>
                <a:gd name="connsiteX122" fmla="*/ 1129332 w 1145857"/>
                <a:gd name="connsiteY122" fmla="*/ 440 h 968518"/>
                <a:gd name="connsiteX123" fmla="*/ 1144668 w 1145857"/>
                <a:gd name="connsiteY123" fmla="*/ 440 h 968518"/>
                <a:gd name="connsiteX124" fmla="*/ 1145620 w 1145857"/>
                <a:gd name="connsiteY124" fmla="*/ 5964 h 968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1145857" h="968518">
                  <a:moveTo>
                    <a:pt x="1145620" y="5964"/>
                  </a:moveTo>
                  <a:cubicBezTo>
                    <a:pt x="1115616" y="49303"/>
                    <a:pt x="1082470" y="91689"/>
                    <a:pt x="1038845" y="121503"/>
                  </a:cubicBezTo>
                  <a:cubicBezTo>
                    <a:pt x="1017223" y="136171"/>
                    <a:pt x="992744" y="147125"/>
                    <a:pt x="974170" y="165603"/>
                  </a:cubicBezTo>
                  <a:cubicBezTo>
                    <a:pt x="961407" y="178272"/>
                    <a:pt x="952072" y="194178"/>
                    <a:pt x="940071" y="207323"/>
                  </a:cubicBezTo>
                  <a:cubicBezTo>
                    <a:pt x="901971" y="249804"/>
                    <a:pt x="839582" y="266473"/>
                    <a:pt x="806721" y="313050"/>
                  </a:cubicBezTo>
                  <a:cubicBezTo>
                    <a:pt x="805292" y="333053"/>
                    <a:pt x="800529" y="353341"/>
                    <a:pt x="799005" y="373344"/>
                  </a:cubicBezTo>
                  <a:cubicBezTo>
                    <a:pt x="800177" y="387003"/>
                    <a:pt x="790843" y="399337"/>
                    <a:pt x="777384" y="401919"/>
                  </a:cubicBezTo>
                  <a:cubicBezTo>
                    <a:pt x="748332" y="414682"/>
                    <a:pt x="716900" y="427732"/>
                    <a:pt x="685658" y="421635"/>
                  </a:cubicBezTo>
                  <a:cubicBezTo>
                    <a:pt x="677819" y="418988"/>
                    <a:pt x="669465" y="418235"/>
                    <a:pt x="661274" y="419445"/>
                  </a:cubicBezTo>
                  <a:cubicBezTo>
                    <a:pt x="646891" y="423445"/>
                    <a:pt x="642224" y="440781"/>
                    <a:pt x="637938" y="455068"/>
                  </a:cubicBezTo>
                  <a:cubicBezTo>
                    <a:pt x="632632" y="474414"/>
                    <a:pt x="624879" y="493016"/>
                    <a:pt x="614887" y="510408"/>
                  </a:cubicBezTo>
                  <a:cubicBezTo>
                    <a:pt x="612868" y="514590"/>
                    <a:pt x="609858" y="518219"/>
                    <a:pt x="606124" y="520981"/>
                  </a:cubicBezTo>
                  <a:cubicBezTo>
                    <a:pt x="602152" y="523639"/>
                    <a:pt x="596894" y="523238"/>
                    <a:pt x="593361" y="520028"/>
                  </a:cubicBezTo>
                  <a:cubicBezTo>
                    <a:pt x="589074" y="515171"/>
                    <a:pt x="592503" y="507360"/>
                    <a:pt x="590884" y="500978"/>
                  </a:cubicBezTo>
                  <a:cubicBezTo>
                    <a:pt x="588960" y="495035"/>
                    <a:pt x="583750" y="490758"/>
                    <a:pt x="577549" y="490025"/>
                  </a:cubicBezTo>
                  <a:cubicBezTo>
                    <a:pt x="571444" y="489520"/>
                    <a:pt x="565309" y="490472"/>
                    <a:pt x="559642" y="492787"/>
                  </a:cubicBezTo>
                  <a:cubicBezTo>
                    <a:pt x="515656" y="509370"/>
                    <a:pt x="485318" y="550013"/>
                    <a:pt x="481918" y="596895"/>
                  </a:cubicBezTo>
                  <a:cubicBezTo>
                    <a:pt x="480108" y="629757"/>
                    <a:pt x="490300" y="660618"/>
                    <a:pt x="495444" y="693098"/>
                  </a:cubicBezTo>
                  <a:cubicBezTo>
                    <a:pt x="498368" y="704785"/>
                    <a:pt x="497968" y="717053"/>
                    <a:pt x="494301" y="728531"/>
                  </a:cubicBezTo>
                  <a:cubicBezTo>
                    <a:pt x="491329" y="733313"/>
                    <a:pt x="489291" y="738608"/>
                    <a:pt x="488300" y="744152"/>
                  </a:cubicBezTo>
                  <a:cubicBezTo>
                    <a:pt x="489195" y="749391"/>
                    <a:pt x="490595" y="754525"/>
                    <a:pt x="492491" y="759487"/>
                  </a:cubicBezTo>
                  <a:cubicBezTo>
                    <a:pt x="493157" y="764707"/>
                    <a:pt x="493157" y="769984"/>
                    <a:pt x="492491" y="775203"/>
                  </a:cubicBezTo>
                  <a:cubicBezTo>
                    <a:pt x="491938" y="780499"/>
                    <a:pt x="493634" y="785786"/>
                    <a:pt x="497158" y="789777"/>
                  </a:cubicBezTo>
                  <a:cubicBezTo>
                    <a:pt x="501349" y="793491"/>
                    <a:pt x="508398" y="794444"/>
                    <a:pt x="510207" y="799302"/>
                  </a:cubicBezTo>
                  <a:cubicBezTo>
                    <a:pt x="512017" y="804159"/>
                    <a:pt x="508302" y="808827"/>
                    <a:pt x="505349" y="812446"/>
                  </a:cubicBezTo>
                  <a:cubicBezTo>
                    <a:pt x="498549" y="821142"/>
                    <a:pt x="494920" y="831896"/>
                    <a:pt x="495063" y="842926"/>
                  </a:cubicBezTo>
                  <a:cubicBezTo>
                    <a:pt x="487776" y="846069"/>
                    <a:pt x="480880" y="850032"/>
                    <a:pt x="474489" y="854737"/>
                  </a:cubicBezTo>
                  <a:cubicBezTo>
                    <a:pt x="460773" y="864738"/>
                    <a:pt x="445437" y="876168"/>
                    <a:pt x="428673" y="873787"/>
                  </a:cubicBezTo>
                  <a:cubicBezTo>
                    <a:pt x="426292" y="873787"/>
                    <a:pt x="423816" y="872740"/>
                    <a:pt x="421339" y="872168"/>
                  </a:cubicBezTo>
                  <a:lnTo>
                    <a:pt x="421339" y="872168"/>
                  </a:lnTo>
                  <a:cubicBezTo>
                    <a:pt x="410671" y="869025"/>
                    <a:pt x="399527" y="864643"/>
                    <a:pt x="392764" y="872168"/>
                  </a:cubicBezTo>
                  <a:cubicBezTo>
                    <a:pt x="390259" y="875759"/>
                    <a:pt x="388392" y="879750"/>
                    <a:pt x="387240" y="883979"/>
                  </a:cubicBezTo>
                  <a:cubicBezTo>
                    <a:pt x="386983" y="884646"/>
                    <a:pt x="386658" y="885274"/>
                    <a:pt x="386287" y="885884"/>
                  </a:cubicBezTo>
                  <a:lnTo>
                    <a:pt x="386287" y="885884"/>
                  </a:lnTo>
                  <a:cubicBezTo>
                    <a:pt x="377515" y="900038"/>
                    <a:pt x="362341" y="908972"/>
                    <a:pt x="345711" y="909792"/>
                  </a:cubicBezTo>
                  <a:cubicBezTo>
                    <a:pt x="338119" y="910573"/>
                    <a:pt x="330480" y="910916"/>
                    <a:pt x="322851" y="910840"/>
                  </a:cubicBezTo>
                  <a:lnTo>
                    <a:pt x="322851" y="910840"/>
                  </a:lnTo>
                  <a:cubicBezTo>
                    <a:pt x="313297" y="910573"/>
                    <a:pt x="303743" y="911078"/>
                    <a:pt x="294276" y="912363"/>
                  </a:cubicBezTo>
                  <a:cubicBezTo>
                    <a:pt x="278483" y="913859"/>
                    <a:pt x="264424" y="923012"/>
                    <a:pt x="256652" y="936843"/>
                  </a:cubicBezTo>
                  <a:cubicBezTo>
                    <a:pt x="255957" y="938205"/>
                    <a:pt x="255414" y="939643"/>
                    <a:pt x="255032" y="941129"/>
                  </a:cubicBezTo>
                  <a:cubicBezTo>
                    <a:pt x="252461" y="950082"/>
                    <a:pt x="253223" y="961417"/>
                    <a:pt x="245507" y="966656"/>
                  </a:cubicBezTo>
                  <a:cubicBezTo>
                    <a:pt x="237602" y="970104"/>
                    <a:pt x="228439" y="968818"/>
                    <a:pt x="221790" y="963322"/>
                  </a:cubicBezTo>
                  <a:cubicBezTo>
                    <a:pt x="217695" y="960846"/>
                    <a:pt x="213694" y="958083"/>
                    <a:pt x="209694" y="955321"/>
                  </a:cubicBezTo>
                  <a:cubicBezTo>
                    <a:pt x="213466" y="947216"/>
                    <a:pt x="219314" y="940253"/>
                    <a:pt x="226648" y="935128"/>
                  </a:cubicBezTo>
                  <a:cubicBezTo>
                    <a:pt x="236840" y="927318"/>
                    <a:pt x="248746" y="920365"/>
                    <a:pt x="254271" y="908649"/>
                  </a:cubicBezTo>
                  <a:cubicBezTo>
                    <a:pt x="263034" y="889599"/>
                    <a:pt x="251794" y="868549"/>
                    <a:pt x="240936" y="851022"/>
                  </a:cubicBezTo>
                  <a:cubicBezTo>
                    <a:pt x="233887" y="839592"/>
                    <a:pt x="225124" y="827019"/>
                    <a:pt x="211884" y="824924"/>
                  </a:cubicBezTo>
                  <a:cubicBezTo>
                    <a:pt x="204379" y="824867"/>
                    <a:pt x="196873" y="825181"/>
                    <a:pt x="189405" y="825876"/>
                  </a:cubicBezTo>
                  <a:cubicBezTo>
                    <a:pt x="181976" y="825876"/>
                    <a:pt x="173403" y="820542"/>
                    <a:pt x="173880" y="813018"/>
                  </a:cubicBezTo>
                  <a:cubicBezTo>
                    <a:pt x="173880" y="807684"/>
                    <a:pt x="178928" y="803493"/>
                    <a:pt x="182262" y="799587"/>
                  </a:cubicBezTo>
                  <a:cubicBezTo>
                    <a:pt x="185595" y="795682"/>
                    <a:pt x="187215" y="788157"/>
                    <a:pt x="182738" y="785300"/>
                  </a:cubicBezTo>
                  <a:cubicBezTo>
                    <a:pt x="179557" y="783881"/>
                    <a:pt x="175918" y="783881"/>
                    <a:pt x="172737" y="785300"/>
                  </a:cubicBezTo>
                  <a:lnTo>
                    <a:pt x="99775" y="811303"/>
                  </a:lnTo>
                  <a:cubicBezTo>
                    <a:pt x="106062" y="803588"/>
                    <a:pt x="97965" y="791205"/>
                    <a:pt x="88155" y="789682"/>
                  </a:cubicBezTo>
                  <a:cubicBezTo>
                    <a:pt x="78020" y="789234"/>
                    <a:pt x="68009" y="792044"/>
                    <a:pt x="59580" y="797682"/>
                  </a:cubicBezTo>
                  <a:cubicBezTo>
                    <a:pt x="51141" y="803216"/>
                    <a:pt x="40758" y="804912"/>
                    <a:pt x="31005" y="802350"/>
                  </a:cubicBezTo>
                  <a:cubicBezTo>
                    <a:pt x="20784" y="796806"/>
                    <a:pt x="15584" y="785071"/>
                    <a:pt x="18336" y="773775"/>
                  </a:cubicBezTo>
                  <a:cubicBezTo>
                    <a:pt x="21384" y="762802"/>
                    <a:pt x="26995" y="752715"/>
                    <a:pt x="34719" y="744342"/>
                  </a:cubicBezTo>
                  <a:cubicBezTo>
                    <a:pt x="42377" y="755982"/>
                    <a:pt x="55274" y="763107"/>
                    <a:pt x="69200" y="763392"/>
                  </a:cubicBezTo>
                  <a:cubicBezTo>
                    <a:pt x="83268" y="763183"/>
                    <a:pt x="95489" y="753648"/>
                    <a:pt x="99108" y="740056"/>
                  </a:cubicBezTo>
                  <a:cubicBezTo>
                    <a:pt x="101680" y="726407"/>
                    <a:pt x="92698" y="713262"/>
                    <a:pt x="79049" y="710691"/>
                  </a:cubicBezTo>
                  <a:cubicBezTo>
                    <a:pt x="78715" y="710633"/>
                    <a:pt x="78392" y="710576"/>
                    <a:pt x="78058" y="710528"/>
                  </a:cubicBezTo>
                  <a:cubicBezTo>
                    <a:pt x="62913" y="709576"/>
                    <a:pt x="44244" y="723102"/>
                    <a:pt x="34815" y="711195"/>
                  </a:cubicBezTo>
                  <a:cubicBezTo>
                    <a:pt x="28433" y="703099"/>
                    <a:pt x="33672" y="689193"/>
                    <a:pt x="26052" y="682144"/>
                  </a:cubicBezTo>
                  <a:cubicBezTo>
                    <a:pt x="18432" y="675096"/>
                    <a:pt x="4715" y="679382"/>
                    <a:pt x="620" y="670714"/>
                  </a:cubicBezTo>
                  <a:cubicBezTo>
                    <a:pt x="-5095" y="658427"/>
                    <a:pt x="19670" y="650807"/>
                    <a:pt x="19003" y="637377"/>
                  </a:cubicBezTo>
                  <a:cubicBezTo>
                    <a:pt x="18432" y="626994"/>
                    <a:pt x="2525" y="621184"/>
                    <a:pt x="4525" y="610992"/>
                  </a:cubicBezTo>
                  <a:cubicBezTo>
                    <a:pt x="5954" y="603563"/>
                    <a:pt x="16241" y="601467"/>
                    <a:pt x="23575" y="604420"/>
                  </a:cubicBezTo>
                  <a:cubicBezTo>
                    <a:pt x="30909" y="607373"/>
                    <a:pt x="36148" y="613183"/>
                    <a:pt x="43197" y="615850"/>
                  </a:cubicBezTo>
                  <a:cubicBezTo>
                    <a:pt x="55770" y="620679"/>
                    <a:pt x="69876" y="614412"/>
                    <a:pt x="74705" y="601839"/>
                  </a:cubicBezTo>
                  <a:cubicBezTo>
                    <a:pt x="78382" y="592276"/>
                    <a:pt x="75686" y="581436"/>
                    <a:pt x="67962" y="574702"/>
                  </a:cubicBezTo>
                  <a:cubicBezTo>
                    <a:pt x="61408" y="570254"/>
                    <a:pt x="54427" y="566482"/>
                    <a:pt x="47102" y="563463"/>
                  </a:cubicBezTo>
                  <a:cubicBezTo>
                    <a:pt x="39672" y="560205"/>
                    <a:pt x="35262" y="552461"/>
                    <a:pt x="36243" y="544413"/>
                  </a:cubicBezTo>
                  <a:cubicBezTo>
                    <a:pt x="39482" y="533554"/>
                    <a:pt x="55865" y="532792"/>
                    <a:pt x="61389" y="522982"/>
                  </a:cubicBezTo>
                  <a:cubicBezTo>
                    <a:pt x="65104" y="516219"/>
                    <a:pt x="62437" y="507932"/>
                    <a:pt x="63294" y="500217"/>
                  </a:cubicBezTo>
                  <a:cubicBezTo>
                    <a:pt x="65390" y="480500"/>
                    <a:pt x="90345" y="470975"/>
                    <a:pt x="109681" y="475452"/>
                  </a:cubicBezTo>
                  <a:lnTo>
                    <a:pt x="111396" y="475928"/>
                  </a:lnTo>
                  <a:lnTo>
                    <a:pt x="111396" y="476595"/>
                  </a:lnTo>
                  <a:lnTo>
                    <a:pt x="112348" y="476118"/>
                  </a:lnTo>
                  <a:lnTo>
                    <a:pt x="112348" y="476118"/>
                  </a:lnTo>
                  <a:cubicBezTo>
                    <a:pt x="114444" y="476690"/>
                    <a:pt x="116444" y="477357"/>
                    <a:pt x="118444" y="478119"/>
                  </a:cubicBezTo>
                  <a:cubicBezTo>
                    <a:pt x="119997" y="478671"/>
                    <a:pt x="121530" y="479309"/>
                    <a:pt x="123016" y="480024"/>
                  </a:cubicBezTo>
                  <a:lnTo>
                    <a:pt x="125778" y="481262"/>
                  </a:lnTo>
                  <a:cubicBezTo>
                    <a:pt x="127702" y="482119"/>
                    <a:pt x="129579" y="483072"/>
                    <a:pt x="131398" y="484119"/>
                  </a:cubicBezTo>
                  <a:lnTo>
                    <a:pt x="137685" y="487644"/>
                  </a:lnTo>
                  <a:lnTo>
                    <a:pt x="150067" y="495168"/>
                  </a:lnTo>
                  <a:cubicBezTo>
                    <a:pt x="154163" y="497645"/>
                    <a:pt x="158449" y="500121"/>
                    <a:pt x="162735" y="502312"/>
                  </a:cubicBezTo>
                  <a:cubicBezTo>
                    <a:pt x="180452" y="511266"/>
                    <a:pt x="203979" y="515076"/>
                    <a:pt x="218647" y="502312"/>
                  </a:cubicBezTo>
                  <a:cubicBezTo>
                    <a:pt x="225315" y="496311"/>
                    <a:pt x="229029" y="487739"/>
                    <a:pt x="235316" y="481262"/>
                  </a:cubicBezTo>
                  <a:cubicBezTo>
                    <a:pt x="250775" y="466993"/>
                    <a:pt x="274883" y="467955"/>
                    <a:pt x="289151" y="483414"/>
                  </a:cubicBezTo>
                  <a:cubicBezTo>
                    <a:pt x="290351" y="484720"/>
                    <a:pt x="291456" y="486101"/>
                    <a:pt x="292466" y="487548"/>
                  </a:cubicBezTo>
                  <a:cubicBezTo>
                    <a:pt x="292466" y="471737"/>
                    <a:pt x="311992" y="464212"/>
                    <a:pt x="327708" y="462783"/>
                  </a:cubicBezTo>
                  <a:cubicBezTo>
                    <a:pt x="343424" y="461355"/>
                    <a:pt x="362760" y="459354"/>
                    <a:pt x="369237" y="444972"/>
                  </a:cubicBezTo>
                  <a:cubicBezTo>
                    <a:pt x="373905" y="434590"/>
                    <a:pt x="369237" y="422111"/>
                    <a:pt x="372857" y="411253"/>
                  </a:cubicBezTo>
                  <a:cubicBezTo>
                    <a:pt x="379048" y="392203"/>
                    <a:pt x="404956" y="388774"/>
                    <a:pt x="425244" y="390679"/>
                  </a:cubicBezTo>
                  <a:cubicBezTo>
                    <a:pt x="445532" y="392584"/>
                    <a:pt x="470393" y="393918"/>
                    <a:pt x="481537" y="376868"/>
                  </a:cubicBezTo>
                  <a:cubicBezTo>
                    <a:pt x="487062" y="368295"/>
                    <a:pt x="487252" y="357342"/>
                    <a:pt x="491062" y="348293"/>
                  </a:cubicBezTo>
                  <a:cubicBezTo>
                    <a:pt x="494872" y="339244"/>
                    <a:pt x="506588" y="330767"/>
                    <a:pt x="514970" y="336577"/>
                  </a:cubicBezTo>
                  <a:cubicBezTo>
                    <a:pt x="525066" y="343530"/>
                    <a:pt x="518780" y="361818"/>
                    <a:pt x="528114" y="369819"/>
                  </a:cubicBezTo>
                  <a:cubicBezTo>
                    <a:pt x="537449" y="377820"/>
                    <a:pt x="552594" y="365914"/>
                    <a:pt x="552117" y="353722"/>
                  </a:cubicBezTo>
                  <a:cubicBezTo>
                    <a:pt x="551641" y="341530"/>
                    <a:pt x="542592" y="331719"/>
                    <a:pt x="533067" y="323337"/>
                  </a:cubicBezTo>
                  <a:cubicBezTo>
                    <a:pt x="539773" y="314012"/>
                    <a:pt x="551146" y="309221"/>
                    <a:pt x="562499" y="310955"/>
                  </a:cubicBezTo>
                  <a:cubicBezTo>
                    <a:pt x="573739" y="311907"/>
                    <a:pt x="584503" y="316098"/>
                    <a:pt x="595647" y="317527"/>
                  </a:cubicBezTo>
                  <a:cubicBezTo>
                    <a:pt x="638128" y="323052"/>
                    <a:pt x="674609" y="289714"/>
                    <a:pt x="704232" y="258853"/>
                  </a:cubicBezTo>
                  <a:cubicBezTo>
                    <a:pt x="707213" y="242394"/>
                    <a:pt x="712299" y="226382"/>
                    <a:pt x="719376" y="211228"/>
                  </a:cubicBezTo>
                  <a:cubicBezTo>
                    <a:pt x="721119" y="207285"/>
                    <a:pt x="723186" y="203494"/>
                    <a:pt x="725568" y="199893"/>
                  </a:cubicBezTo>
                  <a:cubicBezTo>
                    <a:pt x="732007" y="189559"/>
                    <a:pt x="741589" y="181548"/>
                    <a:pt x="752904" y="177033"/>
                  </a:cubicBezTo>
                  <a:cubicBezTo>
                    <a:pt x="767763" y="171604"/>
                    <a:pt x="787099" y="172747"/>
                    <a:pt x="795767" y="159507"/>
                  </a:cubicBezTo>
                  <a:cubicBezTo>
                    <a:pt x="807578" y="141315"/>
                    <a:pt x="787480" y="112549"/>
                    <a:pt x="802434" y="96738"/>
                  </a:cubicBezTo>
                  <a:cubicBezTo>
                    <a:pt x="812169" y="88537"/>
                    <a:pt x="826714" y="89784"/>
                    <a:pt x="834915" y="99528"/>
                  </a:cubicBezTo>
                  <a:cubicBezTo>
                    <a:pt x="835248" y="99919"/>
                    <a:pt x="835562" y="100319"/>
                    <a:pt x="835867" y="100738"/>
                  </a:cubicBezTo>
                  <a:cubicBezTo>
                    <a:pt x="842906" y="111720"/>
                    <a:pt x="843554" y="125627"/>
                    <a:pt x="837582" y="137219"/>
                  </a:cubicBezTo>
                  <a:cubicBezTo>
                    <a:pt x="854165" y="114425"/>
                    <a:pt x="883578" y="104958"/>
                    <a:pt x="910353" y="113787"/>
                  </a:cubicBezTo>
                  <a:cubicBezTo>
                    <a:pt x="904943" y="102986"/>
                    <a:pt x="901342" y="91366"/>
                    <a:pt x="899685" y="79402"/>
                  </a:cubicBezTo>
                  <a:cubicBezTo>
                    <a:pt x="898161" y="67229"/>
                    <a:pt x="902590" y="55066"/>
                    <a:pt x="911591" y="46731"/>
                  </a:cubicBezTo>
                  <a:cubicBezTo>
                    <a:pt x="921268" y="38740"/>
                    <a:pt x="935537" y="39835"/>
                    <a:pt x="943881" y="49208"/>
                  </a:cubicBezTo>
                  <a:cubicBezTo>
                    <a:pt x="945376" y="35949"/>
                    <a:pt x="950815" y="23433"/>
                    <a:pt x="959502" y="13299"/>
                  </a:cubicBezTo>
                  <a:cubicBezTo>
                    <a:pt x="968550" y="2955"/>
                    <a:pt x="983667" y="516"/>
                    <a:pt x="995506" y="7488"/>
                  </a:cubicBezTo>
                  <a:cubicBezTo>
                    <a:pt x="1001592" y="13156"/>
                    <a:pt x="1006565" y="19899"/>
                    <a:pt x="1010174" y="27396"/>
                  </a:cubicBezTo>
                  <a:cubicBezTo>
                    <a:pt x="1018785" y="40416"/>
                    <a:pt x="1031977" y="49732"/>
                    <a:pt x="1047132" y="53494"/>
                  </a:cubicBezTo>
                  <a:cubicBezTo>
                    <a:pt x="1060753" y="56733"/>
                    <a:pt x="1077421" y="54066"/>
                    <a:pt x="1085232" y="42159"/>
                  </a:cubicBezTo>
                  <a:cubicBezTo>
                    <a:pt x="1087975" y="36320"/>
                    <a:pt x="1090327" y="30310"/>
                    <a:pt x="1092280" y="24157"/>
                  </a:cubicBezTo>
                  <a:cubicBezTo>
                    <a:pt x="1099767" y="10441"/>
                    <a:pt x="1113740" y="1497"/>
                    <a:pt x="1129332" y="440"/>
                  </a:cubicBezTo>
                  <a:cubicBezTo>
                    <a:pt x="1134428" y="-84"/>
                    <a:pt x="1139572" y="-84"/>
                    <a:pt x="1144668" y="440"/>
                  </a:cubicBezTo>
                  <a:cubicBezTo>
                    <a:pt x="1144849" y="2307"/>
                    <a:pt x="1145163" y="4145"/>
                    <a:pt x="1145620" y="5964"/>
                  </a:cubicBezTo>
                  <a:close/>
                </a:path>
              </a:pathLst>
            </a:custGeom>
            <a:grpFill/>
            <a:ln w="7144" cap="rnd">
              <a:solidFill>
                <a:schemeClr val="bg1"/>
              </a:solidFill>
              <a:prstDash val="solid"/>
              <a:round/>
            </a:ln>
          </p:spPr>
          <p:txBody>
            <a:bodyPr rtlCol="0" anchor="ctr"/>
            <a:lstStyle/>
            <a:p>
              <a:endParaRPr lang="en-IN"/>
            </a:p>
          </p:txBody>
        </p:sp>
        <p:sp>
          <p:nvSpPr>
            <p:cNvPr id="3623" name="Freeform: Shape 3622"/>
            <p:cNvSpPr/>
            <p:nvPr/>
          </p:nvSpPr>
          <p:spPr>
            <a:xfrm>
              <a:off x="5396578" y="5135662"/>
              <a:ext cx="952" cy="666"/>
            </a:xfrm>
            <a:custGeom>
              <a:avLst/>
              <a:gdLst>
                <a:gd name="connsiteX0" fmla="*/ 715 w 952"/>
                <a:gd name="connsiteY0" fmla="*/ 237 h 666"/>
                <a:gd name="connsiteX1" fmla="*/ -237 w 952"/>
                <a:gd name="connsiteY1" fmla="*/ 714 h 666"/>
                <a:gd name="connsiteX2" fmla="*/ -237 w 952"/>
                <a:gd name="connsiteY2" fmla="*/ 47 h 666"/>
              </a:gdLst>
              <a:ahLst/>
              <a:cxnLst>
                <a:cxn ang="0">
                  <a:pos x="connsiteX0" y="connsiteY0"/>
                </a:cxn>
                <a:cxn ang="0">
                  <a:pos x="connsiteX1" y="connsiteY1"/>
                </a:cxn>
                <a:cxn ang="0">
                  <a:pos x="connsiteX2" y="connsiteY2"/>
                </a:cxn>
              </a:cxnLst>
              <a:rect l="l" t="t" r="r" b="b"/>
              <a:pathLst>
                <a:path w="952" h="666">
                  <a:moveTo>
                    <a:pt x="715" y="237"/>
                  </a:moveTo>
                  <a:lnTo>
                    <a:pt x="-237" y="714"/>
                  </a:lnTo>
                  <a:lnTo>
                    <a:pt x="-237" y="47"/>
                  </a:lnTo>
                  <a:close/>
                </a:path>
              </a:pathLst>
            </a:custGeom>
            <a:grpFill/>
            <a:ln w="7144" cap="rnd">
              <a:solidFill>
                <a:schemeClr val="bg1"/>
              </a:solidFill>
              <a:prstDash val="solid"/>
              <a:round/>
            </a:ln>
          </p:spPr>
          <p:txBody>
            <a:bodyPr rtlCol="0" anchor="ctr"/>
            <a:lstStyle/>
            <a:p>
              <a:endParaRPr lang="en-IN"/>
            </a:p>
          </p:txBody>
        </p:sp>
        <p:sp>
          <p:nvSpPr>
            <p:cNvPr id="3624" name="Freeform: Shape 3623"/>
            <p:cNvSpPr/>
            <p:nvPr/>
          </p:nvSpPr>
          <p:spPr>
            <a:xfrm>
              <a:off x="5011006" y="5608969"/>
              <a:ext cx="354755" cy="685028"/>
            </a:xfrm>
            <a:custGeom>
              <a:avLst/>
              <a:gdLst>
                <a:gd name="connsiteX0" fmla="*/ 322851 w 354755"/>
                <a:gd name="connsiteY0" fmla="*/ 588873 h 685028"/>
                <a:gd name="connsiteX1" fmla="*/ 335233 w 354755"/>
                <a:gd name="connsiteY1" fmla="*/ 612304 h 685028"/>
                <a:gd name="connsiteX2" fmla="*/ 322375 w 354755"/>
                <a:gd name="connsiteY2" fmla="*/ 628592 h 685028"/>
                <a:gd name="connsiteX3" fmla="*/ 328090 w 354755"/>
                <a:gd name="connsiteY3" fmla="*/ 649642 h 685028"/>
                <a:gd name="connsiteX4" fmla="*/ 322470 w 354755"/>
                <a:gd name="connsiteY4" fmla="*/ 685075 h 685028"/>
                <a:gd name="connsiteX5" fmla="*/ 247794 w 354755"/>
                <a:gd name="connsiteY5" fmla="*/ 614971 h 685028"/>
                <a:gd name="connsiteX6" fmla="*/ 233316 w 354755"/>
                <a:gd name="connsiteY6" fmla="*/ 592587 h 685028"/>
                <a:gd name="connsiteX7" fmla="*/ 225601 w 354755"/>
                <a:gd name="connsiteY7" fmla="*/ 575633 h 685028"/>
                <a:gd name="connsiteX8" fmla="*/ 193882 w 354755"/>
                <a:gd name="connsiteY8" fmla="*/ 499433 h 685028"/>
                <a:gd name="connsiteX9" fmla="*/ 232840 w 354755"/>
                <a:gd name="connsiteY9" fmla="*/ 495718 h 685028"/>
                <a:gd name="connsiteX10" fmla="*/ 206170 w 354755"/>
                <a:gd name="connsiteY10" fmla="*/ 429043 h 685028"/>
                <a:gd name="connsiteX11" fmla="*/ 159878 w 354755"/>
                <a:gd name="connsiteY11" fmla="*/ 348176 h 685028"/>
                <a:gd name="connsiteX12" fmla="*/ 158545 w 354755"/>
                <a:gd name="connsiteY12" fmla="*/ 299979 h 685028"/>
                <a:gd name="connsiteX13" fmla="*/ 145686 w 354755"/>
                <a:gd name="connsiteY13" fmla="*/ 261403 h 685028"/>
                <a:gd name="connsiteX14" fmla="*/ 122731 w 354755"/>
                <a:gd name="connsiteY14" fmla="*/ 210444 h 685028"/>
                <a:gd name="connsiteX15" fmla="*/ 111205 w 354755"/>
                <a:gd name="connsiteY15" fmla="*/ 176250 h 685028"/>
                <a:gd name="connsiteX16" fmla="*/ 120254 w 354755"/>
                <a:gd name="connsiteY16" fmla="*/ 142341 h 685028"/>
                <a:gd name="connsiteX17" fmla="*/ 77678 w 354755"/>
                <a:gd name="connsiteY17" fmla="*/ 141388 h 685028"/>
                <a:gd name="connsiteX18" fmla="*/ 38720 w 354755"/>
                <a:gd name="connsiteY18" fmla="*/ 85381 h 685028"/>
                <a:gd name="connsiteX19" fmla="*/ -237 w 354755"/>
                <a:gd name="connsiteY19" fmla="*/ 894 h 685028"/>
                <a:gd name="connsiteX20" fmla="*/ 42245 w 354755"/>
                <a:gd name="connsiteY20" fmla="*/ 9753 h 685028"/>
                <a:gd name="connsiteX21" fmla="*/ 79011 w 354755"/>
                <a:gd name="connsiteY21" fmla="*/ 46614 h 685028"/>
                <a:gd name="connsiteX22" fmla="*/ 113872 w 354755"/>
                <a:gd name="connsiteY22" fmla="*/ 85571 h 685028"/>
                <a:gd name="connsiteX23" fmla="*/ 196835 w 354755"/>
                <a:gd name="connsiteY23" fmla="*/ 129958 h 685028"/>
                <a:gd name="connsiteX24" fmla="*/ 223124 w 354755"/>
                <a:gd name="connsiteY24" fmla="*/ 156152 h 685028"/>
                <a:gd name="connsiteX25" fmla="*/ 224077 w 354755"/>
                <a:gd name="connsiteY25" fmla="*/ 165677 h 685028"/>
                <a:gd name="connsiteX26" fmla="*/ 215885 w 354755"/>
                <a:gd name="connsiteY26" fmla="*/ 171868 h 685028"/>
                <a:gd name="connsiteX27" fmla="*/ 185024 w 354755"/>
                <a:gd name="connsiteY27" fmla="*/ 178631 h 685028"/>
                <a:gd name="connsiteX28" fmla="*/ 193597 w 354755"/>
                <a:gd name="connsiteY28" fmla="*/ 210159 h 685028"/>
                <a:gd name="connsiteX29" fmla="*/ 226972 w 354755"/>
                <a:gd name="connsiteY29" fmla="*/ 217674 h 685028"/>
                <a:gd name="connsiteX30" fmla="*/ 229982 w 354755"/>
                <a:gd name="connsiteY30" fmla="*/ 236543 h 685028"/>
                <a:gd name="connsiteX31" fmla="*/ 237031 w 354755"/>
                <a:gd name="connsiteY31" fmla="*/ 233876 h 685028"/>
                <a:gd name="connsiteX32" fmla="*/ 269301 w 354755"/>
                <a:gd name="connsiteY32" fmla="*/ 253659 h 685028"/>
                <a:gd name="connsiteX33" fmla="*/ 268368 w 354755"/>
                <a:gd name="connsiteY33" fmla="*/ 269214 h 685028"/>
                <a:gd name="connsiteX34" fmla="*/ 254747 w 354755"/>
                <a:gd name="connsiteY34" fmla="*/ 275024 h 685028"/>
                <a:gd name="connsiteX35" fmla="*/ 263701 w 354755"/>
                <a:gd name="connsiteY35" fmla="*/ 290835 h 685028"/>
                <a:gd name="connsiteX36" fmla="*/ 277607 w 354755"/>
                <a:gd name="connsiteY36" fmla="*/ 303599 h 685028"/>
                <a:gd name="connsiteX37" fmla="*/ 279226 w 354755"/>
                <a:gd name="connsiteY37" fmla="*/ 365892 h 685028"/>
                <a:gd name="connsiteX38" fmla="*/ 323327 w 354755"/>
                <a:gd name="connsiteY38" fmla="*/ 373036 h 685028"/>
                <a:gd name="connsiteX39" fmla="*/ 334853 w 354755"/>
                <a:gd name="connsiteY39" fmla="*/ 416851 h 685028"/>
                <a:gd name="connsiteX40" fmla="*/ 329614 w 354755"/>
                <a:gd name="connsiteY40" fmla="*/ 465048 h 685028"/>
                <a:gd name="connsiteX41" fmla="*/ 353712 w 354755"/>
                <a:gd name="connsiteY41" fmla="*/ 500385 h 685028"/>
                <a:gd name="connsiteX42" fmla="*/ 334662 w 354755"/>
                <a:gd name="connsiteY42" fmla="*/ 543724 h 685028"/>
                <a:gd name="connsiteX43" fmla="*/ 322851 w 354755"/>
                <a:gd name="connsiteY43" fmla="*/ 588873 h 68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54755" h="685028">
                  <a:moveTo>
                    <a:pt x="322851" y="588873"/>
                  </a:moveTo>
                  <a:cubicBezTo>
                    <a:pt x="327518" y="596778"/>
                    <a:pt x="337615" y="603446"/>
                    <a:pt x="335233" y="612304"/>
                  </a:cubicBezTo>
                  <a:cubicBezTo>
                    <a:pt x="333329" y="619067"/>
                    <a:pt x="324851" y="621829"/>
                    <a:pt x="322375" y="628592"/>
                  </a:cubicBezTo>
                  <a:cubicBezTo>
                    <a:pt x="319898" y="635355"/>
                    <a:pt x="325042" y="642784"/>
                    <a:pt x="328090" y="649642"/>
                  </a:cubicBezTo>
                  <a:cubicBezTo>
                    <a:pt x="332652" y="661615"/>
                    <a:pt x="330509" y="675102"/>
                    <a:pt x="322470" y="685075"/>
                  </a:cubicBezTo>
                  <a:cubicBezTo>
                    <a:pt x="293790" y="666101"/>
                    <a:pt x="268539" y="642394"/>
                    <a:pt x="247794" y="614971"/>
                  </a:cubicBezTo>
                  <a:cubicBezTo>
                    <a:pt x="242365" y="607913"/>
                    <a:pt x="237526" y="600426"/>
                    <a:pt x="233316" y="592587"/>
                  </a:cubicBezTo>
                  <a:cubicBezTo>
                    <a:pt x="230458" y="587063"/>
                    <a:pt x="227982" y="581348"/>
                    <a:pt x="225601" y="575633"/>
                  </a:cubicBezTo>
                  <a:lnTo>
                    <a:pt x="193882" y="499433"/>
                  </a:lnTo>
                  <a:cubicBezTo>
                    <a:pt x="206951" y="501986"/>
                    <a:pt x="220486" y="500690"/>
                    <a:pt x="232840" y="495718"/>
                  </a:cubicBezTo>
                  <a:cubicBezTo>
                    <a:pt x="215409" y="478478"/>
                    <a:pt x="215219" y="452189"/>
                    <a:pt x="206170" y="429043"/>
                  </a:cubicBezTo>
                  <a:cubicBezTo>
                    <a:pt x="194645" y="399896"/>
                    <a:pt x="165688" y="378942"/>
                    <a:pt x="159878" y="348176"/>
                  </a:cubicBezTo>
                  <a:cubicBezTo>
                    <a:pt x="156830" y="332364"/>
                    <a:pt x="160545" y="315981"/>
                    <a:pt x="158545" y="299979"/>
                  </a:cubicBezTo>
                  <a:cubicBezTo>
                    <a:pt x="156211" y="286549"/>
                    <a:pt x="151877" y="273548"/>
                    <a:pt x="145686" y="261403"/>
                  </a:cubicBezTo>
                  <a:cubicBezTo>
                    <a:pt x="138066" y="244449"/>
                    <a:pt x="130446" y="227399"/>
                    <a:pt x="122731" y="210444"/>
                  </a:cubicBezTo>
                  <a:cubicBezTo>
                    <a:pt x="117273" y="199662"/>
                    <a:pt x="113387" y="188146"/>
                    <a:pt x="111205" y="176250"/>
                  </a:cubicBezTo>
                  <a:cubicBezTo>
                    <a:pt x="109100" y="164162"/>
                    <a:pt x="112415" y="151770"/>
                    <a:pt x="120254" y="142341"/>
                  </a:cubicBezTo>
                  <a:cubicBezTo>
                    <a:pt x="106433" y="138026"/>
                    <a:pt x="91679" y="137702"/>
                    <a:pt x="77678" y="141388"/>
                  </a:cubicBezTo>
                  <a:cubicBezTo>
                    <a:pt x="61399" y="125234"/>
                    <a:pt x="48198" y="106260"/>
                    <a:pt x="38720" y="85381"/>
                  </a:cubicBezTo>
                  <a:cubicBezTo>
                    <a:pt x="24623" y="57759"/>
                    <a:pt x="11955" y="29374"/>
                    <a:pt x="-237" y="894"/>
                  </a:cubicBezTo>
                  <a:cubicBezTo>
                    <a:pt x="14536" y="-1630"/>
                    <a:pt x="29710" y="1532"/>
                    <a:pt x="42245" y="9753"/>
                  </a:cubicBezTo>
                  <a:cubicBezTo>
                    <a:pt x="56551" y="19801"/>
                    <a:pt x="68991" y="32279"/>
                    <a:pt x="79011" y="46614"/>
                  </a:cubicBezTo>
                  <a:cubicBezTo>
                    <a:pt x="89012" y="60969"/>
                    <a:pt x="100718" y="74046"/>
                    <a:pt x="113872" y="85571"/>
                  </a:cubicBezTo>
                  <a:cubicBezTo>
                    <a:pt x="138542" y="104621"/>
                    <a:pt x="171499" y="111289"/>
                    <a:pt x="196835" y="129958"/>
                  </a:cubicBezTo>
                  <a:cubicBezTo>
                    <a:pt x="206970" y="137197"/>
                    <a:pt x="215847" y="146046"/>
                    <a:pt x="223124" y="156152"/>
                  </a:cubicBezTo>
                  <a:cubicBezTo>
                    <a:pt x="224991" y="158981"/>
                    <a:pt x="225344" y="162543"/>
                    <a:pt x="224077" y="165677"/>
                  </a:cubicBezTo>
                  <a:cubicBezTo>
                    <a:pt x="222791" y="169163"/>
                    <a:pt x="219590" y="171583"/>
                    <a:pt x="215885" y="171868"/>
                  </a:cubicBezTo>
                  <a:cubicBezTo>
                    <a:pt x="204170" y="173011"/>
                    <a:pt x="190168" y="174249"/>
                    <a:pt x="185024" y="178631"/>
                  </a:cubicBezTo>
                  <a:cubicBezTo>
                    <a:pt x="177214" y="185394"/>
                    <a:pt x="190072" y="200443"/>
                    <a:pt x="193597" y="210159"/>
                  </a:cubicBezTo>
                  <a:cubicBezTo>
                    <a:pt x="204893" y="203015"/>
                    <a:pt x="219838" y="206377"/>
                    <a:pt x="226972" y="217674"/>
                  </a:cubicBezTo>
                  <a:cubicBezTo>
                    <a:pt x="230525" y="223284"/>
                    <a:pt x="231611" y="230104"/>
                    <a:pt x="229982" y="236543"/>
                  </a:cubicBezTo>
                  <a:cubicBezTo>
                    <a:pt x="232192" y="235324"/>
                    <a:pt x="234564" y="234419"/>
                    <a:pt x="237031" y="233876"/>
                  </a:cubicBezTo>
                  <a:cubicBezTo>
                    <a:pt x="251404" y="230428"/>
                    <a:pt x="265853" y="239286"/>
                    <a:pt x="269301" y="253659"/>
                  </a:cubicBezTo>
                  <a:cubicBezTo>
                    <a:pt x="270540" y="258822"/>
                    <a:pt x="270216" y="264232"/>
                    <a:pt x="268368" y="269214"/>
                  </a:cubicBezTo>
                  <a:cubicBezTo>
                    <a:pt x="264558" y="264165"/>
                    <a:pt x="255509" y="268737"/>
                    <a:pt x="254747" y="275024"/>
                  </a:cubicBezTo>
                  <a:cubicBezTo>
                    <a:pt x="254862" y="281472"/>
                    <a:pt x="258233" y="287416"/>
                    <a:pt x="263701" y="290835"/>
                  </a:cubicBezTo>
                  <a:cubicBezTo>
                    <a:pt x="269044" y="294245"/>
                    <a:pt x="273759" y="298560"/>
                    <a:pt x="277607" y="303599"/>
                  </a:cubicBezTo>
                  <a:cubicBezTo>
                    <a:pt x="288656" y="322649"/>
                    <a:pt x="263415" y="351224"/>
                    <a:pt x="279226" y="365892"/>
                  </a:cubicBezTo>
                  <a:cubicBezTo>
                    <a:pt x="290371" y="376370"/>
                    <a:pt x="309421" y="366654"/>
                    <a:pt x="323327" y="373036"/>
                  </a:cubicBezTo>
                  <a:cubicBezTo>
                    <a:pt x="337234" y="379418"/>
                    <a:pt x="339234" y="400944"/>
                    <a:pt x="334853" y="416851"/>
                  </a:cubicBezTo>
                  <a:cubicBezTo>
                    <a:pt x="330471" y="432758"/>
                    <a:pt x="323137" y="449808"/>
                    <a:pt x="329614" y="465048"/>
                  </a:cubicBezTo>
                  <a:cubicBezTo>
                    <a:pt x="335233" y="478287"/>
                    <a:pt x="350188" y="486479"/>
                    <a:pt x="353712" y="500385"/>
                  </a:cubicBezTo>
                  <a:cubicBezTo>
                    <a:pt x="357808" y="516292"/>
                    <a:pt x="345521" y="531151"/>
                    <a:pt x="334662" y="543724"/>
                  </a:cubicBezTo>
                  <a:cubicBezTo>
                    <a:pt x="323804" y="556297"/>
                    <a:pt x="314564" y="574776"/>
                    <a:pt x="322851" y="588873"/>
                  </a:cubicBezTo>
                  <a:close/>
                </a:path>
              </a:pathLst>
            </a:custGeom>
            <a:grpFill/>
            <a:ln w="7144" cap="rnd">
              <a:solidFill>
                <a:schemeClr val="bg1"/>
              </a:solidFill>
              <a:prstDash val="solid"/>
              <a:round/>
            </a:ln>
          </p:spPr>
          <p:txBody>
            <a:bodyPr rtlCol="0" anchor="ctr"/>
            <a:lstStyle/>
            <a:p>
              <a:endParaRPr lang="en-IN"/>
            </a:p>
          </p:txBody>
        </p:sp>
        <p:sp>
          <p:nvSpPr>
            <p:cNvPr id="3625" name="Freeform: Shape 3624"/>
            <p:cNvSpPr/>
            <p:nvPr/>
          </p:nvSpPr>
          <p:spPr>
            <a:xfrm>
              <a:off x="7062244" y="3572967"/>
              <a:ext cx="386346" cy="153185"/>
            </a:xfrm>
            <a:custGeom>
              <a:avLst/>
              <a:gdLst>
                <a:gd name="connsiteX0" fmla="*/ 376828 w 386346"/>
                <a:gd name="connsiteY0" fmla="*/ 140565 h 153185"/>
                <a:gd name="connsiteX1" fmla="*/ 344158 w 386346"/>
                <a:gd name="connsiteY1" fmla="*/ 149518 h 153185"/>
                <a:gd name="connsiteX2" fmla="*/ 336919 w 386346"/>
                <a:gd name="connsiteY2" fmla="*/ 146470 h 153185"/>
                <a:gd name="connsiteX3" fmla="*/ 311582 w 386346"/>
                <a:gd name="connsiteY3" fmla="*/ 132659 h 153185"/>
                <a:gd name="connsiteX4" fmla="*/ 283674 w 386346"/>
                <a:gd name="connsiteY4" fmla="*/ 129897 h 153185"/>
                <a:gd name="connsiteX5" fmla="*/ 260337 w 386346"/>
                <a:gd name="connsiteY5" fmla="*/ 144946 h 153185"/>
                <a:gd name="connsiteX6" fmla="*/ 228809 w 386346"/>
                <a:gd name="connsiteY6" fmla="*/ 143136 h 153185"/>
                <a:gd name="connsiteX7" fmla="*/ 198139 w 386346"/>
                <a:gd name="connsiteY7" fmla="*/ 133611 h 153185"/>
                <a:gd name="connsiteX8" fmla="*/ 110985 w 386346"/>
                <a:gd name="connsiteY8" fmla="*/ 151423 h 153185"/>
                <a:gd name="connsiteX9" fmla="*/ 89935 w 386346"/>
                <a:gd name="connsiteY9" fmla="*/ 146089 h 153185"/>
                <a:gd name="connsiteX10" fmla="*/ 67266 w 386346"/>
                <a:gd name="connsiteY10" fmla="*/ 153233 h 153185"/>
                <a:gd name="connsiteX11" fmla="*/ 41453 w 386346"/>
                <a:gd name="connsiteY11" fmla="*/ 142374 h 153185"/>
                <a:gd name="connsiteX12" fmla="*/ 12878 w 386346"/>
                <a:gd name="connsiteY12" fmla="*/ 139993 h 153185"/>
                <a:gd name="connsiteX13" fmla="*/ 19 w 386346"/>
                <a:gd name="connsiteY13" fmla="*/ 114657 h 153185"/>
                <a:gd name="connsiteX14" fmla="*/ 2972 w 386346"/>
                <a:gd name="connsiteY14" fmla="*/ 103036 h 153185"/>
                <a:gd name="connsiteX15" fmla="*/ 10973 w 386346"/>
                <a:gd name="connsiteY15" fmla="*/ 100845 h 153185"/>
                <a:gd name="connsiteX16" fmla="*/ 27546 w 386346"/>
                <a:gd name="connsiteY16" fmla="*/ 78176 h 153185"/>
                <a:gd name="connsiteX17" fmla="*/ 40977 w 386346"/>
                <a:gd name="connsiteY17" fmla="*/ 53125 h 153185"/>
                <a:gd name="connsiteX18" fmla="*/ 80982 w 386346"/>
                <a:gd name="connsiteY18" fmla="*/ 39981 h 153185"/>
                <a:gd name="connsiteX19" fmla="*/ 167754 w 386346"/>
                <a:gd name="connsiteY19" fmla="*/ 45029 h 153185"/>
                <a:gd name="connsiteX20" fmla="*/ 185757 w 386346"/>
                <a:gd name="connsiteY20" fmla="*/ 48077 h 153185"/>
                <a:gd name="connsiteX21" fmla="*/ 200425 w 386346"/>
                <a:gd name="connsiteY21" fmla="*/ 37695 h 153185"/>
                <a:gd name="connsiteX22" fmla="*/ 238525 w 386346"/>
                <a:gd name="connsiteY22" fmla="*/ 20645 h 153185"/>
                <a:gd name="connsiteX23" fmla="*/ 308820 w 386346"/>
                <a:gd name="connsiteY23" fmla="*/ 833 h 153185"/>
                <a:gd name="connsiteX24" fmla="*/ 318345 w 386346"/>
                <a:gd name="connsiteY24" fmla="*/ 833 h 153185"/>
                <a:gd name="connsiteX25" fmla="*/ 319773 w 386346"/>
                <a:gd name="connsiteY25" fmla="*/ 20550 h 153185"/>
                <a:gd name="connsiteX26" fmla="*/ 313773 w 386346"/>
                <a:gd name="connsiteY26" fmla="*/ 41219 h 153185"/>
                <a:gd name="connsiteX27" fmla="*/ 339490 w 386346"/>
                <a:gd name="connsiteY27" fmla="*/ 49982 h 153185"/>
                <a:gd name="connsiteX28" fmla="*/ 371780 w 386346"/>
                <a:gd name="connsiteY28" fmla="*/ 80462 h 153185"/>
                <a:gd name="connsiteX29" fmla="*/ 385305 w 386346"/>
                <a:gd name="connsiteY29" fmla="*/ 110751 h 153185"/>
                <a:gd name="connsiteX30" fmla="*/ 376828 w 386346"/>
                <a:gd name="connsiteY30" fmla="*/ 140565 h 153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6346" h="153185">
                  <a:moveTo>
                    <a:pt x="376828" y="140565"/>
                  </a:moveTo>
                  <a:cubicBezTo>
                    <a:pt x="367970" y="147994"/>
                    <a:pt x="355587" y="147994"/>
                    <a:pt x="344158" y="149518"/>
                  </a:cubicBezTo>
                  <a:lnTo>
                    <a:pt x="336919" y="146470"/>
                  </a:lnTo>
                  <a:cubicBezTo>
                    <a:pt x="328251" y="142470"/>
                    <a:pt x="320345" y="136945"/>
                    <a:pt x="311582" y="132659"/>
                  </a:cubicBezTo>
                  <a:cubicBezTo>
                    <a:pt x="303028" y="128039"/>
                    <a:pt x="292970" y="127039"/>
                    <a:pt x="283674" y="129897"/>
                  </a:cubicBezTo>
                  <a:cubicBezTo>
                    <a:pt x="275006" y="133230"/>
                    <a:pt x="268910" y="141327"/>
                    <a:pt x="260337" y="144946"/>
                  </a:cubicBezTo>
                  <a:cubicBezTo>
                    <a:pt x="249974" y="148347"/>
                    <a:pt x="238716" y="147699"/>
                    <a:pt x="228809" y="143136"/>
                  </a:cubicBezTo>
                  <a:cubicBezTo>
                    <a:pt x="219037" y="138669"/>
                    <a:pt x="208731" y="135469"/>
                    <a:pt x="198139" y="133611"/>
                  </a:cubicBezTo>
                  <a:cubicBezTo>
                    <a:pt x="168135" y="130754"/>
                    <a:pt x="140036" y="159519"/>
                    <a:pt x="110985" y="151423"/>
                  </a:cubicBezTo>
                  <a:cubicBezTo>
                    <a:pt x="104337" y="148432"/>
                    <a:pt x="97212" y="146623"/>
                    <a:pt x="89935" y="146089"/>
                  </a:cubicBezTo>
                  <a:cubicBezTo>
                    <a:pt x="81934" y="146756"/>
                    <a:pt x="75171" y="153138"/>
                    <a:pt x="67266" y="153233"/>
                  </a:cubicBezTo>
                  <a:cubicBezTo>
                    <a:pt x="57741" y="153233"/>
                    <a:pt x="50597" y="144851"/>
                    <a:pt x="41453" y="142374"/>
                  </a:cubicBezTo>
                  <a:cubicBezTo>
                    <a:pt x="32309" y="139898"/>
                    <a:pt x="21831" y="143708"/>
                    <a:pt x="12878" y="139993"/>
                  </a:cubicBezTo>
                  <a:cubicBezTo>
                    <a:pt x="3667" y="135107"/>
                    <a:pt x="-1476" y="124972"/>
                    <a:pt x="19" y="114657"/>
                  </a:cubicBezTo>
                  <a:cubicBezTo>
                    <a:pt x="476" y="110666"/>
                    <a:pt x="1467" y="106760"/>
                    <a:pt x="2972" y="103036"/>
                  </a:cubicBezTo>
                  <a:cubicBezTo>
                    <a:pt x="5763" y="102884"/>
                    <a:pt x="8487" y="102131"/>
                    <a:pt x="10973" y="100845"/>
                  </a:cubicBezTo>
                  <a:cubicBezTo>
                    <a:pt x="18869" y="95340"/>
                    <a:pt x="24699" y="87367"/>
                    <a:pt x="27546" y="78176"/>
                  </a:cubicBezTo>
                  <a:cubicBezTo>
                    <a:pt x="30280" y="69003"/>
                    <a:pt x="34852" y="60478"/>
                    <a:pt x="40977" y="53125"/>
                  </a:cubicBezTo>
                  <a:cubicBezTo>
                    <a:pt x="51073" y="42933"/>
                    <a:pt x="66694" y="41219"/>
                    <a:pt x="80982" y="39981"/>
                  </a:cubicBezTo>
                  <a:cubicBezTo>
                    <a:pt x="110128" y="37695"/>
                    <a:pt x="140227" y="35409"/>
                    <a:pt x="167754" y="45029"/>
                  </a:cubicBezTo>
                  <a:cubicBezTo>
                    <a:pt x="173336" y="47743"/>
                    <a:pt x="179585" y="48801"/>
                    <a:pt x="185757" y="48077"/>
                  </a:cubicBezTo>
                  <a:cubicBezTo>
                    <a:pt x="191386" y="45800"/>
                    <a:pt x="196406" y="42247"/>
                    <a:pt x="200425" y="37695"/>
                  </a:cubicBezTo>
                  <a:cubicBezTo>
                    <a:pt x="211722" y="29284"/>
                    <a:pt x="224733" y="23464"/>
                    <a:pt x="238525" y="20645"/>
                  </a:cubicBezTo>
                  <a:lnTo>
                    <a:pt x="308820" y="833"/>
                  </a:lnTo>
                  <a:cubicBezTo>
                    <a:pt x="311906" y="-215"/>
                    <a:pt x="315258" y="-215"/>
                    <a:pt x="318345" y="833"/>
                  </a:cubicBezTo>
                  <a:cubicBezTo>
                    <a:pt x="325202" y="3786"/>
                    <a:pt x="323679" y="14168"/>
                    <a:pt x="319773" y="20550"/>
                  </a:cubicBezTo>
                  <a:cubicBezTo>
                    <a:pt x="315868" y="26931"/>
                    <a:pt x="310248" y="34456"/>
                    <a:pt x="313773" y="41219"/>
                  </a:cubicBezTo>
                  <a:cubicBezTo>
                    <a:pt x="317773" y="49887"/>
                    <a:pt x="330156" y="48172"/>
                    <a:pt x="339490" y="49982"/>
                  </a:cubicBezTo>
                  <a:cubicBezTo>
                    <a:pt x="354444" y="52935"/>
                    <a:pt x="363969" y="67317"/>
                    <a:pt x="371780" y="80462"/>
                  </a:cubicBezTo>
                  <a:cubicBezTo>
                    <a:pt x="378047" y="89673"/>
                    <a:pt x="382629" y="99931"/>
                    <a:pt x="385305" y="110751"/>
                  </a:cubicBezTo>
                  <a:cubicBezTo>
                    <a:pt x="387744" y="121486"/>
                    <a:pt x="384553" y="132726"/>
                    <a:pt x="376828" y="140565"/>
                  </a:cubicBezTo>
                  <a:close/>
                </a:path>
              </a:pathLst>
            </a:custGeom>
            <a:grpFill/>
            <a:ln w="7144" cap="rnd">
              <a:solidFill>
                <a:schemeClr val="bg1"/>
              </a:solidFill>
              <a:prstDash val="solid"/>
              <a:round/>
            </a:ln>
          </p:spPr>
          <p:txBody>
            <a:bodyPr rtlCol="0" anchor="ctr"/>
            <a:lstStyle/>
            <a:p>
              <a:endParaRPr lang="en-IN"/>
            </a:p>
          </p:txBody>
        </p:sp>
        <p:sp>
          <p:nvSpPr>
            <p:cNvPr id="3626" name="Freeform: Shape 3625"/>
            <p:cNvSpPr/>
            <p:nvPr/>
          </p:nvSpPr>
          <p:spPr>
            <a:xfrm>
              <a:off x="5948838" y="4141386"/>
              <a:ext cx="845534" cy="720585"/>
            </a:xfrm>
            <a:custGeom>
              <a:avLst/>
              <a:gdLst>
                <a:gd name="connsiteX0" fmla="*/ 845297 w 845534"/>
                <a:gd name="connsiteY0" fmla="*/ 134787 h 720585"/>
                <a:gd name="connsiteX1" fmla="*/ 819960 w 845534"/>
                <a:gd name="connsiteY1" fmla="*/ 140407 h 720585"/>
                <a:gd name="connsiteX2" fmla="*/ 799196 w 845534"/>
                <a:gd name="connsiteY2" fmla="*/ 145074 h 720585"/>
                <a:gd name="connsiteX3" fmla="*/ 778527 w 845534"/>
                <a:gd name="connsiteY3" fmla="*/ 160314 h 720585"/>
                <a:gd name="connsiteX4" fmla="*/ 761191 w 845534"/>
                <a:gd name="connsiteY4" fmla="*/ 179364 h 720585"/>
                <a:gd name="connsiteX5" fmla="*/ 769097 w 845534"/>
                <a:gd name="connsiteY5" fmla="*/ 244801 h 720585"/>
                <a:gd name="connsiteX6" fmla="*/ 778051 w 845534"/>
                <a:gd name="connsiteY6" fmla="*/ 255660 h 720585"/>
                <a:gd name="connsiteX7" fmla="*/ 773926 w 845534"/>
                <a:gd name="connsiteY7" fmla="*/ 267347 h 720585"/>
                <a:gd name="connsiteX8" fmla="*/ 773859 w 845534"/>
                <a:gd name="connsiteY8" fmla="*/ 267375 h 720585"/>
                <a:gd name="connsiteX9" fmla="*/ 778908 w 845534"/>
                <a:gd name="connsiteY9" fmla="*/ 272900 h 720585"/>
                <a:gd name="connsiteX10" fmla="*/ 753095 w 845534"/>
                <a:gd name="connsiteY10" fmla="*/ 296141 h 720585"/>
                <a:gd name="connsiteX11" fmla="*/ 753095 w 845534"/>
                <a:gd name="connsiteY11" fmla="*/ 326716 h 720585"/>
                <a:gd name="connsiteX12" fmla="*/ 738426 w 845534"/>
                <a:gd name="connsiteY12" fmla="*/ 337670 h 720585"/>
                <a:gd name="connsiteX13" fmla="*/ 713947 w 845534"/>
                <a:gd name="connsiteY13" fmla="*/ 361768 h 720585"/>
                <a:gd name="connsiteX14" fmla="*/ 701946 w 845534"/>
                <a:gd name="connsiteY14" fmla="*/ 382914 h 720585"/>
                <a:gd name="connsiteX15" fmla="*/ 674323 w 845534"/>
                <a:gd name="connsiteY15" fmla="*/ 398820 h 720585"/>
                <a:gd name="connsiteX16" fmla="*/ 602695 w 845534"/>
                <a:gd name="connsiteY16" fmla="*/ 425014 h 720585"/>
                <a:gd name="connsiteX17" fmla="*/ 595075 w 845534"/>
                <a:gd name="connsiteY17" fmla="*/ 426062 h 720585"/>
                <a:gd name="connsiteX18" fmla="*/ 589075 w 845534"/>
                <a:gd name="connsiteY18" fmla="*/ 421014 h 720585"/>
                <a:gd name="connsiteX19" fmla="*/ 559928 w 845534"/>
                <a:gd name="connsiteY19" fmla="*/ 419966 h 720585"/>
                <a:gd name="connsiteX20" fmla="*/ 539926 w 845534"/>
                <a:gd name="connsiteY20" fmla="*/ 443778 h 720585"/>
                <a:gd name="connsiteX21" fmla="*/ 521923 w 845534"/>
                <a:gd name="connsiteY21" fmla="*/ 469305 h 720585"/>
                <a:gd name="connsiteX22" fmla="*/ 494586 w 845534"/>
                <a:gd name="connsiteY22" fmla="*/ 487784 h 720585"/>
                <a:gd name="connsiteX23" fmla="*/ 481156 w 845534"/>
                <a:gd name="connsiteY23" fmla="*/ 517978 h 720585"/>
                <a:gd name="connsiteX24" fmla="*/ 465821 w 845534"/>
                <a:gd name="connsiteY24" fmla="*/ 517978 h 720585"/>
                <a:gd name="connsiteX25" fmla="*/ 428769 w 845534"/>
                <a:gd name="connsiteY25" fmla="*/ 541695 h 720585"/>
                <a:gd name="connsiteX26" fmla="*/ 421720 w 845534"/>
                <a:gd name="connsiteY26" fmla="*/ 559698 h 720585"/>
                <a:gd name="connsiteX27" fmla="*/ 383620 w 845534"/>
                <a:gd name="connsiteY27" fmla="*/ 571032 h 720585"/>
                <a:gd name="connsiteX28" fmla="*/ 346663 w 845534"/>
                <a:gd name="connsiteY28" fmla="*/ 544934 h 720585"/>
                <a:gd name="connsiteX29" fmla="*/ 331995 w 845534"/>
                <a:gd name="connsiteY29" fmla="*/ 525027 h 720585"/>
                <a:gd name="connsiteX30" fmla="*/ 295990 w 845534"/>
                <a:gd name="connsiteY30" fmla="*/ 530837 h 720585"/>
                <a:gd name="connsiteX31" fmla="*/ 280369 w 845534"/>
                <a:gd name="connsiteY31" fmla="*/ 566746 h 720585"/>
                <a:gd name="connsiteX32" fmla="*/ 248079 w 845534"/>
                <a:gd name="connsiteY32" fmla="*/ 564270 h 720585"/>
                <a:gd name="connsiteX33" fmla="*/ 236173 w 845534"/>
                <a:gd name="connsiteY33" fmla="*/ 596940 h 720585"/>
                <a:gd name="connsiteX34" fmla="*/ 246841 w 845534"/>
                <a:gd name="connsiteY34" fmla="*/ 631326 h 720585"/>
                <a:gd name="connsiteX35" fmla="*/ 174070 w 845534"/>
                <a:gd name="connsiteY35" fmla="*/ 654757 h 720585"/>
                <a:gd name="connsiteX36" fmla="*/ 172356 w 845534"/>
                <a:gd name="connsiteY36" fmla="*/ 618276 h 720585"/>
                <a:gd name="connsiteX37" fmla="*/ 140133 w 845534"/>
                <a:gd name="connsiteY37" fmla="*/ 613323 h 720585"/>
                <a:gd name="connsiteX38" fmla="*/ 138923 w 845534"/>
                <a:gd name="connsiteY38" fmla="*/ 614276 h 720585"/>
                <a:gd name="connsiteX39" fmla="*/ 132256 w 845534"/>
                <a:gd name="connsiteY39" fmla="*/ 677046 h 720585"/>
                <a:gd name="connsiteX40" fmla="*/ 89393 w 845534"/>
                <a:gd name="connsiteY40" fmla="*/ 694572 h 720585"/>
                <a:gd name="connsiteX41" fmla="*/ 62056 w 845534"/>
                <a:gd name="connsiteY41" fmla="*/ 717432 h 720585"/>
                <a:gd name="connsiteX42" fmla="*/ -237 w 845534"/>
                <a:gd name="connsiteY42" fmla="*/ 719813 h 720585"/>
                <a:gd name="connsiteX43" fmla="*/ 26623 w 845534"/>
                <a:gd name="connsiteY43" fmla="*/ 653138 h 720585"/>
                <a:gd name="connsiteX44" fmla="*/ 42625 w 845534"/>
                <a:gd name="connsiteY44" fmla="*/ 638755 h 720585"/>
                <a:gd name="connsiteX45" fmla="*/ 42625 w 845534"/>
                <a:gd name="connsiteY45" fmla="*/ 638755 h 720585"/>
                <a:gd name="connsiteX46" fmla="*/ 80725 w 845534"/>
                <a:gd name="connsiteY46" fmla="*/ 610942 h 720585"/>
                <a:gd name="connsiteX47" fmla="*/ 115587 w 845534"/>
                <a:gd name="connsiteY47" fmla="*/ 553792 h 720585"/>
                <a:gd name="connsiteX48" fmla="*/ 108538 w 845534"/>
                <a:gd name="connsiteY48" fmla="*/ 520264 h 720585"/>
                <a:gd name="connsiteX49" fmla="*/ 107300 w 845534"/>
                <a:gd name="connsiteY49" fmla="*/ 516454 h 720585"/>
                <a:gd name="connsiteX50" fmla="*/ 107300 w 845534"/>
                <a:gd name="connsiteY50" fmla="*/ 516454 h 720585"/>
                <a:gd name="connsiteX51" fmla="*/ 77392 w 845534"/>
                <a:gd name="connsiteY51" fmla="*/ 426919 h 720585"/>
                <a:gd name="connsiteX52" fmla="*/ 79296 w 845534"/>
                <a:gd name="connsiteY52" fmla="*/ 397868 h 720585"/>
                <a:gd name="connsiteX53" fmla="*/ 107871 w 845534"/>
                <a:gd name="connsiteY53" fmla="*/ 399297 h 720585"/>
                <a:gd name="connsiteX54" fmla="*/ 157687 w 845534"/>
                <a:gd name="connsiteY54" fmla="*/ 421871 h 720585"/>
                <a:gd name="connsiteX55" fmla="*/ 181976 w 845534"/>
                <a:gd name="connsiteY55" fmla="*/ 432825 h 720585"/>
                <a:gd name="connsiteX56" fmla="*/ 174546 w 845534"/>
                <a:gd name="connsiteY56" fmla="*/ 391391 h 720585"/>
                <a:gd name="connsiteX57" fmla="*/ 173975 w 845534"/>
                <a:gd name="connsiteY57" fmla="*/ 391391 h 720585"/>
                <a:gd name="connsiteX58" fmla="*/ 126350 w 845534"/>
                <a:gd name="connsiteY58" fmla="*/ 387486 h 720585"/>
                <a:gd name="connsiteX59" fmla="*/ 121587 w 845534"/>
                <a:gd name="connsiteY59" fmla="*/ 340527 h 720585"/>
                <a:gd name="connsiteX60" fmla="*/ 108919 w 845534"/>
                <a:gd name="connsiteY60" fmla="*/ 293474 h 720585"/>
                <a:gd name="connsiteX61" fmla="*/ 168450 w 845534"/>
                <a:gd name="connsiteY61" fmla="*/ 252707 h 720585"/>
                <a:gd name="connsiteX62" fmla="*/ 176833 w 845534"/>
                <a:gd name="connsiteY62" fmla="*/ 234609 h 720585"/>
                <a:gd name="connsiteX63" fmla="*/ 231792 w 845534"/>
                <a:gd name="connsiteY63" fmla="*/ 232038 h 720585"/>
                <a:gd name="connsiteX64" fmla="*/ 267796 w 845534"/>
                <a:gd name="connsiteY64" fmla="*/ 190318 h 720585"/>
                <a:gd name="connsiteX65" fmla="*/ 284751 w 845534"/>
                <a:gd name="connsiteY65" fmla="*/ 134597 h 720585"/>
                <a:gd name="connsiteX66" fmla="*/ 301991 w 845534"/>
                <a:gd name="connsiteY66" fmla="*/ 109737 h 720585"/>
                <a:gd name="connsiteX67" fmla="*/ 288466 w 845534"/>
                <a:gd name="connsiteY67" fmla="*/ 88305 h 720585"/>
                <a:gd name="connsiteX68" fmla="*/ 302562 w 845534"/>
                <a:gd name="connsiteY68" fmla="*/ 62683 h 720585"/>
                <a:gd name="connsiteX69" fmla="*/ 334281 w 845534"/>
                <a:gd name="connsiteY69" fmla="*/ 55158 h 720585"/>
                <a:gd name="connsiteX70" fmla="*/ 363999 w 845534"/>
                <a:gd name="connsiteY70" fmla="*/ 33727 h 720585"/>
                <a:gd name="connsiteX71" fmla="*/ 395336 w 845534"/>
                <a:gd name="connsiteY71" fmla="*/ 48300 h 720585"/>
                <a:gd name="connsiteX72" fmla="*/ 431721 w 845534"/>
                <a:gd name="connsiteY72" fmla="*/ 32584 h 720585"/>
                <a:gd name="connsiteX73" fmla="*/ 474203 w 845534"/>
                <a:gd name="connsiteY73" fmla="*/ 15153 h 720585"/>
                <a:gd name="connsiteX74" fmla="*/ 506588 w 845534"/>
                <a:gd name="connsiteY74" fmla="*/ 41919 h 720585"/>
                <a:gd name="connsiteX75" fmla="*/ 502587 w 845534"/>
                <a:gd name="connsiteY75" fmla="*/ 79352 h 720585"/>
                <a:gd name="connsiteX76" fmla="*/ 534687 w 845534"/>
                <a:gd name="connsiteY76" fmla="*/ 82209 h 720585"/>
                <a:gd name="connsiteX77" fmla="*/ 566500 w 845534"/>
                <a:gd name="connsiteY77" fmla="*/ 66969 h 720585"/>
                <a:gd name="connsiteX78" fmla="*/ 597647 w 845534"/>
                <a:gd name="connsiteY78" fmla="*/ 79352 h 720585"/>
                <a:gd name="connsiteX79" fmla="*/ 629746 w 845534"/>
                <a:gd name="connsiteY79" fmla="*/ 83067 h 720585"/>
                <a:gd name="connsiteX80" fmla="*/ 636700 w 845534"/>
                <a:gd name="connsiteY80" fmla="*/ 43347 h 720585"/>
                <a:gd name="connsiteX81" fmla="*/ 642986 w 845534"/>
                <a:gd name="connsiteY81" fmla="*/ 3438 h 720585"/>
                <a:gd name="connsiteX82" fmla="*/ 682896 w 845534"/>
                <a:gd name="connsiteY82" fmla="*/ 11724 h 720585"/>
                <a:gd name="connsiteX83" fmla="*/ 739284 w 845534"/>
                <a:gd name="connsiteY83" fmla="*/ 55254 h 720585"/>
                <a:gd name="connsiteX84" fmla="*/ 766620 w 845534"/>
                <a:gd name="connsiteY84" fmla="*/ 87829 h 720585"/>
                <a:gd name="connsiteX85" fmla="*/ 773669 w 845534"/>
                <a:gd name="connsiteY85" fmla="*/ 94782 h 720585"/>
                <a:gd name="connsiteX86" fmla="*/ 785290 w 845534"/>
                <a:gd name="connsiteY86" fmla="*/ 89925 h 720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845534" h="720585">
                  <a:moveTo>
                    <a:pt x="845297" y="134787"/>
                  </a:moveTo>
                  <a:cubicBezTo>
                    <a:pt x="836982" y="137188"/>
                    <a:pt x="828514" y="139064"/>
                    <a:pt x="819960" y="140407"/>
                  </a:cubicBezTo>
                  <a:cubicBezTo>
                    <a:pt x="812874" y="141102"/>
                    <a:pt x="805902" y="142664"/>
                    <a:pt x="799196" y="145074"/>
                  </a:cubicBezTo>
                  <a:cubicBezTo>
                    <a:pt x="791462" y="148894"/>
                    <a:pt x="784461" y="154056"/>
                    <a:pt x="778527" y="160314"/>
                  </a:cubicBezTo>
                  <a:cubicBezTo>
                    <a:pt x="771926" y="165867"/>
                    <a:pt x="766097" y="172268"/>
                    <a:pt x="761191" y="179364"/>
                  </a:cubicBezTo>
                  <a:cubicBezTo>
                    <a:pt x="748876" y="200481"/>
                    <a:pt x="752104" y="227218"/>
                    <a:pt x="769097" y="244801"/>
                  </a:cubicBezTo>
                  <a:cubicBezTo>
                    <a:pt x="772764" y="247801"/>
                    <a:pt x="775803" y="251488"/>
                    <a:pt x="778051" y="255660"/>
                  </a:cubicBezTo>
                  <a:cubicBezTo>
                    <a:pt x="780136" y="260022"/>
                    <a:pt x="778289" y="265261"/>
                    <a:pt x="773926" y="267347"/>
                  </a:cubicBezTo>
                  <a:cubicBezTo>
                    <a:pt x="773898" y="267356"/>
                    <a:pt x="773879" y="267366"/>
                    <a:pt x="773859" y="267375"/>
                  </a:cubicBezTo>
                  <a:cubicBezTo>
                    <a:pt x="775479" y="269280"/>
                    <a:pt x="777193" y="271090"/>
                    <a:pt x="778908" y="272900"/>
                  </a:cubicBezTo>
                  <a:cubicBezTo>
                    <a:pt x="768430" y="276900"/>
                    <a:pt x="755571" y="285187"/>
                    <a:pt x="753095" y="296141"/>
                  </a:cubicBezTo>
                  <a:cubicBezTo>
                    <a:pt x="750618" y="307095"/>
                    <a:pt x="757762" y="317667"/>
                    <a:pt x="753095" y="326716"/>
                  </a:cubicBezTo>
                  <a:cubicBezTo>
                    <a:pt x="749323" y="331660"/>
                    <a:pt x="744237" y="335451"/>
                    <a:pt x="738426" y="337670"/>
                  </a:cubicBezTo>
                  <a:cubicBezTo>
                    <a:pt x="728206" y="343299"/>
                    <a:pt x="719729" y="351634"/>
                    <a:pt x="713947" y="361768"/>
                  </a:cubicBezTo>
                  <a:cubicBezTo>
                    <a:pt x="710642" y="369188"/>
                    <a:pt x="706623" y="376275"/>
                    <a:pt x="701946" y="382914"/>
                  </a:cubicBezTo>
                  <a:cubicBezTo>
                    <a:pt x="694250" y="390486"/>
                    <a:pt x="684744" y="395963"/>
                    <a:pt x="674323" y="398820"/>
                  </a:cubicBezTo>
                  <a:lnTo>
                    <a:pt x="602695" y="425014"/>
                  </a:lnTo>
                  <a:cubicBezTo>
                    <a:pt x="600342" y="426195"/>
                    <a:pt x="597657" y="426567"/>
                    <a:pt x="595075" y="426062"/>
                  </a:cubicBezTo>
                  <a:cubicBezTo>
                    <a:pt x="592751" y="424814"/>
                    <a:pt x="590703" y="423090"/>
                    <a:pt x="589075" y="421014"/>
                  </a:cubicBezTo>
                  <a:cubicBezTo>
                    <a:pt x="580664" y="414251"/>
                    <a:pt x="568805" y="413822"/>
                    <a:pt x="559928" y="419966"/>
                  </a:cubicBezTo>
                  <a:cubicBezTo>
                    <a:pt x="551365" y="426090"/>
                    <a:pt x="544478" y="434282"/>
                    <a:pt x="539926" y="443778"/>
                  </a:cubicBezTo>
                  <a:cubicBezTo>
                    <a:pt x="535315" y="453189"/>
                    <a:pt x="529238" y="461800"/>
                    <a:pt x="521923" y="469305"/>
                  </a:cubicBezTo>
                  <a:cubicBezTo>
                    <a:pt x="513636" y="476544"/>
                    <a:pt x="502873" y="480450"/>
                    <a:pt x="494586" y="487784"/>
                  </a:cubicBezTo>
                  <a:cubicBezTo>
                    <a:pt x="486157" y="495575"/>
                    <a:pt x="481299" y="506501"/>
                    <a:pt x="481156" y="517978"/>
                  </a:cubicBezTo>
                  <a:cubicBezTo>
                    <a:pt x="476060" y="517454"/>
                    <a:pt x="470917" y="517454"/>
                    <a:pt x="465821" y="517978"/>
                  </a:cubicBezTo>
                  <a:cubicBezTo>
                    <a:pt x="450229" y="519035"/>
                    <a:pt x="436255" y="527979"/>
                    <a:pt x="428769" y="541695"/>
                  </a:cubicBezTo>
                  <a:cubicBezTo>
                    <a:pt x="426816" y="547848"/>
                    <a:pt x="424463" y="553859"/>
                    <a:pt x="421720" y="559698"/>
                  </a:cubicBezTo>
                  <a:cubicBezTo>
                    <a:pt x="414291" y="571604"/>
                    <a:pt x="397622" y="574271"/>
                    <a:pt x="383620" y="571032"/>
                  </a:cubicBezTo>
                  <a:cubicBezTo>
                    <a:pt x="368466" y="567270"/>
                    <a:pt x="355274" y="557955"/>
                    <a:pt x="346663" y="544934"/>
                  </a:cubicBezTo>
                  <a:cubicBezTo>
                    <a:pt x="343053" y="537438"/>
                    <a:pt x="338081" y="530694"/>
                    <a:pt x="331995" y="525027"/>
                  </a:cubicBezTo>
                  <a:cubicBezTo>
                    <a:pt x="320155" y="518054"/>
                    <a:pt x="305039" y="520502"/>
                    <a:pt x="295990" y="530837"/>
                  </a:cubicBezTo>
                  <a:cubicBezTo>
                    <a:pt x="287303" y="540971"/>
                    <a:pt x="281865" y="553487"/>
                    <a:pt x="280369" y="566746"/>
                  </a:cubicBezTo>
                  <a:cubicBezTo>
                    <a:pt x="272025" y="557373"/>
                    <a:pt x="257757" y="556278"/>
                    <a:pt x="248079" y="564270"/>
                  </a:cubicBezTo>
                  <a:cubicBezTo>
                    <a:pt x="239078" y="572604"/>
                    <a:pt x="234649" y="584767"/>
                    <a:pt x="236173" y="596940"/>
                  </a:cubicBezTo>
                  <a:cubicBezTo>
                    <a:pt x="237831" y="608904"/>
                    <a:pt x="241431" y="620524"/>
                    <a:pt x="246841" y="631326"/>
                  </a:cubicBezTo>
                  <a:cubicBezTo>
                    <a:pt x="220067" y="622496"/>
                    <a:pt x="190653" y="631964"/>
                    <a:pt x="174070" y="654757"/>
                  </a:cubicBezTo>
                  <a:cubicBezTo>
                    <a:pt x="180043" y="643165"/>
                    <a:pt x="179395" y="629259"/>
                    <a:pt x="172356" y="618276"/>
                  </a:cubicBezTo>
                  <a:cubicBezTo>
                    <a:pt x="164821" y="608008"/>
                    <a:pt x="150401" y="605789"/>
                    <a:pt x="140133" y="613323"/>
                  </a:cubicBezTo>
                  <a:cubicBezTo>
                    <a:pt x="139723" y="613628"/>
                    <a:pt x="139314" y="613943"/>
                    <a:pt x="138923" y="614276"/>
                  </a:cubicBezTo>
                  <a:cubicBezTo>
                    <a:pt x="123969" y="630087"/>
                    <a:pt x="144067" y="658853"/>
                    <a:pt x="132256" y="677046"/>
                  </a:cubicBezTo>
                  <a:cubicBezTo>
                    <a:pt x="123588" y="690285"/>
                    <a:pt x="104252" y="689142"/>
                    <a:pt x="89393" y="694572"/>
                  </a:cubicBezTo>
                  <a:cubicBezTo>
                    <a:pt x="78077" y="699086"/>
                    <a:pt x="68495" y="707097"/>
                    <a:pt x="62056" y="717432"/>
                  </a:cubicBezTo>
                  <a:cubicBezTo>
                    <a:pt x="41454" y="720642"/>
                    <a:pt x="20546" y="721442"/>
                    <a:pt x="-237" y="719813"/>
                  </a:cubicBezTo>
                  <a:cubicBezTo>
                    <a:pt x="525" y="695105"/>
                    <a:pt x="10050" y="671473"/>
                    <a:pt x="26623" y="653138"/>
                  </a:cubicBezTo>
                  <a:cubicBezTo>
                    <a:pt x="31519" y="647871"/>
                    <a:pt x="36872" y="643060"/>
                    <a:pt x="42625" y="638755"/>
                  </a:cubicBezTo>
                  <a:lnTo>
                    <a:pt x="42625" y="638755"/>
                  </a:lnTo>
                  <a:cubicBezTo>
                    <a:pt x="54912" y="629230"/>
                    <a:pt x="68438" y="620658"/>
                    <a:pt x="80725" y="610942"/>
                  </a:cubicBezTo>
                  <a:cubicBezTo>
                    <a:pt x="98727" y="596655"/>
                    <a:pt x="115015" y="577033"/>
                    <a:pt x="115587" y="553792"/>
                  </a:cubicBezTo>
                  <a:cubicBezTo>
                    <a:pt x="115196" y="542295"/>
                    <a:pt x="112805" y="530951"/>
                    <a:pt x="108538" y="520264"/>
                  </a:cubicBezTo>
                  <a:lnTo>
                    <a:pt x="107300" y="516454"/>
                  </a:lnTo>
                  <a:lnTo>
                    <a:pt x="107300" y="516454"/>
                  </a:lnTo>
                  <a:lnTo>
                    <a:pt x="77392" y="426919"/>
                  </a:lnTo>
                  <a:cubicBezTo>
                    <a:pt x="74153" y="417394"/>
                    <a:pt x="71486" y="404726"/>
                    <a:pt x="79296" y="397868"/>
                  </a:cubicBezTo>
                  <a:cubicBezTo>
                    <a:pt x="87107" y="391010"/>
                    <a:pt x="98346" y="395201"/>
                    <a:pt x="107871" y="399297"/>
                  </a:cubicBezTo>
                  <a:lnTo>
                    <a:pt x="157687" y="421871"/>
                  </a:lnTo>
                  <a:lnTo>
                    <a:pt x="181976" y="432825"/>
                  </a:lnTo>
                  <a:cubicBezTo>
                    <a:pt x="195216" y="423300"/>
                    <a:pt x="188929" y="399773"/>
                    <a:pt x="174546" y="391391"/>
                  </a:cubicBezTo>
                  <a:lnTo>
                    <a:pt x="173975" y="391391"/>
                  </a:lnTo>
                  <a:cubicBezTo>
                    <a:pt x="159687" y="383485"/>
                    <a:pt x="142161" y="385295"/>
                    <a:pt x="126350" y="387486"/>
                  </a:cubicBezTo>
                  <a:cubicBezTo>
                    <a:pt x="138066" y="375103"/>
                    <a:pt x="130636" y="354910"/>
                    <a:pt x="121587" y="340527"/>
                  </a:cubicBezTo>
                  <a:cubicBezTo>
                    <a:pt x="112539" y="326145"/>
                    <a:pt x="101871" y="309000"/>
                    <a:pt x="108919" y="293474"/>
                  </a:cubicBezTo>
                  <a:cubicBezTo>
                    <a:pt x="119111" y="270995"/>
                    <a:pt x="156544" y="274424"/>
                    <a:pt x="168450" y="252707"/>
                  </a:cubicBezTo>
                  <a:cubicBezTo>
                    <a:pt x="170679" y="246430"/>
                    <a:pt x="173489" y="240372"/>
                    <a:pt x="176833" y="234609"/>
                  </a:cubicBezTo>
                  <a:cubicBezTo>
                    <a:pt x="189120" y="219941"/>
                    <a:pt x="212742" y="234609"/>
                    <a:pt x="231792" y="232038"/>
                  </a:cubicBezTo>
                  <a:cubicBezTo>
                    <a:pt x="250842" y="229466"/>
                    <a:pt x="263034" y="209273"/>
                    <a:pt x="267796" y="190318"/>
                  </a:cubicBezTo>
                  <a:cubicBezTo>
                    <a:pt x="272559" y="171363"/>
                    <a:pt x="273607" y="150694"/>
                    <a:pt x="284751" y="134597"/>
                  </a:cubicBezTo>
                  <a:cubicBezTo>
                    <a:pt x="291656" y="127177"/>
                    <a:pt x="297466" y="118804"/>
                    <a:pt x="301991" y="109737"/>
                  </a:cubicBezTo>
                  <a:cubicBezTo>
                    <a:pt x="305134" y="100212"/>
                    <a:pt x="298467" y="86496"/>
                    <a:pt x="288466" y="88305"/>
                  </a:cubicBezTo>
                  <a:cubicBezTo>
                    <a:pt x="283893" y="78780"/>
                    <a:pt x="292466" y="66969"/>
                    <a:pt x="302562" y="62683"/>
                  </a:cubicBezTo>
                  <a:cubicBezTo>
                    <a:pt x="312659" y="58397"/>
                    <a:pt x="323899" y="58683"/>
                    <a:pt x="334281" y="55158"/>
                  </a:cubicBezTo>
                  <a:cubicBezTo>
                    <a:pt x="345834" y="50634"/>
                    <a:pt x="356055" y="43262"/>
                    <a:pt x="363999" y="33727"/>
                  </a:cubicBezTo>
                  <a:cubicBezTo>
                    <a:pt x="372295" y="42281"/>
                    <a:pt x="383449" y="47462"/>
                    <a:pt x="395336" y="48300"/>
                  </a:cubicBezTo>
                  <a:cubicBezTo>
                    <a:pt x="408747" y="46767"/>
                    <a:pt x="421406" y="41290"/>
                    <a:pt x="431721" y="32584"/>
                  </a:cubicBezTo>
                  <a:cubicBezTo>
                    <a:pt x="443885" y="22764"/>
                    <a:pt x="458649" y="16706"/>
                    <a:pt x="474203" y="15153"/>
                  </a:cubicBezTo>
                  <a:cubicBezTo>
                    <a:pt x="489824" y="15153"/>
                    <a:pt x="506493" y="26298"/>
                    <a:pt x="506588" y="41919"/>
                  </a:cubicBezTo>
                  <a:cubicBezTo>
                    <a:pt x="506588" y="54777"/>
                    <a:pt x="496015" y="68208"/>
                    <a:pt x="502587" y="79352"/>
                  </a:cubicBezTo>
                  <a:cubicBezTo>
                    <a:pt x="509160" y="90496"/>
                    <a:pt x="524209" y="88020"/>
                    <a:pt x="534687" y="82209"/>
                  </a:cubicBezTo>
                  <a:cubicBezTo>
                    <a:pt x="545164" y="76399"/>
                    <a:pt x="554594" y="67446"/>
                    <a:pt x="566500" y="66969"/>
                  </a:cubicBezTo>
                  <a:cubicBezTo>
                    <a:pt x="577854" y="68036"/>
                    <a:pt x="588665" y="72332"/>
                    <a:pt x="597647" y="79352"/>
                  </a:cubicBezTo>
                  <a:cubicBezTo>
                    <a:pt x="607172" y="84972"/>
                    <a:pt x="620221" y="88877"/>
                    <a:pt x="629746" y="83067"/>
                  </a:cubicBezTo>
                  <a:cubicBezTo>
                    <a:pt x="641843" y="75351"/>
                    <a:pt x="640033" y="57349"/>
                    <a:pt x="636700" y="43347"/>
                  </a:cubicBezTo>
                  <a:cubicBezTo>
                    <a:pt x="633366" y="29346"/>
                    <a:pt x="631175" y="11629"/>
                    <a:pt x="642986" y="3438"/>
                  </a:cubicBezTo>
                  <a:cubicBezTo>
                    <a:pt x="654797" y="-4754"/>
                    <a:pt x="670990" y="3438"/>
                    <a:pt x="682896" y="11724"/>
                  </a:cubicBezTo>
                  <a:cubicBezTo>
                    <a:pt x="702812" y="24716"/>
                    <a:pt x="721672" y="39271"/>
                    <a:pt x="739284" y="55254"/>
                  </a:cubicBezTo>
                  <a:cubicBezTo>
                    <a:pt x="749733" y="64912"/>
                    <a:pt x="758915" y="75866"/>
                    <a:pt x="766620" y="87829"/>
                  </a:cubicBezTo>
                  <a:cubicBezTo>
                    <a:pt x="768068" y="90915"/>
                    <a:pt x="770564" y="93382"/>
                    <a:pt x="773669" y="94782"/>
                  </a:cubicBezTo>
                  <a:cubicBezTo>
                    <a:pt x="778146" y="96211"/>
                    <a:pt x="781670" y="93163"/>
                    <a:pt x="785290" y="89925"/>
                  </a:cubicBezTo>
                  <a:close/>
                </a:path>
              </a:pathLst>
            </a:custGeom>
            <a:grpFill/>
            <a:ln w="7144" cap="rnd">
              <a:solidFill>
                <a:schemeClr val="bg1"/>
              </a:solidFill>
              <a:prstDash val="solid"/>
              <a:round/>
            </a:ln>
          </p:spPr>
          <p:txBody>
            <a:bodyPr rtlCol="0" anchor="ctr"/>
            <a:lstStyle/>
            <a:p>
              <a:endParaRPr lang="en-IN"/>
            </a:p>
          </p:txBody>
        </p:sp>
        <p:sp>
          <p:nvSpPr>
            <p:cNvPr id="3629" name="Freeform: Shape 3628"/>
            <p:cNvSpPr/>
            <p:nvPr/>
          </p:nvSpPr>
          <p:spPr>
            <a:xfrm>
              <a:off x="6559069" y="3427068"/>
              <a:ext cx="500574" cy="850391"/>
            </a:xfrm>
            <a:custGeom>
              <a:avLst/>
              <a:gdLst>
                <a:gd name="connsiteX0" fmla="*/ 500337 w 500574"/>
                <a:gd name="connsiteY0" fmla="*/ 71294 h 850391"/>
                <a:gd name="connsiteX1" fmla="*/ 496241 w 500574"/>
                <a:gd name="connsiteY1" fmla="*/ 94726 h 850391"/>
                <a:gd name="connsiteX2" fmla="*/ 476430 w 500574"/>
                <a:gd name="connsiteY2" fmla="*/ 134826 h 850391"/>
                <a:gd name="connsiteX3" fmla="*/ 471190 w 500574"/>
                <a:gd name="connsiteY3" fmla="*/ 146732 h 850391"/>
                <a:gd name="connsiteX4" fmla="*/ 466333 w 500574"/>
                <a:gd name="connsiteY4" fmla="*/ 146732 h 850391"/>
                <a:gd name="connsiteX5" fmla="*/ 451826 w 500574"/>
                <a:gd name="connsiteY5" fmla="*/ 164106 h 850391"/>
                <a:gd name="connsiteX6" fmla="*/ 451950 w 500574"/>
                <a:gd name="connsiteY6" fmla="*/ 165115 h 850391"/>
                <a:gd name="connsiteX7" fmla="*/ 454617 w 500574"/>
                <a:gd name="connsiteY7" fmla="*/ 172259 h 850391"/>
                <a:gd name="connsiteX8" fmla="*/ 452807 w 500574"/>
                <a:gd name="connsiteY8" fmla="*/ 179212 h 850391"/>
                <a:gd name="connsiteX9" fmla="*/ 445283 w 500574"/>
                <a:gd name="connsiteY9" fmla="*/ 179212 h 850391"/>
                <a:gd name="connsiteX10" fmla="*/ 423471 w 500574"/>
                <a:gd name="connsiteY10" fmla="*/ 146732 h 850391"/>
                <a:gd name="connsiteX11" fmla="*/ 420613 w 500574"/>
                <a:gd name="connsiteY11" fmla="*/ 125110 h 850391"/>
                <a:gd name="connsiteX12" fmla="*/ 408516 w 500574"/>
                <a:gd name="connsiteY12" fmla="*/ 117109 h 850391"/>
                <a:gd name="connsiteX13" fmla="*/ 390514 w 500574"/>
                <a:gd name="connsiteY13" fmla="*/ 114252 h 850391"/>
                <a:gd name="connsiteX14" fmla="*/ 375750 w 500574"/>
                <a:gd name="connsiteY14" fmla="*/ 123777 h 850391"/>
                <a:gd name="connsiteX15" fmla="*/ 374417 w 500574"/>
                <a:gd name="connsiteY15" fmla="*/ 143589 h 850391"/>
                <a:gd name="connsiteX16" fmla="*/ 364034 w 500574"/>
                <a:gd name="connsiteY16" fmla="*/ 158353 h 850391"/>
                <a:gd name="connsiteX17" fmla="*/ 353652 w 500574"/>
                <a:gd name="connsiteY17" fmla="*/ 148828 h 850391"/>
                <a:gd name="connsiteX18" fmla="*/ 353176 w 500574"/>
                <a:gd name="connsiteY18" fmla="*/ 133778 h 850391"/>
                <a:gd name="connsiteX19" fmla="*/ 340317 w 500574"/>
                <a:gd name="connsiteY19" fmla="*/ 105203 h 850391"/>
                <a:gd name="connsiteX20" fmla="*/ 322124 w 500574"/>
                <a:gd name="connsiteY20" fmla="*/ 105203 h 850391"/>
                <a:gd name="connsiteX21" fmla="*/ 311933 w 500574"/>
                <a:gd name="connsiteY21" fmla="*/ 120253 h 850391"/>
                <a:gd name="connsiteX22" fmla="*/ 313552 w 500574"/>
                <a:gd name="connsiteY22" fmla="*/ 151971 h 850391"/>
                <a:gd name="connsiteX23" fmla="*/ 295169 w 500574"/>
                <a:gd name="connsiteY23" fmla="*/ 166449 h 850391"/>
                <a:gd name="connsiteX24" fmla="*/ 278976 w 500574"/>
                <a:gd name="connsiteY24" fmla="*/ 197596 h 850391"/>
                <a:gd name="connsiteX25" fmla="*/ 279738 w 500574"/>
                <a:gd name="connsiteY25" fmla="*/ 222837 h 850391"/>
                <a:gd name="connsiteX26" fmla="*/ 306503 w 500574"/>
                <a:gd name="connsiteY26" fmla="*/ 235029 h 850391"/>
                <a:gd name="connsiteX27" fmla="*/ 326125 w 500574"/>
                <a:gd name="connsiteY27" fmla="*/ 254079 h 850391"/>
                <a:gd name="connsiteX28" fmla="*/ 348223 w 500574"/>
                <a:gd name="connsiteY28" fmla="*/ 269224 h 850391"/>
                <a:gd name="connsiteX29" fmla="*/ 374607 w 500574"/>
                <a:gd name="connsiteY29" fmla="*/ 271319 h 850391"/>
                <a:gd name="connsiteX30" fmla="*/ 386132 w 500574"/>
                <a:gd name="connsiteY30" fmla="*/ 290369 h 850391"/>
                <a:gd name="connsiteX31" fmla="*/ 397277 w 500574"/>
                <a:gd name="connsiteY31" fmla="*/ 301037 h 850391"/>
                <a:gd name="connsiteX32" fmla="*/ 385942 w 500574"/>
                <a:gd name="connsiteY32" fmla="*/ 307895 h 850391"/>
                <a:gd name="connsiteX33" fmla="*/ 328125 w 500574"/>
                <a:gd name="connsiteY33" fmla="*/ 307895 h 850391"/>
                <a:gd name="connsiteX34" fmla="*/ 323648 w 500574"/>
                <a:gd name="connsiteY34" fmla="*/ 312372 h 850391"/>
                <a:gd name="connsiteX35" fmla="*/ 319267 w 500574"/>
                <a:gd name="connsiteY35" fmla="*/ 327897 h 850391"/>
                <a:gd name="connsiteX36" fmla="*/ 303741 w 500574"/>
                <a:gd name="connsiteY36" fmla="*/ 345995 h 850391"/>
                <a:gd name="connsiteX37" fmla="*/ 291264 w 500574"/>
                <a:gd name="connsiteY37" fmla="*/ 345995 h 850391"/>
                <a:gd name="connsiteX38" fmla="*/ 284310 w 500574"/>
                <a:gd name="connsiteY38" fmla="*/ 356282 h 850391"/>
                <a:gd name="connsiteX39" fmla="*/ 276881 w 500574"/>
                <a:gd name="connsiteY39" fmla="*/ 392858 h 850391"/>
                <a:gd name="connsiteX40" fmla="*/ 291835 w 500574"/>
                <a:gd name="connsiteY40" fmla="*/ 425814 h 850391"/>
                <a:gd name="connsiteX41" fmla="*/ 339460 w 500574"/>
                <a:gd name="connsiteY41" fmla="*/ 436101 h 850391"/>
                <a:gd name="connsiteX42" fmla="*/ 369845 w 500574"/>
                <a:gd name="connsiteY42" fmla="*/ 456676 h 850391"/>
                <a:gd name="connsiteX43" fmla="*/ 366701 w 500574"/>
                <a:gd name="connsiteY43" fmla="*/ 491823 h 850391"/>
                <a:gd name="connsiteX44" fmla="*/ 355367 w 500574"/>
                <a:gd name="connsiteY44" fmla="*/ 501348 h 850391"/>
                <a:gd name="connsiteX45" fmla="*/ 354719 w 500574"/>
                <a:gd name="connsiteY45" fmla="*/ 540810 h 850391"/>
                <a:gd name="connsiteX46" fmla="*/ 360605 w 500574"/>
                <a:gd name="connsiteY46" fmla="*/ 545449 h 850391"/>
                <a:gd name="connsiteX47" fmla="*/ 379655 w 500574"/>
                <a:gd name="connsiteY47" fmla="*/ 557926 h 850391"/>
                <a:gd name="connsiteX48" fmla="*/ 379655 w 500574"/>
                <a:gd name="connsiteY48" fmla="*/ 574595 h 850391"/>
                <a:gd name="connsiteX49" fmla="*/ 375369 w 500574"/>
                <a:gd name="connsiteY49" fmla="*/ 591168 h 850391"/>
                <a:gd name="connsiteX50" fmla="*/ 384894 w 500574"/>
                <a:gd name="connsiteY50" fmla="*/ 603456 h 850391"/>
                <a:gd name="connsiteX51" fmla="*/ 400324 w 500574"/>
                <a:gd name="connsiteY51" fmla="*/ 600217 h 850391"/>
                <a:gd name="connsiteX52" fmla="*/ 406040 w 500574"/>
                <a:gd name="connsiteY52" fmla="*/ 612028 h 850391"/>
                <a:gd name="connsiteX53" fmla="*/ 398038 w 500574"/>
                <a:gd name="connsiteY53" fmla="*/ 624030 h 850391"/>
                <a:gd name="connsiteX54" fmla="*/ 431757 w 500574"/>
                <a:gd name="connsiteY54" fmla="*/ 777097 h 850391"/>
                <a:gd name="connsiteX55" fmla="*/ 428233 w 500574"/>
                <a:gd name="connsiteY55" fmla="*/ 792051 h 850391"/>
                <a:gd name="connsiteX56" fmla="*/ 404230 w 500574"/>
                <a:gd name="connsiteY56" fmla="*/ 786526 h 850391"/>
                <a:gd name="connsiteX57" fmla="*/ 380322 w 500574"/>
                <a:gd name="connsiteY57" fmla="*/ 778239 h 850391"/>
                <a:gd name="connsiteX58" fmla="*/ 369273 w 500574"/>
                <a:gd name="connsiteY58" fmla="*/ 808434 h 850391"/>
                <a:gd name="connsiteX59" fmla="*/ 342603 w 500574"/>
                <a:gd name="connsiteY59" fmla="*/ 813101 h 850391"/>
                <a:gd name="connsiteX60" fmla="*/ 329458 w 500574"/>
                <a:gd name="connsiteY60" fmla="*/ 807386 h 850391"/>
                <a:gd name="connsiteX61" fmla="*/ 324601 w 500574"/>
                <a:gd name="connsiteY61" fmla="*/ 794622 h 850391"/>
                <a:gd name="connsiteX62" fmla="*/ 332888 w 500574"/>
                <a:gd name="connsiteY62" fmla="*/ 783574 h 850391"/>
                <a:gd name="connsiteX63" fmla="*/ 328687 w 500574"/>
                <a:gd name="connsiteY63" fmla="*/ 756961 h 850391"/>
                <a:gd name="connsiteX64" fmla="*/ 315933 w 500574"/>
                <a:gd name="connsiteY64" fmla="*/ 753379 h 850391"/>
                <a:gd name="connsiteX65" fmla="*/ 300789 w 500574"/>
                <a:gd name="connsiteY65" fmla="*/ 799671 h 850391"/>
                <a:gd name="connsiteX66" fmla="*/ 274595 w 500574"/>
                <a:gd name="connsiteY66" fmla="*/ 830437 h 850391"/>
                <a:gd name="connsiteX67" fmla="*/ 234304 w 500574"/>
                <a:gd name="connsiteY67" fmla="*/ 850439 h 850391"/>
                <a:gd name="connsiteX68" fmla="*/ 174201 w 500574"/>
                <a:gd name="connsiteY68" fmla="*/ 805195 h 850391"/>
                <a:gd name="connsiteX69" fmla="*/ 162581 w 500574"/>
                <a:gd name="connsiteY69" fmla="*/ 810053 h 850391"/>
                <a:gd name="connsiteX70" fmla="*/ 155532 w 500574"/>
                <a:gd name="connsiteY70" fmla="*/ 803100 h 850391"/>
                <a:gd name="connsiteX71" fmla="*/ 128195 w 500574"/>
                <a:gd name="connsiteY71" fmla="*/ 770524 h 850391"/>
                <a:gd name="connsiteX72" fmla="*/ 132482 w 500574"/>
                <a:gd name="connsiteY72" fmla="*/ 735187 h 850391"/>
                <a:gd name="connsiteX73" fmla="*/ 81142 w 500574"/>
                <a:gd name="connsiteY73" fmla="*/ 694039 h 850391"/>
                <a:gd name="connsiteX74" fmla="*/ 89248 w 500574"/>
                <a:gd name="connsiteY74" fmla="*/ 665816 h 850391"/>
                <a:gd name="connsiteX75" fmla="*/ 89048 w 500574"/>
                <a:gd name="connsiteY75" fmla="*/ 665464 h 850391"/>
                <a:gd name="connsiteX76" fmla="*/ 61616 w 500574"/>
                <a:gd name="connsiteY76" fmla="*/ 646985 h 850391"/>
                <a:gd name="connsiteX77" fmla="*/ 28564 w 500574"/>
                <a:gd name="connsiteY77" fmla="*/ 638889 h 850391"/>
                <a:gd name="connsiteX78" fmla="*/ -11 w 500574"/>
                <a:gd name="connsiteY78" fmla="*/ 607361 h 850391"/>
                <a:gd name="connsiteX79" fmla="*/ 24659 w 500574"/>
                <a:gd name="connsiteY79" fmla="*/ 577452 h 850391"/>
                <a:gd name="connsiteX80" fmla="*/ 54567 w 500574"/>
                <a:gd name="connsiteY80" fmla="*/ 589454 h 850391"/>
                <a:gd name="connsiteX81" fmla="*/ 97144 w 500574"/>
                <a:gd name="connsiteY81" fmla="*/ 565165 h 850391"/>
                <a:gd name="connsiteX82" fmla="*/ 128481 w 500574"/>
                <a:gd name="connsiteY82" fmla="*/ 523827 h 850391"/>
                <a:gd name="connsiteX83" fmla="*/ 199633 w 500574"/>
                <a:gd name="connsiteY83" fmla="*/ 504777 h 850391"/>
                <a:gd name="connsiteX84" fmla="*/ 233828 w 500574"/>
                <a:gd name="connsiteY84" fmla="*/ 461057 h 850391"/>
                <a:gd name="connsiteX85" fmla="*/ 240304 w 500574"/>
                <a:gd name="connsiteY85" fmla="*/ 404479 h 850391"/>
                <a:gd name="connsiteX86" fmla="*/ 235637 w 500574"/>
                <a:gd name="connsiteY86" fmla="*/ 342471 h 850391"/>
                <a:gd name="connsiteX87" fmla="*/ 228113 w 500574"/>
                <a:gd name="connsiteY87" fmla="*/ 312658 h 850391"/>
                <a:gd name="connsiteX88" fmla="*/ 231065 w 500574"/>
                <a:gd name="connsiteY88" fmla="*/ 295227 h 850391"/>
                <a:gd name="connsiteX89" fmla="*/ 255068 w 500574"/>
                <a:gd name="connsiteY89" fmla="*/ 273319 h 850391"/>
                <a:gd name="connsiteX90" fmla="*/ 271165 w 500574"/>
                <a:gd name="connsiteY90" fmla="*/ 247888 h 850391"/>
                <a:gd name="connsiteX91" fmla="*/ 252115 w 500574"/>
                <a:gd name="connsiteY91" fmla="*/ 218170 h 850391"/>
                <a:gd name="connsiteX92" fmla="*/ 257164 w 500574"/>
                <a:gd name="connsiteY92" fmla="*/ 167211 h 850391"/>
                <a:gd name="connsiteX93" fmla="*/ 261069 w 500574"/>
                <a:gd name="connsiteY93" fmla="*/ 142255 h 850391"/>
                <a:gd name="connsiteX94" fmla="*/ 266213 w 500574"/>
                <a:gd name="connsiteY94" fmla="*/ 143303 h 850391"/>
                <a:gd name="connsiteX95" fmla="*/ 278309 w 500574"/>
                <a:gd name="connsiteY95" fmla="*/ 134635 h 850391"/>
                <a:gd name="connsiteX96" fmla="*/ 283453 w 500574"/>
                <a:gd name="connsiteY96" fmla="*/ 123777 h 850391"/>
                <a:gd name="connsiteX97" fmla="*/ 280786 w 500574"/>
                <a:gd name="connsiteY97" fmla="*/ 112442 h 850391"/>
                <a:gd name="connsiteX98" fmla="*/ 271832 w 500574"/>
                <a:gd name="connsiteY98" fmla="*/ 103584 h 850391"/>
                <a:gd name="connsiteX99" fmla="*/ 275738 w 500574"/>
                <a:gd name="connsiteY99" fmla="*/ 92630 h 850391"/>
                <a:gd name="connsiteX100" fmla="*/ 273833 w 500574"/>
                <a:gd name="connsiteY100" fmla="*/ 65198 h 850391"/>
                <a:gd name="connsiteX101" fmla="*/ 256021 w 500574"/>
                <a:gd name="connsiteY101" fmla="*/ 42719 h 850391"/>
                <a:gd name="connsiteX102" fmla="*/ 248496 w 500574"/>
                <a:gd name="connsiteY102" fmla="*/ 24336 h 850391"/>
                <a:gd name="connsiteX103" fmla="*/ 248496 w 500574"/>
                <a:gd name="connsiteY103" fmla="*/ 22812 h 850391"/>
                <a:gd name="connsiteX104" fmla="*/ 313933 w 500574"/>
                <a:gd name="connsiteY104" fmla="*/ 31099 h 850391"/>
                <a:gd name="connsiteX105" fmla="*/ 368225 w 500574"/>
                <a:gd name="connsiteY105" fmla="*/ 47 h 850391"/>
                <a:gd name="connsiteX106" fmla="*/ 360796 w 500574"/>
                <a:gd name="connsiteY106" fmla="*/ 9572 h 850391"/>
                <a:gd name="connsiteX107" fmla="*/ 360796 w 500574"/>
                <a:gd name="connsiteY107" fmla="*/ 21955 h 850391"/>
                <a:gd name="connsiteX108" fmla="*/ 411659 w 500574"/>
                <a:gd name="connsiteY108" fmla="*/ 62531 h 850391"/>
                <a:gd name="connsiteX109" fmla="*/ 424708 w 500574"/>
                <a:gd name="connsiteY109" fmla="*/ 59769 h 850391"/>
                <a:gd name="connsiteX110" fmla="*/ 439187 w 500574"/>
                <a:gd name="connsiteY110" fmla="*/ 53959 h 850391"/>
                <a:gd name="connsiteX111" fmla="*/ 466999 w 500574"/>
                <a:gd name="connsiteY111" fmla="*/ 61578 h 850391"/>
                <a:gd name="connsiteX112" fmla="*/ 500337 w 500574"/>
                <a:gd name="connsiteY112" fmla="*/ 71294 h 850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500574" h="850391">
                  <a:moveTo>
                    <a:pt x="500337" y="71294"/>
                  </a:moveTo>
                  <a:cubicBezTo>
                    <a:pt x="500356" y="79285"/>
                    <a:pt x="498965" y="87220"/>
                    <a:pt x="496241" y="94726"/>
                  </a:cubicBezTo>
                  <a:cubicBezTo>
                    <a:pt x="490488" y="108499"/>
                    <a:pt x="483868" y="121891"/>
                    <a:pt x="476430" y="134826"/>
                  </a:cubicBezTo>
                  <a:cubicBezTo>
                    <a:pt x="474429" y="138683"/>
                    <a:pt x="472686" y="142655"/>
                    <a:pt x="471190" y="146732"/>
                  </a:cubicBezTo>
                  <a:cubicBezTo>
                    <a:pt x="469581" y="146542"/>
                    <a:pt x="467942" y="146542"/>
                    <a:pt x="466333" y="146732"/>
                  </a:cubicBezTo>
                  <a:cubicBezTo>
                    <a:pt x="457532" y="147523"/>
                    <a:pt x="451036" y="155295"/>
                    <a:pt x="451826" y="164106"/>
                  </a:cubicBezTo>
                  <a:cubicBezTo>
                    <a:pt x="451855" y="164439"/>
                    <a:pt x="451893" y="164782"/>
                    <a:pt x="451950" y="165115"/>
                  </a:cubicBezTo>
                  <a:cubicBezTo>
                    <a:pt x="452617" y="167497"/>
                    <a:pt x="453950" y="169782"/>
                    <a:pt x="454617" y="172259"/>
                  </a:cubicBezTo>
                  <a:cubicBezTo>
                    <a:pt x="455474" y="174726"/>
                    <a:pt x="454760" y="177469"/>
                    <a:pt x="452807" y="179212"/>
                  </a:cubicBezTo>
                  <a:cubicBezTo>
                    <a:pt x="450464" y="180479"/>
                    <a:pt x="447626" y="180479"/>
                    <a:pt x="445283" y="179212"/>
                  </a:cubicBezTo>
                  <a:cubicBezTo>
                    <a:pt x="432681" y="173116"/>
                    <a:pt x="424347" y="160705"/>
                    <a:pt x="423471" y="146732"/>
                  </a:cubicBezTo>
                  <a:cubicBezTo>
                    <a:pt x="424432" y="139398"/>
                    <a:pt x="423451" y="131940"/>
                    <a:pt x="420613" y="125110"/>
                  </a:cubicBezTo>
                  <a:cubicBezTo>
                    <a:pt x="417546" y="121215"/>
                    <a:pt x="413307" y="118405"/>
                    <a:pt x="408516" y="117109"/>
                  </a:cubicBezTo>
                  <a:cubicBezTo>
                    <a:pt x="402829" y="114747"/>
                    <a:pt x="396658" y="113766"/>
                    <a:pt x="390514" y="114252"/>
                  </a:cubicBezTo>
                  <a:cubicBezTo>
                    <a:pt x="384304" y="114738"/>
                    <a:pt x="378751" y="118319"/>
                    <a:pt x="375750" y="123777"/>
                  </a:cubicBezTo>
                  <a:cubicBezTo>
                    <a:pt x="373921" y="130216"/>
                    <a:pt x="373464" y="136969"/>
                    <a:pt x="374417" y="143589"/>
                  </a:cubicBezTo>
                  <a:cubicBezTo>
                    <a:pt x="374417" y="150256"/>
                    <a:pt x="370702" y="158162"/>
                    <a:pt x="364034" y="158353"/>
                  </a:cubicBezTo>
                  <a:cubicBezTo>
                    <a:pt x="358795" y="157943"/>
                    <a:pt x="354509" y="154009"/>
                    <a:pt x="353652" y="148828"/>
                  </a:cubicBezTo>
                  <a:cubicBezTo>
                    <a:pt x="352776" y="143855"/>
                    <a:pt x="352614" y="138788"/>
                    <a:pt x="353176" y="133778"/>
                  </a:cubicBezTo>
                  <a:cubicBezTo>
                    <a:pt x="354471" y="122615"/>
                    <a:pt x="349528" y="111642"/>
                    <a:pt x="340317" y="105203"/>
                  </a:cubicBezTo>
                  <a:cubicBezTo>
                    <a:pt x="334612" y="102250"/>
                    <a:pt x="327830" y="102250"/>
                    <a:pt x="322124" y="105203"/>
                  </a:cubicBezTo>
                  <a:cubicBezTo>
                    <a:pt x="316457" y="108232"/>
                    <a:pt x="312647" y="113861"/>
                    <a:pt x="311933" y="120253"/>
                  </a:cubicBezTo>
                  <a:cubicBezTo>
                    <a:pt x="310694" y="130921"/>
                    <a:pt x="318410" y="142351"/>
                    <a:pt x="313552" y="151971"/>
                  </a:cubicBezTo>
                  <a:cubicBezTo>
                    <a:pt x="310028" y="159115"/>
                    <a:pt x="301360" y="161496"/>
                    <a:pt x="295169" y="166449"/>
                  </a:cubicBezTo>
                  <a:cubicBezTo>
                    <a:pt x="286549" y="174812"/>
                    <a:pt x="280862" y="185737"/>
                    <a:pt x="278976" y="197596"/>
                  </a:cubicBezTo>
                  <a:cubicBezTo>
                    <a:pt x="275442" y="205701"/>
                    <a:pt x="275719" y="214960"/>
                    <a:pt x="279738" y="222837"/>
                  </a:cubicBezTo>
                  <a:cubicBezTo>
                    <a:pt x="285739" y="230838"/>
                    <a:pt x="297550" y="230647"/>
                    <a:pt x="306503" y="235029"/>
                  </a:cubicBezTo>
                  <a:cubicBezTo>
                    <a:pt x="314323" y="239915"/>
                    <a:pt x="321010" y="246402"/>
                    <a:pt x="326125" y="254079"/>
                  </a:cubicBezTo>
                  <a:cubicBezTo>
                    <a:pt x="331335" y="261708"/>
                    <a:pt x="339222" y="267118"/>
                    <a:pt x="348223" y="269224"/>
                  </a:cubicBezTo>
                  <a:cubicBezTo>
                    <a:pt x="357176" y="270271"/>
                    <a:pt x="367273" y="265699"/>
                    <a:pt x="374607" y="271319"/>
                  </a:cubicBezTo>
                  <a:cubicBezTo>
                    <a:pt x="381941" y="276939"/>
                    <a:pt x="380513" y="285130"/>
                    <a:pt x="386132" y="290369"/>
                  </a:cubicBezTo>
                  <a:cubicBezTo>
                    <a:pt x="390228" y="293798"/>
                    <a:pt x="397467" y="295608"/>
                    <a:pt x="397277" y="301037"/>
                  </a:cubicBezTo>
                  <a:cubicBezTo>
                    <a:pt x="397086" y="306466"/>
                    <a:pt x="390799" y="307609"/>
                    <a:pt x="385942" y="307895"/>
                  </a:cubicBezTo>
                  <a:cubicBezTo>
                    <a:pt x="366692" y="309086"/>
                    <a:pt x="347375" y="309086"/>
                    <a:pt x="328125" y="307895"/>
                  </a:cubicBezTo>
                  <a:cubicBezTo>
                    <a:pt x="325553" y="308371"/>
                    <a:pt x="324696" y="309895"/>
                    <a:pt x="323648" y="312372"/>
                  </a:cubicBezTo>
                  <a:cubicBezTo>
                    <a:pt x="321791" y="317430"/>
                    <a:pt x="320324" y="322621"/>
                    <a:pt x="319267" y="327897"/>
                  </a:cubicBezTo>
                  <a:cubicBezTo>
                    <a:pt x="317267" y="336089"/>
                    <a:pt x="312218" y="345233"/>
                    <a:pt x="303741" y="345995"/>
                  </a:cubicBezTo>
                  <a:cubicBezTo>
                    <a:pt x="299550" y="345995"/>
                    <a:pt x="295169" y="344376"/>
                    <a:pt x="291264" y="345995"/>
                  </a:cubicBezTo>
                  <a:cubicBezTo>
                    <a:pt x="287586" y="348281"/>
                    <a:pt x="285063" y="352024"/>
                    <a:pt x="284310" y="356282"/>
                  </a:cubicBezTo>
                  <a:cubicBezTo>
                    <a:pt x="279967" y="368017"/>
                    <a:pt x="277462" y="380352"/>
                    <a:pt x="276881" y="392858"/>
                  </a:cubicBezTo>
                  <a:cubicBezTo>
                    <a:pt x="276385" y="405583"/>
                    <a:pt x="281929" y="417804"/>
                    <a:pt x="291835" y="425814"/>
                  </a:cubicBezTo>
                  <a:cubicBezTo>
                    <a:pt x="305170" y="435339"/>
                    <a:pt x="323458" y="432672"/>
                    <a:pt x="339460" y="436101"/>
                  </a:cubicBezTo>
                  <a:cubicBezTo>
                    <a:pt x="352052" y="438340"/>
                    <a:pt x="363091" y="445817"/>
                    <a:pt x="369845" y="456676"/>
                  </a:cubicBezTo>
                  <a:cubicBezTo>
                    <a:pt x="376464" y="467848"/>
                    <a:pt x="375197" y="482002"/>
                    <a:pt x="366701" y="491823"/>
                  </a:cubicBezTo>
                  <a:cubicBezTo>
                    <a:pt x="363273" y="495347"/>
                    <a:pt x="358891" y="497728"/>
                    <a:pt x="355367" y="501348"/>
                  </a:cubicBezTo>
                  <a:cubicBezTo>
                    <a:pt x="344289" y="512063"/>
                    <a:pt x="344003" y="529732"/>
                    <a:pt x="354719" y="540810"/>
                  </a:cubicBezTo>
                  <a:cubicBezTo>
                    <a:pt x="356462" y="542610"/>
                    <a:pt x="358443" y="544172"/>
                    <a:pt x="360605" y="545449"/>
                  </a:cubicBezTo>
                  <a:cubicBezTo>
                    <a:pt x="367273" y="549354"/>
                    <a:pt x="376226" y="550973"/>
                    <a:pt x="379655" y="557926"/>
                  </a:cubicBezTo>
                  <a:cubicBezTo>
                    <a:pt x="381941" y="563251"/>
                    <a:pt x="381941" y="569271"/>
                    <a:pt x="379655" y="574595"/>
                  </a:cubicBezTo>
                  <a:cubicBezTo>
                    <a:pt x="377312" y="579843"/>
                    <a:pt x="375864" y="585444"/>
                    <a:pt x="375369" y="591168"/>
                  </a:cubicBezTo>
                  <a:cubicBezTo>
                    <a:pt x="375103" y="597045"/>
                    <a:pt x="379141" y="602246"/>
                    <a:pt x="384894" y="603456"/>
                  </a:cubicBezTo>
                  <a:cubicBezTo>
                    <a:pt x="390228" y="603456"/>
                    <a:pt x="395086" y="598979"/>
                    <a:pt x="400324" y="600217"/>
                  </a:cubicBezTo>
                  <a:cubicBezTo>
                    <a:pt x="405068" y="602008"/>
                    <a:pt x="407583" y="607199"/>
                    <a:pt x="406040" y="612028"/>
                  </a:cubicBezTo>
                  <a:cubicBezTo>
                    <a:pt x="404439" y="616648"/>
                    <a:pt x="401686" y="620782"/>
                    <a:pt x="398038" y="624030"/>
                  </a:cubicBezTo>
                  <a:cubicBezTo>
                    <a:pt x="426613" y="669369"/>
                    <a:pt x="429281" y="723661"/>
                    <a:pt x="431757" y="777097"/>
                  </a:cubicBezTo>
                  <a:cubicBezTo>
                    <a:pt x="432738" y="782354"/>
                    <a:pt x="431452" y="787784"/>
                    <a:pt x="428233" y="792051"/>
                  </a:cubicBezTo>
                  <a:cubicBezTo>
                    <a:pt x="421661" y="798337"/>
                    <a:pt x="410898" y="792622"/>
                    <a:pt x="404230" y="786526"/>
                  </a:cubicBezTo>
                  <a:cubicBezTo>
                    <a:pt x="397562" y="780430"/>
                    <a:pt x="388133" y="773477"/>
                    <a:pt x="380322" y="778239"/>
                  </a:cubicBezTo>
                  <a:cubicBezTo>
                    <a:pt x="370797" y="783955"/>
                    <a:pt x="375846" y="799576"/>
                    <a:pt x="369273" y="808434"/>
                  </a:cubicBezTo>
                  <a:cubicBezTo>
                    <a:pt x="362701" y="817292"/>
                    <a:pt x="351842" y="815387"/>
                    <a:pt x="342603" y="813101"/>
                  </a:cubicBezTo>
                  <a:cubicBezTo>
                    <a:pt x="337869" y="812149"/>
                    <a:pt x="333383" y="810205"/>
                    <a:pt x="329458" y="807386"/>
                  </a:cubicBezTo>
                  <a:cubicBezTo>
                    <a:pt x="325506" y="804424"/>
                    <a:pt x="323620" y="799461"/>
                    <a:pt x="324601" y="794622"/>
                  </a:cubicBezTo>
                  <a:cubicBezTo>
                    <a:pt x="325934" y="790146"/>
                    <a:pt x="330125" y="787288"/>
                    <a:pt x="332888" y="783574"/>
                  </a:cubicBezTo>
                  <a:cubicBezTo>
                    <a:pt x="339079" y="775068"/>
                    <a:pt x="337203" y="763152"/>
                    <a:pt x="328687" y="756961"/>
                  </a:cubicBezTo>
                  <a:cubicBezTo>
                    <a:pt x="325001" y="754284"/>
                    <a:pt x="320476" y="753008"/>
                    <a:pt x="315933" y="753379"/>
                  </a:cubicBezTo>
                  <a:cubicBezTo>
                    <a:pt x="314085" y="769676"/>
                    <a:pt x="308932" y="785431"/>
                    <a:pt x="300789" y="799671"/>
                  </a:cubicBezTo>
                  <a:cubicBezTo>
                    <a:pt x="294092" y="811501"/>
                    <a:pt x="285205" y="821940"/>
                    <a:pt x="274595" y="830437"/>
                  </a:cubicBezTo>
                  <a:cubicBezTo>
                    <a:pt x="262536" y="839561"/>
                    <a:pt x="248867" y="846343"/>
                    <a:pt x="234304" y="850439"/>
                  </a:cubicBezTo>
                  <a:lnTo>
                    <a:pt x="174201" y="805195"/>
                  </a:lnTo>
                  <a:cubicBezTo>
                    <a:pt x="170582" y="808434"/>
                    <a:pt x="167057" y="811482"/>
                    <a:pt x="162581" y="810053"/>
                  </a:cubicBezTo>
                  <a:cubicBezTo>
                    <a:pt x="159475" y="808653"/>
                    <a:pt x="156980" y="806186"/>
                    <a:pt x="155532" y="803100"/>
                  </a:cubicBezTo>
                  <a:cubicBezTo>
                    <a:pt x="147826" y="791136"/>
                    <a:pt x="138644" y="780183"/>
                    <a:pt x="128195" y="770524"/>
                  </a:cubicBezTo>
                  <a:cubicBezTo>
                    <a:pt x="133625" y="759580"/>
                    <a:pt x="135129" y="747112"/>
                    <a:pt x="132482" y="735187"/>
                  </a:cubicBezTo>
                  <a:cubicBezTo>
                    <a:pt x="126347" y="711631"/>
                    <a:pt x="105469" y="694896"/>
                    <a:pt x="81142" y="694039"/>
                  </a:cubicBezTo>
                  <a:cubicBezTo>
                    <a:pt x="91172" y="688486"/>
                    <a:pt x="94801" y="675846"/>
                    <a:pt x="89248" y="665816"/>
                  </a:cubicBezTo>
                  <a:cubicBezTo>
                    <a:pt x="89181" y="665692"/>
                    <a:pt x="89114" y="665578"/>
                    <a:pt x="89048" y="665464"/>
                  </a:cubicBezTo>
                  <a:cubicBezTo>
                    <a:pt x="82780" y="655853"/>
                    <a:pt x="72884" y="649185"/>
                    <a:pt x="61616" y="646985"/>
                  </a:cubicBezTo>
                  <a:cubicBezTo>
                    <a:pt x="50662" y="643937"/>
                    <a:pt x="39137" y="642889"/>
                    <a:pt x="28564" y="638889"/>
                  </a:cubicBezTo>
                  <a:cubicBezTo>
                    <a:pt x="14086" y="634250"/>
                    <a:pt x="3189" y="622230"/>
                    <a:pt x="-11" y="607361"/>
                  </a:cubicBezTo>
                  <a:cubicBezTo>
                    <a:pt x="-2012" y="592597"/>
                    <a:pt x="9514" y="576310"/>
                    <a:pt x="24659" y="577452"/>
                  </a:cubicBezTo>
                  <a:cubicBezTo>
                    <a:pt x="35517" y="578214"/>
                    <a:pt x="43709" y="586977"/>
                    <a:pt x="54567" y="589454"/>
                  </a:cubicBezTo>
                  <a:cubicBezTo>
                    <a:pt x="71521" y="593359"/>
                    <a:pt x="87524" y="579929"/>
                    <a:pt x="97144" y="565165"/>
                  </a:cubicBezTo>
                  <a:cubicBezTo>
                    <a:pt x="106764" y="550401"/>
                    <a:pt x="114003" y="533542"/>
                    <a:pt x="128481" y="523827"/>
                  </a:cubicBezTo>
                  <a:cubicBezTo>
                    <a:pt x="148960" y="510016"/>
                    <a:pt x="177344" y="515635"/>
                    <a:pt x="199633" y="504777"/>
                  </a:cubicBezTo>
                  <a:cubicBezTo>
                    <a:pt x="216530" y="495490"/>
                    <a:pt x="228884" y="479698"/>
                    <a:pt x="233828" y="461057"/>
                  </a:cubicBezTo>
                  <a:cubicBezTo>
                    <a:pt x="238514" y="442569"/>
                    <a:pt x="240695" y="423548"/>
                    <a:pt x="240304" y="404479"/>
                  </a:cubicBezTo>
                  <a:cubicBezTo>
                    <a:pt x="241724" y="383695"/>
                    <a:pt x="240152" y="362807"/>
                    <a:pt x="235637" y="342471"/>
                  </a:cubicBezTo>
                  <a:cubicBezTo>
                    <a:pt x="232313" y="332755"/>
                    <a:pt x="229799" y="322783"/>
                    <a:pt x="228113" y="312658"/>
                  </a:cubicBezTo>
                  <a:cubicBezTo>
                    <a:pt x="227417" y="306685"/>
                    <a:pt x="228446" y="300637"/>
                    <a:pt x="231065" y="295227"/>
                  </a:cubicBezTo>
                  <a:cubicBezTo>
                    <a:pt x="237085" y="286016"/>
                    <a:pt x="245343" y="278482"/>
                    <a:pt x="255068" y="273319"/>
                  </a:cubicBezTo>
                  <a:cubicBezTo>
                    <a:pt x="264498" y="268223"/>
                    <a:pt x="270594" y="258594"/>
                    <a:pt x="271165" y="247888"/>
                  </a:cubicBezTo>
                  <a:cubicBezTo>
                    <a:pt x="269927" y="235981"/>
                    <a:pt x="257449" y="228838"/>
                    <a:pt x="252115" y="218170"/>
                  </a:cubicBezTo>
                  <a:cubicBezTo>
                    <a:pt x="243733" y="202644"/>
                    <a:pt x="251544" y="183880"/>
                    <a:pt x="257164" y="167211"/>
                  </a:cubicBezTo>
                  <a:cubicBezTo>
                    <a:pt x="259974" y="159200"/>
                    <a:pt x="261298" y="150742"/>
                    <a:pt x="261069" y="142255"/>
                  </a:cubicBezTo>
                  <a:cubicBezTo>
                    <a:pt x="262679" y="142989"/>
                    <a:pt x="264441" y="143341"/>
                    <a:pt x="266213" y="143303"/>
                  </a:cubicBezTo>
                  <a:cubicBezTo>
                    <a:pt x="271356" y="142408"/>
                    <a:pt x="275804" y="139217"/>
                    <a:pt x="278309" y="134635"/>
                  </a:cubicBezTo>
                  <a:cubicBezTo>
                    <a:pt x="280757" y="131406"/>
                    <a:pt x="282510" y="127711"/>
                    <a:pt x="283453" y="123777"/>
                  </a:cubicBezTo>
                  <a:cubicBezTo>
                    <a:pt x="284377" y="119786"/>
                    <a:pt x="283386" y="115595"/>
                    <a:pt x="280786" y="112442"/>
                  </a:cubicBezTo>
                  <a:cubicBezTo>
                    <a:pt x="277928" y="109299"/>
                    <a:pt x="272880" y="107680"/>
                    <a:pt x="271832" y="103584"/>
                  </a:cubicBezTo>
                  <a:cubicBezTo>
                    <a:pt x="270785" y="99488"/>
                    <a:pt x="273833" y="96154"/>
                    <a:pt x="275738" y="92630"/>
                  </a:cubicBezTo>
                  <a:cubicBezTo>
                    <a:pt x="279690" y="83734"/>
                    <a:pt x="278976" y="73456"/>
                    <a:pt x="273833" y="65198"/>
                  </a:cubicBezTo>
                  <a:cubicBezTo>
                    <a:pt x="268632" y="57149"/>
                    <a:pt x="262669" y="49625"/>
                    <a:pt x="256021" y="42719"/>
                  </a:cubicBezTo>
                  <a:cubicBezTo>
                    <a:pt x="251001" y="37947"/>
                    <a:pt x="248258" y="31260"/>
                    <a:pt x="248496" y="24336"/>
                  </a:cubicBezTo>
                  <a:cubicBezTo>
                    <a:pt x="248458" y="23831"/>
                    <a:pt x="248458" y="23317"/>
                    <a:pt x="248496" y="22812"/>
                  </a:cubicBezTo>
                  <a:cubicBezTo>
                    <a:pt x="267965" y="35232"/>
                    <a:pt x="291977" y="38271"/>
                    <a:pt x="313933" y="31099"/>
                  </a:cubicBezTo>
                  <a:cubicBezTo>
                    <a:pt x="333649" y="24336"/>
                    <a:pt x="349842" y="9763"/>
                    <a:pt x="368225" y="47"/>
                  </a:cubicBezTo>
                  <a:cubicBezTo>
                    <a:pt x="365844" y="3381"/>
                    <a:pt x="362891" y="6334"/>
                    <a:pt x="360796" y="9572"/>
                  </a:cubicBezTo>
                  <a:cubicBezTo>
                    <a:pt x="358262" y="13315"/>
                    <a:pt x="358262" y="18211"/>
                    <a:pt x="360796" y="21955"/>
                  </a:cubicBezTo>
                  <a:cubicBezTo>
                    <a:pt x="374797" y="38623"/>
                    <a:pt x="395657" y="47672"/>
                    <a:pt x="411659" y="62531"/>
                  </a:cubicBezTo>
                  <a:cubicBezTo>
                    <a:pt x="415469" y="66055"/>
                    <a:pt x="419851" y="61864"/>
                    <a:pt x="424708" y="59769"/>
                  </a:cubicBezTo>
                  <a:cubicBezTo>
                    <a:pt x="429252" y="57197"/>
                    <a:pt x="434129" y="55244"/>
                    <a:pt x="439187" y="53959"/>
                  </a:cubicBezTo>
                  <a:cubicBezTo>
                    <a:pt x="448998" y="53749"/>
                    <a:pt x="458665" y="56397"/>
                    <a:pt x="466999" y="61578"/>
                  </a:cubicBezTo>
                  <a:cubicBezTo>
                    <a:pt x="477591" y="66398"/>
                    <a:pt x="488812" y="69675"/>
                    <a:pt x="500337" y="71294"/>
                  </a:cubicBezTo>
                  <a:close/>
                </a:path>
              </a:pathLst>
            </a:custGeom>
            <a:solidFill>
              <a:schemeClr val="accent6">
                <a:lumMod val="50000"/>
              </a:schemeClr>
            </a:solidFill>
            <a:ln w="7144" cap="rnd">
              <a:solidFill>
                <a:schemeClr val="bg1"/>
              </a:solidFill>
              <a:prstDash val="solid"/>
              <a:round/>
            </a:ln>
          </p:spPr>
          <p:txBody>
            <a:bodyPr rtlCol="0" anchor="ctr"/>
            <a:lstStyle/>
            <a:p>
              <a:endParaRPr lang="en-IN"/>
            </a:p>
          </p:txBody>
        </p:sp>
        <p:sp>
          <p:nvSpPr>
            <p:cNvPr id="3630" name="Freeform: Shape 3629"/>
            <p:cNvSpPr/>
            <p:nvPr/>
          </p:nvSpPr>
          <p:spPr>
            <a:xfrm>
              <a:off x="4809566" y="5140256"/>
              <a:ext cx="110137" cy="129557"/>
            </a:xfrm>
            <a:custGeom>
              <a:avLst/>
              <a:gdLst>
                <a:gd name="connsiteX0" fmla="*/ 106335 w 110137"/>
                <a:gd name="connsiteY0" fmla="*/ 50317 h 129557"/>
                <a:gd name="connsiteX1" fmla="*/ 90333 w 110137"/>
                <a:gd name="connsiteY1" fmla="*/ 34696 h 129557"/>
                <a:gd name="connsiteX2" fmla="*/ 72330 w 110137"/>
                <a:gd name="connsiteY2" fmla="*/ 39363 h 129557"/>
                <a:gd name="connsiteX3" fmla="*/ 39850 w 110137"/>
                <a:gd name="connsiteY3" fmla="*/ 14027 h 129557"/>
                <a:gd name="connsiteX4" fmla="*/ 9179 w 110137"/>
                <a:gd name="connsiteY4" fmla="*/ 8026 h 129557"/>
                <a:gd name="connsiteX5" fmla="*/ 5655 w 110137"/>
                <a:gd name="connsiteY5" fmla="*/ 21361 h 129557"/>
                <a:gd name="connsiteX6" fmla="*/ 131 w 110137"/>
                <a:gd name="connsiteY6" fmla="*/ 67081 h 129557"/>
                <a:gd name="connsiteX7" fmla="*/ 893 w 110137"/>
                <a:gd name="connsiteY7" fmla="*/ 77273 h 129557"/>
                <a:gd name="connsiteX8" fmla="*/ 17085 w 110137"/>
                <a:gd name="connsiteY8" fmla="*/ 83845 h 129557"/>
                <a:gd name="connsiteX9" fmla="*/ 35278 w 110137"/>
                <a:gd name="connsiteY9" fmla="*/ 79749 h 129557"/>
                <a:gd name="connsiteX10" fmla="*/ 50423 w 110137"/>
                <a:gd name="connsiteY10" fmla="*/ 88036 h 129557"/>
                <a:gd name="connsiteX11" fmla="*/ 45946 w 110137"/>
                <a:gd name="connsiteY11" fmla="*/ 105657 h 129557"/>
                <a:gd name="connsiteX12" fmla="*/ 57757 w 110137"/>
                <a:gd name="connsiteY12" fmla="*/ 128612 h 129557"/>
                <a:gd name="connsiteX13" fmla="*/ 84999 w 110137"/>
                <a:gd name="connsiteY13" fmla="*/ 122231 h 129557"/>
                <a:gd name="connsiteX14" fmla="*/ 106335 w 110137"/>
                <a:gd name="connsiteY14" fmla="*/ 50317 h 129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137" h="129557">
                  <a:moveTo>
                    <a:pt x="106335" y="50317"/>
                  </a:moveTo>
                  <a:cubicBezTo>
                    <a:pt x="103572" y="42887"/>
                    <a:pt x="98143" y="35267"/>
                    <a:pt x="90333" y="34696"/>
                  </a:cubicBezTo>
                  <a:cubicBezTo>
                    <a:pt x="84046" y="34220"/>
                    <a:pt x="78522" y="38315"/>
                    <a:pt x="72330" y="39363"/>
                  </a:cubicBezTo>
                  <a:cubicBezTo>
                    <a:pt x="55090" y="42030"/>
                    <a:pt x="48613" y="24599"/>
                    <a:pt x="39850" y="14027"/>
                  </a:cubicBezTo>
                  <a:cubicBezTo>
                    <a:pt x="31087" y="3454"/>
                    <a:pt x="17466" y="-8071"/>
                    <a:pt x="9179" y="8026"/>
                  </a:cubicBezTo>
                  <a:cubicBezTo>
                    <a:pt x="7246" y="12236"/>
                    <a:pt x="6055" y="16741"/>
                    <a:pt x="5655" y="21361"/>
                  </a:cubicBezTo>
                  <a:cubicBezTo>
                    <a:pt x="3560" y="36506"/>
                    <a:pt x="1750" y="51746"/>
                    <a:pt x="131" y="67081"/>
                  </a:cubicBezTo>
                  <a:cubicBezTo>
                    <a:pt x="-546" y="70481"/>
                    <a:pt x="-288" y="74006"/>
                    <a:pt x="893" y="77273"/>
                  </a:cubicBezTo>
                  <a:cubicBezTo>
                    <a:pt x="4408" y="82607"/>
                    <a:pt x="10846" y="85217"/>
                    <a:pt x="17085" y="83845"/>
                  </a:cubicBezTo>
                  <a:cubicBezTo>
                    <a:pt x="23277" y="82988"/>
                    <a:pt x="29087" y="80321"/>
                    <a:pt x="35278" y="79749"/>
                  </a:cubicBezTo>
                  <a:cubicBezTo>
                    <a:pt x="41631" y="78701"/>
                    <a:pt x="47880" y="82121"/>
                    <a:pt x="50423" y="88036"/>
                  </a:cubicBezTo>
                  <a:cubicBezTo>
                    <a:pt x="52042" y="94037"/>
                    <a:pt x="47565" y="99656"/>
                    <a:pt x="45946" y="105657"/>
                  </a:cubicBezTo>
                  <a:cubicBezTo>
                    <a:pt x="43669" y="115173"/>
                    <a:pt x="48689" y="124926"/>
                    <a:pt x="57757" y="128612"/>
                  </a:cubicBezTo>
                  <a:cubicBezTo>
                    <a:pt x="67330" y="131146"/>
                    <a:pt x="77540" y="128755"/>
                    <a:pt x="84999" y="122231"/>
                  </a:cubicBezTo>
                  <a:cubicBezTo>
                    <a:pt x="106801" y="105324"/>
                    <a:pt x="115393" y="76387"/>
                    <a:pt x="106335" y="50317"/>
                  </a:cubicBezTo>
                  <a:close/>
                </a:path>
              </a:pathLst>
            </a:custGeom>
            <a:grpFill/>
            <a:ln w="7144" cap="rnd">
              <a:solidFill>
                <a:schemeClr val="bg1"/>
              </a:solidFill>
              <a:prstDash val="solid"/>
              <a:round/>
            </a:ln>
          </p:spPr>
          <p:txBody>
            <a:bodyPr rtlCol="0" anchor="ctr"/>
            <a:lstStyle/>
            <a:p>
              <a:endParaRPr lang="en-IN"/>
            </a:p>
          </p:txBody>
        </p:sp>
        <p:sp>
          <p:nvSpPr>
            <p:cNvPr id="3631" name="Freeform: Shape 3630"/>
            <p:cNvSpPr/>
            <p:nvPr/>
          </p:nvSpPr>
          <p:spPr>
            <a:xfrm>
              <a:off x="4497317" y="4383473"/>
              <a:ext cx="30105" cy="29600"/>
            </a:xfrm>
            <a:custGeom>
              <a:avLst/>
              <a:gdLst>
                <a:gd name="connsiteX0" fmla="*/ 20343 w 30105"/>
                <a:gd name="connsiteY0" fmla="*/ 2714 h 29600"/>
                <a:gd name="connsiteX1" fmla="*/ 10818 w 30105"/>
                <a:gd name="connsiteY1" fmla="*/ 47 h 29600"/>
                <a:gd name="connsiteX2" fmla="*/ 531 w 30105"/>
                <a:gd name="connsiteY2" fmla="*/ 23288 h 29600"/>
                <a:gd name="connsiteX3" fmla="*/ 26248 w 30105"/>
                <a:gd name="connsiteY3" fmla="*/ 21002 h 29600"/>
                <a:gd name="connsiteX4" fmla="*/ 29868 w 30105"/>
                <a:gd name="connsiteY4" fmla="*/ 13572 h 29600"/>
                <a:gd name="connsiteX5" fmla="*/ 26725 w 30105"/>
                <a:gd name="connsiteY5" fmla="*/ 6905 h 29600"/>
                <a:gd name="connsiteX6" fmla="*/ 20343 w 30105"/>
                <a:gd name="connsiteY6" fmla="*/ 2714 h 2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05" h="29600">
                  <a:moveTo>
                    <a:pt x="20343" y="2714"/>
                  </a:moveTo>
                  <a:cubicBezTo>
                    <a:pt x="17466" y="980"/>
                    <a:pt x="14180" y="56"/>
                    <a:pt x="10818" y="47"/>
                  </a:cubicBezTo>
                  <a:cubicBezTo>
                    <a:pt x="1960" y="1000"/>
                    <a:pt x="-2041" y="15954"/>
                    <a:pt x="531" y="23288"/>
                  </a:cubicBezTo>
                  <a:cubicBezTo>
                    <a:pt x="4722" y="35575"/>
                    <a:pt x="20629" y="27384"/>
                    <a:pt x="26248" y="21002"/>
                  </a:cubicBezTo>
                  <a:cubicBezTo>
                    <a:pt x="28296" y="19030"/>
                    <a:pt x="29582" y="16401"/>
                    <a:pt x="29868" y="13572"/>
                  </a:cubicBezTo>
                  <a:cubicBezTo>
                    <a:pt x="29754" y="11020"/>
                    <a:pt x="28620" y="8619"/>
                    <a:pt x="26725" y="6905"/>
                  </a:cubicBezTo>
                  <a:cubicBezTo>
                    <a:pt x="24791" y="5238"/>
                    <a:pt x="22638" y="3828"/>
                    <a:pt x="20343" y="2714"/>
                  </a:cubicBezTo>
                  <a:close/>
                </a:path>
              </a:pathLst>
            </a:custGeom>
            <a:grpFill/>
            <a:ln w="7144" cap="rnd">
              <a:solidFill>
                <a:schemeClr val="bg1"/>
              </a:solidFill>
              <a:prstDash val="solid"/>
              <a:round/>
            </a:ln>
          </p:spPr>
          <p:txBody>
            <a:bodyPr rtlCol="0" anchor="ctr"/>
            <a:lstStyle/>
            <a:p>
              <a:endParaRPr lang="en-IN"/>
            </a:p>
          </p:txBody>
        </p:sp>
        <p:sp>
          <p:nvSpPr>
            <p:cNvPr id="3632" name="Freeform: Shape 3631"/>
            <p:cNvSpPr/>
            <p:nvPr/>
          </p:nvSpPr>
          <p:spPr>
            <a:xfrm>
              <a:off x="4747653" y="4443650"/>
              <a:ext cx="29506" cy="29307"/>
            </a:xfrm>
            <a:custGeom>
              <a:avLst/>
              <a:gdLst>
                <a:gd name="connsiteX0" fmla="*/ 23467 w 29506"/>
                <a:gd name="connsiteY0" fmla="*/ 26643 h 29307"/>
                <a:gd name="connsiteX1" fmla="*/ 28325 w 29506"/>
                <a:gd name="connsiteY1" fmla="*/ 9402 h 29307"/>
                <a:gd name="connsiteX2" fmla="*/ 5656 w 29506"/>
                <a:gd name="connsiteY2" fmla="*/ 26071 h 29307"/>
                <a:gd name="connsiteX3" fmla="*/ 23467 w 29506"/>
                <a:gd name="connsiteY3" fmla="*/ 26643 h 29307"/>
              </a:gdLst>
              <a:ahLst/>
              <a:cxnLst>
                <a:cxn ang="0">
                  <a:pos x="connsiteX0" y="connsiteY0"/>
                </a:cxn>
                <a:cxn ang="0">
                  <a:pos x="connsiteX1" y="connsiteY1"/>
                </a:cxn>
                <a:cxn ang="0">
                  <a:pos x="connsiteX2" y="connsiteY2"/>
                </a:cxn>
                <a:cxn ang="0">
                  <a:pos x="connsiteX3" y="connsiteY3"/>
                </a:cxn>
              </a:cxnLst>
              <a:rect l="l" t="t" r="r" b="b"/>
              <a:pathLst>
                <a:path w="29506" h="29307">
                  <a:moveTo>
                    <a:pt x="23467" y="26643"/>
                  </a:moveTo>
                  <a:cubicBezTo>
                    <a:pt x="28649" y="22556"/>
                    <a:pt x="30611" y="15594"/>
                    <a:pt x="28325" y="9402"/>
                  </a:cubicBezTo>
                  <a:cubicBezTo>
                    <a:pt x="19372" y="-13077"/>
                    <a:pt x="-13489" y="9974"/>
                    <a:pt x="5656" y="26071"/>
                  </a:cubicBezTo>
                  <a:cubicBezTo>
                    <a:pt x="10799" y="30224"/>
                    <a:pt x="18076" y="30462"/>
                    <a:pt x="23467" y="26643"/>
                  </a:cubicBezTo>
                  <a:close/>
                </a:path>
              </a:pathLst>
            </a:custGeom>
            <a:grpFill/>
            <a:ln w="7144" cap="rnd">
              <a:solidFill>
                <a:schemeClr val="bg1"/>
              </a:solidFill>
              <a:prstDash val="solid"/>
              <a:round/>
            </a:ln>
          </p:spPr>
          <p:txBody>
            <a:bodyPr rtlCol="0" anchor="ctr"/>
            <a:lstStyle/>
            <a:p>
              <a:endParaRPr lang="en-IN"/>
            </a:p>
          </p:txBody>
        </p:sp>
      </p:grpSp>
      <p:grpSp>
        <p:nvGrpSpPr>
          <p:cNvPr id="6149" name="Group 6148"/>
          <p:cNvGrpSpPr/>
          <p:nvPr/>
        </p:nvGrpSpPr>
        <p:grpSpPr>
          <a:xfrm>
            <a:off x="215247" y="1574063"/>
            <a:ext cx="11761506" cy="4506216"/>
            <a:chOff x="34272" y="1574063"/>
            <a:chExt cx="11761506" cy="4506216"/>
          </a:xfrm>
        </p:grpSpPr>
        <p:grpSp>
          <p:nvGrpSpPr>
            <p:cNvPr id="6144" name="Group 6143"/>
            <p:cNvGrpSpPr/>
            <p:nvPr/>
          </p:nvGrpSpPr>
          <p:grpSpPr>
            <a:xfrm>
              <a:off x="34272" y="1574063"/>
              <a:ext cx="3227571" cy="4493253"/>
              <a:chOff x="507648" y="1587026"/>
              <a:chExt cx="2241291" cy="4493253"/>
            </a:xfrm>
          </p:grpSpPr>
          <p:sp>
            <p:nvSpPr>
              <p:cNvPr id="3639" name="TextBox 3638"/>
              <p:cNvSpPr txBox="1"/>
              <p:nvPr/>
            </p:nvSpPr>
            <p:spPr>
              <a:xfrm>
                <a:off x="507648" y="1587026"/>
                <a:ext cx="2241291" cy="769441"/>
              </a:xfrm>
              <a:prstGeom prst="rect">
                <a:avLst/>
              </a:prstGeom>
              <a:noFill/>
            </p:spPr>
            <p:txBody>
              <a:bodyPr wrap="square">
                <a:spAutoFit/>
              </a:bodyPr>
              <a:lstStyle/>
              <a:p>
                <a:pPr algn="r">
                  <a:spcAft>
                    <a:spcPts val="300"/>
                  </a:spcAft>
                </a:pPr>
                <a:r>
                  <a:rPr lang="en-IN" sz="1400" b="1" dirty="0">
                    <a:solidFill>
                      <a:schemeClr val="bg1"/>
                    </a:solidFill>
                    <a:latin typeface="Montserrat" panose="00000500000000000000" pitchFamily="2" charset="0"/>
                  </a:rPr>
                  <a:t>Arun Jaitley Stadium</a:t>
                </a:r>
                <a:endParaRPr lang="en-IN" sz="1400" b="1" dirty="0">
                  <a:solidFill>
                    <a:schemeClr val="bg1"/>
                  </a:solidFill>
                  <a:latin typeface="Montserrat" panose="00000500000000000000" pitchFamily="2" charset="0"/>
                </a:endParaRPr>
              </a:p>
              <a:p>
                <a:pPr algn="r">
                  <a:spcAft>
                    <a:spcPts val="300"/>
                  </a:spcAft>
                </a:pPr>
                <a:r>
                  <a:rPr lang="en-IN" sz="1100" dirty="0">
                    <a:solidFill>
                      <a:schemeClr val="bg1"/>
                    </a:solidFill>
                    <a:latin typeface="Montserrat" panose="00000500000000000000" pitchFamily="2" charset="0"/>
                  </a:rPr>
                  <a:t>(Delhi)</a:t>
                </a:r>
                <a:endParaRPr lang="en-IN" sz="1100" dirty="0">
                  <a:solidFill>
                    <a:schemeClr val="bg1"/>
                  </a:solidFill>
                  <a:latin typeface="Montserrat" panose="00000500000000000000" pitchFamily="2" charset="0"/>
                </a:endParaRPr>
              </a:p>
              <a:p>
                <a:pPr algn="r">
                  <a:spcAft>
                    <a:spcPts val="300"/>
                  </a:spcAft>
                </a:pPr>
                <a:r>
                  <a:rPr lang="en-IN" sz="1400" dirty="0">
                    <a:solidFill>
                      <a:schemeClr val="bg1"/>
                    </a:solidFill>
                    <a:latin typeface="Montserrat" panose="00000500000000000000" pitchFamily="2" charset="0"/>
                  </a:rPr>
                  <a:t>Capacity: 35,200</a:t>
                </a:r>
                <a:endParaRPr lang="en-IN" sz="1400" dirty="0">
                  <a:solidFill>
                    <a:schemeClr val="bg1"/>
                  </a:solidFill>
                  <a:latin typeface="Montserrat" panose="00000500000000000000" pitchFamily="2" charset="0"/>
                </a:endParaRPr>
              </a:p>
            </p:txBody>
          </p:sp>
          <p:sp>
            <p:nvSpPr>
              <p:cNvPr id="3640" name="TextBox 3639"/>
              <p:cNvSpPr txBox="1"/>
              <p:nvPr/>
            </p:nvSpPr>
            <p:spPr>
              <a:xfrm>
                <a:off x="507648" y="2828297"/>
                <a:ext cx="2241291" cy="984885"/>
              </a:xfrm>
              <a:prstGeom prst="rect">
                <a:avLst/>
              </a:prstGeom>
              <a:noFill/>
            </p:spPr>
            <p:txBody>
              <a:bodyPr wrap="square">
                <a:spAutoFit/>
              </a:bodyPr>
              <a:lstStyle/>
              <a:p>
                <a:pPr algn="r">
                  <a:spcAft>
                    <a:spcPts val="300"/>
                  </a:spcAft>
                </a:pPr>
                <a:r>
                  <a:rPr lang="en-IN" sz="1400" b="1" dirty="0">
                    <a:solidFill>
                      <a:schemeClr val="bg1"/>
                    </a:solidFill>
                    <a:latin typeface="Montserrat" panose="00000500000000000000" pitchFamily="2" charset="0"/>
                  </a:rPr>
                  <a:t>Narendra Modi Stadium</a:t>
                </a:r>
                <a:endParaRPr lang="en-IN" sz="1400" b="1" dirty="0">
                  <a:solidFill>
                    <a:schemeClr val="bg1"/>
                  </a:solidFill>
                  <a:latin typeface="Montserrat" panose="00000500000000000000" pitchFamily="2" charset="0"/>
                </a:endParaRPr>
              </a:p>
              <a:p>
                <a:pPr algn="r">
                  <a:spcAft>
                    <a:spcPts val="300"/>
                  </a:spcAft>
                </a:pPr>
                <a:r>
                  <a:rPr lang="en-IN" sz="1100" dirty="0">
                    <a:solidFill>
                      <a:schemeClr val="bg1"/>
                    </a:solidFill>
                    <a:latin typeface="Montserrat" panose="00000500000000000000" pitchFamily="2" charset="0"/>
                  </a:rPr>
                  <a:t>(Ahmedabad)</a:t>
                </a:r>
                <a:endParaRPr lang="en-IN" sz="1100" dirty="0">
                  <a:solidFill>
                    <a:schemeClr val="bg1"/>
                  </a:solidFill>
                  <a:latin typeface="Montserrat" panose="00000500000000000000" pitchFamily="2" charset="0"/>
                </a:endParaRPr>
              </a:p>
              <a:p>
                <a:pPr algn="r">
                  <a:spcAft>
                    <a:spcPts val="300"/>
                  </a:spcAft>
                </a:pPr>
                <a:r>
                  <a:rPr lang="en-IN" sz="1400" dirty="0">
                    <a:solidFill>
                      <a:schemeClr val="bg1"/>
                    </a:solidFill>
                    <a:latin typeface="Montserrat" panose="00000500000000000000" pitchFamily="2" charset="0"/>
                  </a:rPr>
                  <a:t>Capacity: 132,000</a:t>
                </a:r>
                <a:endParaRPr lang="en-IN" sz="1400" dirty="0">
                  <a:solidFill>
                    <a:schemeClr val="bg1"/>
                  </a:solidFill>
                  <a:latin typeface="Montserrat" panose="00000500000000000000" pitchFamily="2" charset="0"/>
                </a:endParaRPr>
              </a:p>
            </p:txBody>
          </p:sp>
          <p:sp>
            <p:nvSpPr>
              <p:cNvPr id="3641" name="TextBox 3640"/>
              <p:cNvSpPr txBox="1"/>
              <p:nvPr/>
            </p:nvSpPr>
            <p:spPr>
              <a:xfrm>
                <a:off x="507648" y="4069568"/>
                <a:ext cx="2241291" cy="769441"/>
              </a:xfrm>
              <a:prstGeom prst="rect">
                <a:avLst/>
              </a:prstGeom>
              <a:noFill/>
            </p:spPr>
            <p:txBody>
              <a:bodyPr wrap="square">
                <a:spAutoFit/>
              </a:bodyPr>
              <a:lstStyle/>
              <a:p>
                <a:pPr algn="r">
                  <a:spcAft>
                    <a:spcPts val="300"/>
                  </a:spcAft>
                </a:pPr>
                <a:r>
                  <a:rPr lang="en-IN" sz="1400" b="1" dirty="0">
                    <a:solidFill>
                      <a:schemeClr val="bg1"/>
                    </a:solidFill>
                    <a:latin typeface="Montserrat" panose="00000500000000000000" pitchFamily="2" charset="0"/>
                  </a:rPr>
                  <a:t>Wankhede Stadium</a:t>
                </a:r>
                <a:endParaRPr lang="en-IN" sz="1400" b="1" dirty="0">
                  <a:solidFill>
                    <a:schemeClr val="bg1"/>
                  </a:solidFill>
                  <a:latin typeface="Montserrat" panose="00000500000000000000" pitchFamily="2" charset="0"/>
                </a:endParaRPr>
              </a:p>
              <a:p>
                <a:pPr algn="r">
                  <a:spcAft>
                    <a:spcPts val="300"/>
                  </a:spcAft>
                </a:pPr>
                <a:r>
                  <a:rPr lang="en-IN" sz="1100" dirty="0">
                    <a:solidFill>
                      <a:schemeClr val="bg1"/>
                    </a:solidFill>
                    <a:latin typeface="Montserrat" panose="00000500000000000000" pitchFamily="2" charset="0"/>
                  </a:rPr>
                  <a:t>(Mumbai) </a:t>
                </a:r>
                <a:endParaRPr lang="en-IN" sz="1100" dirty="0">
                  <a:solidFill>
                    <a:schemeClr val="bg1"/>
                  </a:solidFill>
                  <a:latin typeface="Montserrat" panose="00000500000000000000" pitchFamily="2" charset="0"/>
                </a:endParaRPr>
              </a:p>
              <a:p>
                <a:pPr algn="r">
                  <a:spcAft>
                    <a:spcPts val="300"/>
                  </a:spcAft>
                </a:pPr>
                <a:r>
                  <a:rPr lang="en-IN" sz="1400" dirty="0">
                    <a:solidFill>
                      <a:schemeClr val="bg1"/>
                    </a:solidFill>
                    <a:latin typeface="Montserrat" panose="00000500000000000000" pitchFamily="2" charset="0"/>
                  </a:rPr>
                  <a:t>Capacity: 35,200</a:t>
                </a:r>
                <a:endParaRPr lang="en-IN" sz="1400" dirty="0">
                  <a:solidFill>
                    <a:schemeClr val="bg1"/>
                  </a:solidFill>
                  <a:latin typeface="Montserrat" panose="00000500000000000000" pitchFamily="2" charset="0"/>
                </a:endParaRPr>
              </a:p>
            </p:txBody>
          </p:sp>
          <p:sp>
            <p:nvSpPr>
              <p:cNvPr id="3642" name="TextBox 3641"/>
              <p:cNvSpPr txBox="1"/>
              <p:nvPr/>
            </p:nvSpPr>
            <p:spPr>
              <a:xfrm>
                <a:off x="507648" y="5310838"/>
                <a:ext cx="2241291" cy="769441"/>
              </a:xfrm>
              <a:prstGeom prst="rect">
                <a:avLst/>
              </a:prstGeom>
              <a:noFill/>
            </p:spPr>
            <p:txBody>
              <a:bodyPr wrap="square">
                <a:spAutoFit/>
              </a:bodyPr>
              <a:lstStyle/>
              <a:p>
                <a:pPr algn="r">
                  <a:spcAft>
                    <a:spcPts val="300"/>
                  </a:spcAft>
                </a:pPr>
                <a:r>
                  <a:rPr lang="en-IN" sz="1400" b="1" dirty="0">
                    <a:solidFill>
                      <a:schemeClr val="bg1"/>
                    </a:solidFill>
                    <a:latin typeface="Montserrat" panose="00000500000000000000" pitchFamily="2" charset="0"/>
                  </a:rPr>
                  <a:t>Dy Patil Stadium</a:t>
                </a:r>
                <a:endParaRPr lang="en-IN" sz="1400" b="1" dirty="0">
                  <a:solidFill>
                    <a:schemeClr val="bg1"/>
                  </a:solidFill>
                  <a:latin typeface="Montserrat" panose="00000500000000000000" pitchFamily="2" charset="0"/>
                </a:endParaRPr>
              </a:p>
              <a:p>
                <a:pPr algn="r">
                  <a:spcAft>
                    <a:spcPts val="300"/>
                  </a:spcAft>
                </a:pPr>
                <a:r>
                  <a:rPr lang="en-IN" sz="1100" dirty="0">
                    <a:solidFill>
                      <a:schemeClr val="bg1"/>
                    </a:solidFill>
                    <a:latin typeface="Montserrat" panose="00000500000000000000" pitchFamily="2" charset="0"/>
                  </a:rPr>
                  <a:t>(Navi Mumbai)</a:t>
                </a:r>
                <a:endParaRPr lang="en-IN" sz="1100" dirty="0">
                  <a:solidFill>
                    <a:schemeClr val="bg1"/>
                  </a:solidFill>
                  <a:latin typeface="Montserrat" panose="00000500000000000000" pitchFamily="2" charset="0"/>
                </a:endParaRPr>
              </a:p>
              <a:p>
                <a:pPr algn="r"/>
                <a:r>
                  <a:rPr lang="en-IN" sz="1400" dirty="0">
                    <a:solidFill>
                      <a:schemeClr val="bg1"/>
                    </a:solidFill>
                    <a:latin typeface="Montserrat" panose="00000500000000000000" pitchFamily="2" charset="0"/>
                  </a:rPr>
                  <a:t>Capacity: 35,200</a:t>
                </a:r>
                <a:endParaRPr lang="en-IN" sz="1400" dirty="0">
                  <a:solidFill>
                    <a:schemeClr val="bg1"/>
                  </a:solidFill>
                  <a:latin typeface="Montserrat" panose="00000500000000000000" pitchFamily="2" charset="0"/>
                </a:endParaRPr>
              </a:p>
            </p:txBody>
          </p:sp>
        </p:grpSp>
        <p:grpSp>
          <p:nvGrpSpPr>
            <p:cNvPr id="3647" name="Group 3646"/>
            <p:cNvGrpSpPr/>
            <p:nvPr/>
          </p:nvGrpSpPr>
          <p:grpSpPr>
            <a:xfrm>
              <a:off x="8566503" y="1587026"/>
              <a:ext cx="3229275" cy="4493253"/>
              <a:chOff x="9121929" y="1587026"/>
              <a:chExt cx="2241294" cy="4493253"/>
            </a:xfrm>
          </p:grpSpPr>
          <p:sp>
            <p:nvSpPr>
              <p:cNvPr id="3643" name="TextBox 3642"/>
              <p:cNvSpPr txBox="1"/>
              <p:nvPr/>
            </p:nvSpPr>
            <p:spPr>
              <a:xfrm>
                <a:off x="9121932" y="1587026"/>
                <a:ext cx="2241291" cy="769441"/>
              </a:xfrm>
              <a:prstGeom prst="rect">
                <a:avLst/>
              </a:prstGeom>
              <a:noFill/>
            </p:spPr>
            <p:txBody>
              <a:bodyPr wrap="square">
                <a:spAutoFit/>
              </a:bodyPr>
              <a:lstStyle/>
              <a:p>
                <a:pPr>
                  <a:spcAft>
                    <a:spcPts val="300"/>
                  </a:spcAft>
                </a:pPr>
                <a:r>
                  <a:rPr lang="en-IN" sz="1400" b="1" dirty="0">
                    <a:solidFill>
                      <a:schemeClr val="bg1"/>
                    </a:solidFill>
                    <a:latin typeface="Montserrat" panose="00000500000000000000" pitchFamily="2" charset="0"/>
                  </a:rPr>
                  <a:t>Edan Gardens</a:t>
                </a:r>
                <a:endParaRPr lang="en-IN" sz="1400" b="1" dirty="0">
                  <a:solidFill>
                    <a:schemeClr val="bg1"/>
                  </a:solidFill>
                  <a:latin typeface="Montserrat" panose="00000500000000000000" pitchFamily="2" charset="0"/>
                </a:endParaRPr>
              </a:p>
              <a:p>
                <a:pPr>
                  <a:spcAft>
                    <a:spcPts val="300"/>
                  </a:spcAft>
                </a:pPr>
                <a:r>
                  <a:rPr lang="en-IN" sz="1100" dirty="0">
                    <a:solidFill>
                      <a:schemeClr val="bg1"/>
                    </a:solidFill>
                    <a:latin typeface="Montserrat" panose="00000500000000000000" pitchFamily="2" charset="0"/>
                  </a:rPr>
                  <a:t>(Kolkata)</a:t>
                </a:r>
                <a:endParaRPr lang="en-IN" sz="1100" dirty="0">
                  <a:solidFill>
                    <a:schemeClr val="bg1"/>
                  </a:solidFill>
                  <a:latin typeface="Montserrat" panose="00000500000000000000" pitchFamily="2" charset="0"/>
                </a:endParaRPr>
              </a:p>
              <a:p>
                <a:pPr>
                  <a:spcAft>
                    <a:spcPts val="300"/>
                  </a:spcAft>
                </a:pPr>
                <a:r>
                  <a:rPr lang="en-IN" sz="1400" dirty="0">
                    <a:solidFill>
                      <a:schemeClr val="bg1"/>
                    </a:solidFill>
                    <a:latin typeface="Montserrat" panose="00000500000000000000" pitchFamily="2" charset="0"/>
                  </a:rPr>
                  <a:t>Capacity: 68,000</a:t>
                </a:r>
                <a:endParaRPr lang="en-IN" sz="1400" dirty="0">
                  <a:solidFill>
                    <a:schemeClr val="bg1"/>
                  </a:solidFill>
                  <a:latin typeface="Montserrat" panose="00000500000000000000" pitchFamily="2" charset="0"/>
                </a:endParaRPr>
              </a:p>
            </p:txBody>
          </p:sp>
          <p:sp>
            <p:nvSpPr>
              <p:cNvPr id="3645" name="TextBox 3644"/>
              <p:cNvSpPr txBox="1"/>
              <p:nvPr/>
            </p:nvSpPr>
            <p:spPr>
              <a:xfrm>
                <a:off x="9121929" y="3448932"/>
                <a:ext cx="2241291" cy="769441"/>
              </a:xfrm>
              <a:prstGeom prst="rect">
                <a:avLst/>
              </a:prstGeom>
              <a:noFill/>
            </p:spPr>
            <p:txBody>
              <a:bodyPr wrap="square">
                <a:spAutoFit/>
              </a:bodyPr>
              <a:lstStyle/>
              <a:p>
                <a:pPr>
                  <a:spcAft>
                    <a:spcPts val="300"/>
                  </a:spcAft>
                </a:pPr>
                <a:r>
                  <a:rPr lang="en-IN" sz="1400" b="1" dirty="0">
                    <a:solidFill>
                      <a:schemeClr val="bg1"/>
                    </a:solidFill>
                    <a:latin typeface="Montserrat" panose="00000500000000000000" pitchFamily="2" charset="0"/>
                  </a:rPr>
                  <a:t>M </a:t>
                </a:r>
                <a:r>
                  <a:rPr lang="en-IN" sz="1400" b="1" dirty="0" err="1">
                    <a:solidFill>
                      <a:schemeClr val="bg1"/>
                    </a:solidFill>
                    <a:latin typeface="Montserrat" panose="00000500000000000000" pitchFamily="2" charset="0"/>
                  </a:rPr>
                  <a:t>Chinnaswamy</a:t>
                </a:r>
                <a:r>
                  <a:rPr lang="en-IN" sz="1400" b="1" dirty="0">
                    <a:solidFill>
                      <a:schemeClr val="bg1"/>
                    </a:solidFill>
                    <a:latin typeface="Montserrat" panose="00000500000000000000" pitchFamily="2" charset="0"/>
                  </a:rPr>
                  <a:t> Stadium</a:t>
                </a:r>
                <a:endParaRPr lang="en-IN" sz="1400" b="1" dirty="0">
                  <a:solidFill>
                    <a:schemeClr val="bg1"/>
                  </a:solidFill>
                  <a:latin typeface="Montserrat" panose="00000500000000000000" pitchFamily="2" charset="0"/>
                </a:endParaRPr>
              </a:p>
              <a:p>
                <a:pPr>
                  <a:spcAft>
                    <a:spcPts val="300"/>
                  </a:spcAft>
                </a:pPr>
                <a:r>
                  <a:rPr lang="en-IN" sz="1100" dirty="0">
                    <a:solidFill>
                      <a:schemeClr val="bg1"/>
                    </a:solidFill>
                    <a:latin typeface="Montserrat" panose="00000500000000000000" pitchFamily="2" charset="0"/>
                  </a:rPr>
                  <a:t>(Bengaluru) </a:t>
                </a:r>
                <a:endParaRPr lang="en-IN" sz="1100" dirty="0">
                  <a:solidFill>
                    <a:schemeClr val="bg1"/>
                  </a:solidFill>
                  <a:latin typeface="Montserrat" panose="00000500000000000000" pitchFamily="2" charset="0"/>
                </a:endParaRPr>
              </a:p>
              <a:p>
                <a:pPr>
                  <a:spcAft>
                    <a:spcPts val="300"/>
                  </a:spcAft>
                </a:pPr>
                <a:r>
                  <a:rPr lang="en-IN" sz="1400" dirty="0">
                    <a:solidFill>
                      <a:schemeClr val="bg1"/>
                    </a:solidFill>
                    <a:latin typeface="Montserrat" panose="00000500000000000000" pitchFamily="2" charset="0"/>
                  </a:rPr>
                  <a:t>Capacity: 33,800</a:t>
                </a:r>
                <a:endParaRPr lang="en-IN" sz="1400" dirty="0">
                  <a:solidFill>
                    <a:schemeClr val="bg1"/>
                  </a:solidFill>
                  <a:latin typeface="Montserrat" panose="00000500000000000000" pitchFamily="2" charset="0"/>
                </a:endParaRPr>
              </a:p>
            </p:txBody>
          </p:sp>
          <p:sp>
            <p:nvSpPr>
              <p:cNvPr id="3646" name="TextBox 3645"/>
              <p:cNvSpPr txBox="1"/>
              <p:nvPr/>
            </p:nvSpPr>
            <p:spPr>
              <a:xfrm>
                <a:off x="9121929" y="5310838"/>
                <a:ext cx="2241291" cy="769441"/>
              </a:xfrm>
              <a:prstGeom prst="rect">
                <a:avLst/>
              </a:prstGeom>
              <a:noFill/>
            </p:spPr>
            <p:txBody>
              <a:bodyPr wrap="square">
                <a:spAutoFit/>
              </a:bodyPr>
              <a:lstStyle/>
              <a:p>
                <a:pPr>
                  <a:spcAft>
                    <a:spcPts val="300"/>
                  </a:spcAft>
                </a:pPr>
                <a:r>
                  <a:rPr lang="en-IN" sz="1400" b="1" dirty="0">
                    <a:solidFill>
                      <a:schemeClr val="bg1"/>
                    </a:solidFill>
                    <a:latin typeface="Montserrat" panose="00000500000000000000" pitchFamily="2" charset="0"/>
                  </a:rPr>
                  <a:t>M A Chidambaram Stadium</a:t>
                </a:r>
                <a:endParaRPr lang="en-IN" sz="1400" b="1" dirty="0">
                  <a:solidFill>
                    <a:schemeClr val="bg1"/>
                  </a:solidFill>
                  <a:latin typeface="Montserrat" panose="00000500000000000000" pitchFamily="2" charset="0"/>
                </a:endParaRPr>
              </a:p>
              <a:p>
                <a:pPr>
                  <a:spcAft>
                    <a:spcPts val="300"/>
                  </a:spcAft>
                </a:pPr>
                <a:r>
                  <a:rPr lang="en-IN" sz="1100" dirty="0">
                    <a:solidFill>
                      <a:schemeClr val="bg1"/>
                    </a:solidFill>
                    <a:latin typeface="Montserrat" panose="00000500000000000000" pitchFamily="2" charset="0"/>
                  </a:rPr>
                  <a:t>(Chennai) </a:t>
                </a:r>
                <a:endParaRPr lang="en-IN" sz="1100" dirty="0">
                  <a:solidFill>
                    <a:schemeClr val="bg1"/>
                  </a:solidFill>
                  <a:latin typeface="Montserrat" panose="00000500000000000000" pitchFamily="2" charset="0"/>
                </a:endParaRPr>
              </a:p>
              <a:p>
                <a:pPr>
                  <a:spcAft>
                    <a:spcPts val="300"/>
                  </a:spcAft>
                </a:pPr>
                <a:r>
                  <a:rPr lang="en-IN" sz="1400" dirty="0">
                    <a:solidFill>
                      <a:schemeClr val="bg1"/>
                    </a:solidFill>
                    <a:latin typeface="Montserrat" panose="00000500000000000000" pitchFamily="2" charset="0"/>
                  </a:rPr>
                  <a:t>Capacity: 38,200</a:t>
                </a:r>
                <a:endParaRPr lang="en-IN" sz="1400" dirty="0">
                  <a:solidFill>
                    <a:schemeClr val="bg1"/>
                  </a:solidFill>
                  <a:latin typeface="Montserrat" panose="00000500000000000000" pitchFamily="2" charset="0"/>
                </a:endParaRPr>
              </a:p>
            </p:txBody>
          </p:sp>
        </p:grpSp>
      </p:grpSp>
      <p:cxnSp>
        <p:nvCxnSpPr>
          <p:cNvPr id="6151" name="Connector: Elbow 6150"/>
          <p:cNvCxnSpPr>
            <a:stCxn id="3639" idx="3"/>
          </p:cNvCxnSpPr>
          <p:nvPr/>
        </p:nvCxnSpPr>
        <p:spPr>
          <a:xfrm>
            <a:off x="3442818" y="1958784"/>
            <a:ext cx="1729271" cy="935374"/>
          </a:xfrm>
          <a:prstGeom prst="bentConnector3">
            <a:avLst>
              <a:gd name="adj1" fmla="val 50000"/>
            </a:avLst>
          </a:prstGeom>
          <a:ln w="9525">
            <a:solidFill>
              <a:schemeClr val="bg1"/>
            </a:solidFill>
            <a:prstDash val="dash"/>
            <a:tailEnd type="oval"/>
          </a:ln>
        </p:spPr>
        <p:style>
          <a:lnRef idx="2">
            <a:schemeClr val="accent1"/>
          </a:lnRef>
          <a:fillRef idx="0">
            <a:schemeClr val="accent1"/>
          </a:fillRef>
          <a:effectRef idx="1">
            <a:schemeClr val="accent1"/>
          </a:effectRef>
          <a:fontRef idx="minor">
            <a:schemeClr val="tx1"/>
          </a:fontRef>
        </p:style>
      </p:cxnSp>
      <p:cxnSp>
        <p:nvCxnSpPr>
          <p:cNvPr id="6154" name="Connector: Elbow 6153"/>
          <p:cNvCxnSpPr>
            <a:stCxn id="3640" idx="3"/>
          </p:cNvCxnSpPr>
          <p:nvPr/>
        </p:nvCxnSpPr>
        <p:spPr>
          <a:xfrm>
            <a:off x="3442818" y="3307777"/>
            <a:ext cx="1038369" cy="517644"/>
          </a:xfrm>
          <a:prstGeom prst="bentConnector3">
            <a:avLst/>
          </a:prstGeom>
          <a:ln w="9525">
            <a:solidFill>
              <a:schemeClr val="bg1"/>
            </a:solidFill>
            <a:prstDash val="dash"/>
            <a:tailEnd type="oval"/>
          </a:ln>
        </p:spPr>
        <p:style>
          <a:lnRef idx="2">
            <a:schemeClr val="accent1"/>
          </a:lnRef>
          <a:fillRef idx="0">
            <a:schemeClr val="accent1"/>
          </a:fillRef>
          <a:effectRef idx="1">
            <a:schemeClr val="accent1"/>
          </a:effectRef>
          <a:fontRef idx="minor">
            <a:schemeClr val="tx1"/>
          </a:fontRef>
        </p:style>
      </p:cxnSp>
      <p:cxnSp>
        <p:nvCxnSpPr>
          <p:cNvPr id="6156" name="Connector: Elbow 6155"/>
          <p:cNvCxnSpPr>
            <a:stCxn id="3641" idx="3"/>
          </p:cNvCxnSpPr>
          <p:nvPr/>
        </p:nvCxnSpPr>
        <p:spPr>
          <a:xfrm flipV="1">
            <a:off x="3442818" y="4342437"/>
            <a:ext cx="1556359" cy="98889"/>
          </a:xfrm>
          <a:prstGeom prst="bentConnector3">
            <a:avLst/>
          </a:prstGeom>
          <a:ln w="9525">
            <a:solidFill>
              <a:schemeClr val="bg1"/>
            </a:solidFill>
            <a:prstDash val="dash"/>
            <a:tailEnd type="oval"/>
          </a:ln>
        </p:spPr>
        <p:style>
          <a:lnRef idx="2">
            <a:schemeClr val="accent1"/>
          </a:lnRef>
          <a:fillRef idx="0">
            <a:schemeClr val="accent1"/>
          </a:fillRef>
          <a:effectRef idx="1">
            <a:schemeClr val="accent1"/>
          </a:effectRef>
          <a:fontRef idx="minor">
            <a:schemeClr val="tx1"/>
          </a:fontRef>
        </p:style>
      </p:cxnSp>
      <p:cxnSp>
        <p:nvCxnSpPr>
          <p:cNvPr id="6158" name="Connector: Elbow 6157"/>
          <p:cNvCxnSpPr>
            <a:stCxn id="3642" idx="3"/>
          </p:cNvCxnSpPr>
          <p:nvPr/>
        </p:nvCxnSpPr>
        <p:spPr>
          <a:xfrm flipV="1">
            <a:off x="3442818" y="4596548"/>
            <a:ext cx="1702167" cy="1086048"/>
          </a:xfrm>
          <a:prstGeom prst="bentConnector3">
            <a:avLst/>
          </a:prstGeom>
          <a:ln w="9525">
            <a:solidFill>
              <a:schemeClr val="bg1"/>
            </a:solidFill>
            <a:prstDash val="dash"/>
            <a:tailEnd type="oval"/>
          </a:ln>
        </p:spPr>
        <p:style>
          <a:lnRef idx="2">
            <a:schemeClr val="accent1"/>
          </a:lnRef>
          <a:fillRef idx="0">
            <a:schemeClr val="accent1"/>
          </a:fillRef>
          <a:effectRef idx="1">
            <a:schemeClr val="accent1"/>
          </a:effectRef>
          <a:fontRef idx="minor">
            <a:schemeClr val="tx1"/>
          </a:fontRef>
        </p:style>
      </p:cxnSp>
      <p:cxnSp>
        <p:nvCxnSpPr>
          <p:cNvPr id="6160" name="Connector: Elbow 6159"/>
          <p:cNvCxnSpPr>
            <a:endCxn id="3645" idx="1"/>
          </p:cNvCxnSpPr>
          <p:nvPr/>
        </p:nvCxnSpPr>
        <p:spPr>
          <a:xfrm flipV="1">
            <a:off x="5017079" y="3833653"/>
            <a:ext cx="3730399" cy="1438382"/>
          </a:xfrm>
          <a:prstGeom prst="bentConnector3">
            <a:avLst>
              <a:gd name="adj1" fmla="val 60213"/>
            </a:avLst>
          </a:prstGeom>
          <a:ln w="9525">
            <a:solidFill>
              <a:schemeClr val="bg1"/>
            </a:solidFill>
            <a:prstDash val="dash"/>
            <a:headEnd type="oval"/>
            <a:tailEnd type="none"/>
          </a:ln>
        </p:spPr>
        <p:style>
          <a:lnRef idx="2">
            <a:schemeClr val="accent1"/>
          </a:lnRef>
          <a:fillRef idx="0">
            <a:schemeClr val="accent1"/>
          </a:fillRef>
          <a:effectRef idx="1">
            <a:schemeClr val="accent1"/>
          </a:effectRef>
          <a:fontRef idx="minor">
            <a:schemeClr val="tx1"/>
          </a:fontRef>
        </p:style>
      </p:cxnSp>
      <p:cxnSp>
        <p:nvCxnSpPr>
          <p:cNvPr id="6162" name="Connector: Elbow 6161"/>
          <p:cNvCxnSpPr>
            <a:endCxn id="3646" idx="1"/>
          </p:cNvCxnSpPr>
          <p:nvPr/>
        </p:nvCxnSpPr>
        <p:spPr>
          <a:xfrm flipV="1">
            <a:off x="5465708" y="5695559"/>
            <a:ext cx="3281770" cy="148905"/>
          </a:xfrm>
          <a:prstGeom prst="bentConnector3">
            <a:avLst/>
          </a:prstGeom>
          <a:ln w="9525">
            <a:solidFill>
              <a:schemeClr val="bg1"/>
            </a:solidFill>
            <a:prstDash val="dash"/>
            <a:headEnd type="oval"/>
            <a:tailEnd type="none"/>
          </a:ln>
        </p:spPr>
        <p:style>
          <a:lnRef idx="2">
            <a:schemeClr val="accent1"/>
          </a:lnRef>
          <a:fillRef idx="0">
            <a:schemeClr val="accent1"/>
          </a:fillRef>
          <a:effectRef idx="1">
            <a:schemeClr val="accent1"/>
          </a:effectRef>
          <a:fontRef idx="minor">
            <a:schemeClr val="tx1"/>
          </a:fontRef>
        </p:style>
      </p:cxnSp>
      <p:cxnSp>
        <p:nvCxnSpPr>
          <p:cNvPr id="6168" name="Connector: Elbow 6167"/>
          <p:cNvCxnSpPr>
            <a:endCxn id="3643" idx="1"/>
          </p:cNvCxnSpPr>
          <p:nvPr/>
        </p:nvCxnSpPr>
        <p:spPr>
          <a:xfrm rot="5400000" flipH="1" flipV="1">
            <a:off x="6886142" y="1972131"/>
            <a:ext cx="1861724" cy="1860956"/>
          </a:xfrm>
          <a:prstGeom prst="bentConnector2">
            <a:avLst/>
          </a:prstGeom>
          <a:ln w="9525">
            <a:solidFill>
              <a:schemeClr val="bg1"/>
            </a:solidFill>
            <a:prstDash val="dash"/>
            <a:headEnd type="oval"/>
            <a:tailEnd type="non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1"/>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p:cNvPicPr>
            <a:picLocks noChangeAspect="1"/>
          </p:cNvPicPr>
          <p:nvPr/>
        </p:nvPicPr>
        <p:blipFill>
          <a:blip r:embed="rId2" cstate="screen">
            <a:alphaModFix amt="90000"/>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p:cNvPicPr>
            <a:picLocks noChangeAspect="1"/>
          </p:cNvPicPr>
          <p:nvPr/>
        </p:nvPicPr>
        <p:blipFill>
          <a:blip r:embed="rId2" cstate="screen">
            <a:alphaModFix amt="43000"/>
          </a:blip>
          <a:stretch>
            <a:fillRect/>
          </a:stretch>
        </p:blipFill>
        <p:spPr>
          <a:xfrm rot="10800000">
            <a:off x="0" y="5294506"/>
            <a:ext cx="2748938" cy="1563494"/>
          </a:xfrm>
          <a:prstGeom prst="rect">
            <a:avLst/>
          </a:prstGeom>
        </p:spPr>
      </p:pic>
      <p:sp>
        <p:nvSpPr>
          <p:cNvPr id="3" name="TextBox 2"/>
          <p:cNvSpPr txBox="1"/>
          <p:nvPr/>
        </p:nvSpPr>
        <p:spPr>
          <a:xfrm>
            <a:off x="0" y="538094"/>
            <a:ext cx="12192000" cy="645160"/>
          </a:xfrm>
          <a:prstGeom prst="rect">
            <a:avLst/>
          </a:prstGeom>
          <a:noFill/>
        </p:spPr>
        <p:txBody>
          <a:bodyPr wrap="square">
            <a:spAutoFit/>
          </a:bodyPr>
          <a:lstStyle/>
          <a:p>
            <a:pPr algn="ctr"/>
            <a:r>
              <a:rPr lang="en-IN" sz="3600" b="1" dirty="0">
                <a:solidFill>
                  <a:schemeClr val="accent2"/>
                </a:solidFill>
                <a:latin typeface="Montserrat" panose="00000500000000000000" pitchFamily="2" charset="0"/>
              </a:rPr>
              <a:t>Best Team and Players</a:t>
            </a:r>
            <a:endParaRPr lang="en-IN" sz="3600" b="1" dirty="0">
              <a:solidFill>
                <a:schemeClr val="accent2"/>
              </a:solidFill>
              <a:latin typeface="Montserrat" panose="00000500000000000000" pitchFamily="2" charset="0"/>
            </a:endParaRPr>
          </a:p>
        </p:txBody>
      </p:sp>
      <p:grpSp>
        <p:nvGrpSpPr>
          <p:cNvPr id="62" name="Group 61"/>
          <p:cNvGrpSpPr/>
          <p:nvPr/>
        </p:nvGrpSpPr>
        <p:grpSpPr>
          <a:xfrm rot="0">
            <a:off x="985520" y="1648460"/>
            <a:ext cx="10564495" cy="4711700"/>
            <a:chOff x="985628" y="1648552"/>
            <a:chExt cx="10564495" cy="4711995"/>
          </a:xfrm>
        </p:grpSpPr>
        <p:grpSp>
          <p:nvGrpSpPr>
            <p:cNvPr id="57" name="Group 56"/>
            <p:cNvGrpSpPr/>
            <p:nvPr/>
          </p:nvGrpSpPr>
          <p:grpSpPr>
            <a:xfrm>
              <a:off x="985628" y="1648552"/>
              <a:ext cx="10220744" cy="4711995"/>
              <a:chOff x="985628" y="1648552"/>
              <a:chExt cx="10220744" cy="4711995"/>
            </a:xfrm>
          </p:grpSpPr>
          <p:grpSp>
            <p:nvGrpSpPr>
              <p:cNvPr id="46" name="Group 45"/>
              <p:cNvGrpSpPr/>
              <p:nvPr/>
            </p:nvGrpSpPr>
            <p:grpSpPr>
              <a:xfrm>
                <a:off x="985628" y="1648552"/>
                <a:ext cx="10220744" cy="4711995"/>
                <a:chOff x="688720" y="1648552"/>
                <a:chExt cx="10220744" cy="4711995"/>
              </a:xfrm>
            </p:grpSpPr>
            <p:grpSp>
              <p:nvGrpSpPr>
                <p:cNvPr id="24" name="Group 23"/>
                <p:cNvGrpSpPr/>
                <p:nvPr/>
              </p:nvGrpSpPr>
              <p:grpSpPr>
                <a:xfrm>
                  <a:off x="688720" y="1648552"/>
                  <a:ext cx="4534319" cy="4711995"/>
                  <a:chOff x="631570" y="1686652"/>
                  <a:chExt cx="4534319" cy="4711995"/>
                </a:xfrm>
              </p:grpSpPr>
              <p:grpSp>
                <p:nvGrpSpPr>
                  <p:cNvPr id="7" name="Group 6"/>
                  <p:cNvGrpSpPr/>
                  <p:nvPr/>
                </p:nvGrpSpPr>
                <p:grpSpPr>
                  <a:xfrm>
                    <a:off x="631570" y="1686652"/>
                    <a:ext cx="4534319" cy="710827"/>
                    <a:chOff x="509022" y="2818373"/>
                    <a:chExt cx="4820581" cy="755703"/>
                  </a:xfrm>
                </p:grpSpPr>
                <p:sp>
                  <p:nvSpPr>
                    <p:cNvPr id="4" name="Rectangle: Rounded Corners 3"/>
                    <p:cNvSpPr/>
                    <p:nvPr/>
                  </p:nvSpPr>
                  <p:spPr>
                    <a:xfrm>
                      <a:off x="509022" y="2818373"/>
                      <a:ext cx="4820581" cy="755703"/>
                    </a:xfrm>
                    <a:prstGeom prst="roundRect">
                      <a:avLst>
                        <a:gd name="adj" fmla="val 50000"/>
                      </a:avLst>
                    </a:prstGeom>
                    <a:solidFill>
                      <a:schemeClr val="bg1">
                        <a:alpha val="10000"/>
                      </a:schemeClr>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600">
                        <a:solidFill>
                          <a:schemeClr val="bg1"/>
                        </a:solidFill>
                        <a:latin typeface="Montserrat" panose="00000500000000000000" pitchFamily="2" charset="0"/>
                      </a:endParaRPr>
                    </a:p>
                  </p:txBody>
                </p:sp>
                <p:pic>
                  <p:nvPicPr>
                    <p:cNvPr id="5" name="Picture 10"/>
                    <p:cNvPicPr>
                      <a:picLocks noChangeAspect="1" noChangeArrowheads="1"/>
                    </p:cNvPicPr>
                    <p:nvPr/>
                  </p:nvPicPr>
                  <p:blipFill>
                    <a:blip r:embed="rId3" cstate="screen"/>
                    <a:srcRect/>
                    <a:stretch>
                      <a:fillRect/>
                    </a:stretch>
                  </p:blipFill>
                  <p:spPr bwMode="auto">
                    <a:xfrm>
                      <a:off x="821883" y="2876515"/>
                      <a:ext cx="639420" cy="639418"/>
                    </a:xfrm>
                    <a:prstGeom prst="rect">
                      <a:avLst/>
                    </a:prstGeom>
                    <a:noFill/>
                    <a:extLst>
                      <a:ext uri="{909E8E84-426E-40DD-AFC4-6F175D3DCCD1}">
                        <a14:hiddenFill xmlns:a14="http://schemas.microsoft.com/office/drawing/2010/main">
                          <a:solidFill>
                            <a:srgbClr val="FFFFFF"/>
                          </a:solidFill>
                        </a14:hiddenFill>
                      </a:ext>
                    </a:extLst>
                  </p:spPr>
                </p:pic>
              </p:grpSp>
              <p:sp>
                <p:nvSpPr>
                  <p:cNvPr id="9" name="Rectangle: Rounded Corners 8"/>
                  <p:cNvSpPr/>
                  <p:nvPr/>
                </p:nvSpPr>
                <p:spPr>
                  <a:xfrm>
                    <a:off x="631570" y="2686944"/>
                    <a:ext cx="4534319" cy="710827"/>
                  </a:xfrm>
                  <a:prstGeom prst="roundRect">
                    <a:avLst>
                      <a:gd name="adj" fmla="val 50000"/>
                    </a:avLst>
                  </a:prstGeom>
                  <a:solidFill>
                    <a:schemeClr val="bg1">
                      <a:alpha val="10000"/>
                    </a:schemeClr>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600">
                      <a:solidFill>
                        <a:schemeClr val="bg1"/>
                      </a:solidFill>
                      <a:latin typeface="Montserrat" panose="00000500000000000000" pitchFamily="2" charset="0"/>
                    </a:endParaRPr>
                  </a:p>
                </p:txBody>
              </p:sp>
              <p:sp>
                <p:nvSpPr>
                  <p:cNvPr id="13" name="Rectangle: Rounded Corners 12"/>
                  <p:cNvSpPr/>
                  <p:nvPr/>
                </p:nvSpPr>
                <p:spPr>
                  <a:xfrm>
                    <a:off x="631570" y="3687236"/>
                    <a:ext cx="4534319" cy="710827"/>
                  </a:xfrm>
                  <a:prstGeom prst="roundRect">
                    <a:avLst>
                      <a:gd name="adj" fmla="val 50000"/>
                    </a:avLst>
                  </a:prstGeom>
                  <a:solidFill>
                    <a:schemeClr val="bg1">
                      <a:alpha val="10000"/>
                    </a:schemeClr>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600">
                      <a:solidFill>
                        <a:schemeClr val="bg1"/>
                      </a:solidFill>
                      <a:latin typeface="Montserrat" panose="00000500000000000000" pitchFamily="2" charset="0"/>
                    </a:endParaRPr>
                  </a:p>
                </p:txBody>
              </p:sp>
              <p:sp>
                <p:nvSpPr>
                  <p:cNvPr id="17" name="Rectangle: Rounded Corners 16"/>
                  <p:cNvSpPr/>
                  <p:nvPr/>
                </p:nvSpPr>
                <p:spPr>
                  <a:xfrm>
                    <a:off x="631570" y="4687528"/>
                    <a:ext cx="4534319" cy="710827"/>
                  </a:xfrm>
                  <a:prstGeom prst="roundRect">
                    <a:avLst>
                      <a:gd name="adj" fmla="val 50000"/>
                    </a:avLst>
                  </a:prstGeom>
                  <a:solidFill>
                    <a:schemeClr val="bg1">
                      <a:alpha val="10000"/>
                    </a:schemeClr>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600">
                      <a:solidFill>
                        <a:schemeClr val="bg1"/>
                      </a:solidFill>
                      <a:latin typeface="Montserrat" panose="00000500000000000000" pitchFamily="2" charset="0"/>
                    </a:endParaRPr>
                  </a:p>
                </p:txBody>
              </p:sp>
              <p:sp>
                <p:nvSpPr>
                  <p:cNvPr id="21" name="Rectangle: Rounded Corners 20"/>
                  <p:cNvSpPr/>
                  <p:nvPr/>
                </p:nvSpPr>
                <p:spPr>
                  <a:xfrm>
                    <a:off x="631570" y="5687820"/>
                    <a:ext cx="4534319" cy="710827"/>
                  </a:xfrm>
                  <a:prstGeom prst="roundRect">
                    <a:avLst>
                      <a:gd name="adj" fmla="val 50000"/>
                    </a:avLst>
                  </a:prstGeom>
                  <a:solidFill>
                    <a:schemeClr val="bg1">
                      <a:alpha val="10000"/>
                    </a:schemeClr>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600">
                      <a:solidFill>
                        <a:schemeClr val="bg1"/>
                      </a:solidFill>
                      <a:latin typeface="Montserrat" panose="00000500000000000000" pitchFamily="2" charset="0"/>
                    </a:endParaRPr>
                  </a:p>
                </p:txBody>
              </p:sp>
            </p:grpSp>
            <p:grpSp>
              <p:nvGrpSpPr>
                <p:cNvPr id="25" name="Group 24"/>
                <p:cNvGrpSpPr/>
                <p:nvPr/>
              </p:nvGrpSpPr>
              <p:grpSpPr>
                <a:xfrm>
                  <a:off x="6375145" y="1648552"/>
                  <a:ext cx="4534319" cy="4711995"/>
                  <a:chOff x="631570" y="1686652"/>
                  <a:chExt cx="4534319" cy="4711995"/>
                </a:xfrm>
              </p:grpSpPr>
              <p:sp>
                <p:nvSpPr>
                  <p:cNvPr id="43" name="Rectangle: Rounded Corners 42"/>
                  <p:cNvSpPr/>
                  <p:nvPr/>
                </p:nvSpPr>
                <p:spPr>
                  <a:xfrm>
                    <a:off x="631570" y="1686652"/>
                    <a:ext cx="4534319" cy="710827"/>
                  </a:xfrm>
                  <a:prstGeom prst="roundRect">
                    <a:avLst>
                      <a:gd name="adj" fmla="val 50000"/>
                    </a:avLst>
                  </a:prstGeom>
                  <a:solidFill>
                    <a:schemeClr val="bg1">
                      <a:alpha val="10000"/>
                    </a:schemeClr>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600">
                      <a:solidFill>
                        <a:schemeClr val="bg1"/>
                      </a:solidFill>
                      <a:latin typeface="Montserrat" panose="00000500000000000000" pitchFamily="2" charset="0"/>
                    </a:endParaRPr>
                  </a:p>
                </p:txBody>
              </p:sp>
              <p:sp>
                <p:nvSpPr>
                  <p:cNvPr id="40" name="Rectangle: Rounded Corners 39"/>
                  <p:cNvSpPr/>
                  <p:nvPr/>
                </p:nvSpPr>
                <p:spPr>
                  <a:xfrm>
                    <a:off x="631570" y="2686944"/>
                    <a:ext cx="4534319" cy="710827"/>
                  </a:xfrm>
                  <a:prstGeom prst="roundRect">
                    <a:avLst>
                      <a:gd name="adj" fmla="val 50000"/>
                    </a:avLst>
                  </a:prstGeom>
                  <a:solidFill>
                    <a:schemeClr val="bg1">
                      <a:alpha val="10000"/>
                    </a:schemeClr>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600">
                      <a:solidFill>
                        <a:schemeClr val="bg1"/>
                      </a:solidFill>
                      <a:latin typeface="Montserrat" panose="00000500000000000000" pitchFamily="2" charset="0"/>
                    </a:endParaRPr>
                  </a:p>
                </p:txBody>
              </p:sp>
              <p:sp>
                <p:nvSpPr>
                  <p:cNvPr id="37" name="Rectangle: Rounded Corners 36"/>
                  <p:cNvSpPr/>
                  <p:nvPr/>
                </p:nvSpPr>
                <p:spPr>
                  <a:xfrm>
                    <a:off x="631570" y="3687236"/>
                    <a:ext cx="4534319" cy="710827"/>
                  </a:xfrm>
                  <a:prstGeom prst="roundRect">
                    <a:avLst>
                      <a:gd name="adj" fmla="val 50000"/>
                    </a:avLst>
                  </a:prstGeom>
                  <a:solidFill>
                    <a:schemeClr val="bg1">
                      <a:alpha val="10000"/>
                    </a:schemeClr>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600">
                      <a:solidFill>
                        <a:schemeClr val="bg1"/>
                      </a:solidFill>
                      <a:latin typeface="Montserrat" panose="00000500000000000000" pitchFamily="2" charset="0"/>
                    </a:endParaRPr>
                  </a:p>
                </p:txBody>
              </p:sp>
              <p:sp>
                <p:nvSpPr>
                  <p:cNvPr id="34" name="Rectangle: Rounded Corners 33"/>
                  <p:cNvSpPr/>
                  <p:nvPr/>
                </p:nvSpPr>
                <p:spPr>
                  <a:xfrm>
                    <a:off x="631570" y="4687528"/>
                    <a:ext cx="4534319" cy="710827"/>
                  </a:xfrm>
                  <a:prstGeom prst="roundRect">
                    <a:avLst>
                      <a:gd name="adj" fmla="val 50000"/>
                    </a:avLst>
                  </a:prstGeom>
                  <a:solidFill>
                    <a:schemeClr val="bg1">
                      <a:alpha val="10000"/>
                    </a:schemeClr>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600">
                      <a:solidFill>
                        <a:schemeClr val="bg1"/>
                      </a:solidFill>
                      <a:latin typeface="Montserrat" panose="00000500000000000000" pitchFamily="2" charset="0"/>
                    </a:endParaRPr>
                  </a:p>
                </p:txBody>
              </p:sp>
              <p:sp>
                <p:nvSpPr>
                  <p:cNvPr id="31" name="Rectangle: Rounded Corners 30"/>
                  <p:cNvSpPr/>
                  <p:nvPr/>
                </p:nvSpPr>
                <p:spPr>
                  <a:xfrm>
                    <a:off x="631570" y="5687820"/>
                    <a:ext cx="4534319" cy="710827"/>
                  </a:xfrm>
                  <a:prstGeom prst="roundRect">
                    <a:avLst>
                      <a:gd name="adj" fmla="val 50000"/>
                    </a:avLst>
                  </a:prstGeom>
                  <a:solidFill>
                    <a:schemeClr val="bg1">
                      <a:alpha val="10000"/>
                    </a:schemeClr>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600">
                      <a:solidFill>
                        <a:schemeClr val="bg1"/>
                      </a:solidFill>
                      <a:latin typeface="Montserrat" panose="00000500000000000000" pitchFamily="2" charset="0"/>
                    </a:endParaRPr>
                  </a:p>
                </p:txBody>
              </p:sp>
            </p:grpSp>
          </p:grpSp>
          <p:pic>
            <p:nvPicPr>
              <p:cNvPr id="47" name="Picture 6"/>
              <p:cNvPicPr>
                <a:picLocks noChangeAspect="1" noChangeArrowheads="1"/>
              </p:cNvPicPr>
              <p:nvPr/>
            </p:nvPicPr>
            <p:blipFill>
              <a:blip r:embed="rId4" cstate="screen"/>
              <a:srcRect/>
              <a:stretch>
                <a:fillRect/>
              </a:stretch>
            </p:blipFill>
            <p:spPr bwMode="auto">
              <a:xfrm>
                <a:off x="1279910" y="2745001"/>
                <a:ext cx="518512" cy="518512"/>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12"/>
              <p:cNvPicPr>
                <a:picLocks noChangeAspect="1" noChangeArrowheads="1"/>
              </p:cNvPicPr>
              <p:nvPr/>
            </p:nvPicPr>
            <p:blipFill>
              <a:blip r:embed="rId5" cstate="screen"/>
              <a:srcRect/>
              <a:stretch>
                <a:fillRect/>
              </a:stretch>
            </p:blipFill>
            <p:spPr bwMode="auto">
              <a:xfrm>
                <a:off x="6934774" y="2716067"/>
                <a:ext cx="576384" cy="576382"/>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16"/>
              <p:cNvPicPr>
                <a:picLocks noChangeAspect="1" noChangeArrowheads="1"/>
              </p:cNvPicPr>
              <p:nvPr/>
            </p:nvPicPr>
            <p:blipFill>
              <a:blip r:embed="rId6" cstate="screen"/>
              <a:srcRect/>
              <a:stretch>
                <a:fillRect/>
              </a:stretch>
            </p:blipFill>
            <p:spPr bwMode="auto">
              <a:xfrm>
                <a:off x="1279910" y="4688951"/>
                <a:ext cx="631780" cy="631780"/>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2"/>
              <p:cNvPicPr>
                <a:picLocks noChangeAspect="1" noChangeArrowheads="1"/>
              </p:cNvPicPr>
              <p:nvPr/>
            </p:nvPicPr>
            <p:blipFill>
              <a:blip r:embed="rId7" cstate="screen"/>
              <a:srcRect/>
              <a:stretch>
                <a:fillRect/>
              </a:stretch>
            </p:blipFill>
            <p:spPr bwMode="auto">
              <a:xfrm>
                <a:off x="6994183" y="5773173"/>
                <a:ext cx="463922" cy="463920"/>
              </a:xfrm>
              <a:prstGeom prst="rect">
                <a:avLst/>
              </a:prstGeom>
              <a:noFill/>
              <a:extLst>
                <a:ext uri="{909E8E84-426E-40DD-AFC4-6F175D3DCCD1}">
                  <a14:hiddenFill xmlns:a14="http://schemas.microsoft.com/office/drawing/2010/main">
                    <a:solidFill>
                      <a:srgbClr val="FFFFFF"/>
                    </a:solidFill>
                  </a14:hiddenFill>
                </a:ext>
              </a:extLst>
            </p:spPr>
          </p:pic>
        </p:grpSp>
        <p:sp>
          <p:nvSpPr>
            <p:cNvPr id="61" name="TextBox 60"/>
            <p:cNvSpPr txBox="1"/>
            <p:nvPr/>
          </p:nvSpPr>
          <p:spPr>
            <a:xfrm>
              <a:off x="1813033" y="1819367"/>
              <a:ext cx="3604260" cy="368300"/>
            </a:xfrm>
            <a:prstGeom prst="rect">
              <a:avLst/>
            </a:prstGeom>
            <a:noFill/>
          </p:spPr>
          <p:txBody>
            <a:bodyPr wrap="square">
              <a:spAutoFit/>
            </a:bodyPr>
            <a:lstStyle/>
            <a:p>
              <a:pPr algn="ctr"/>
              <a:r>
                <a:rPr lang="en-IN" b="1" dirty="0">
                  <a:solidFill>
                    <a:schemeClr val="bg1"/>
                  </a:solidFill>
                  <a:effectLst/>
                  <a:latin typeface="Montserrat" panose="00000500000000000000" pitchFamily="2" charset="0"/>
                </a:rPr>
                <a:t>Highest sucess rate - Chennai</a:t>
              </a:r>
              <a:endParaRPr lang="en-IN" b="1" dirty="0">
                <a:solidFill>
                  <a:schemeClr val="bg1"/>
                </a:solidFill>
                <a:effectLst/>
                <a:latin typeface="Montserrat" panose="00000500000000000000" pitchFamily="2" charset="0"/>
              </a:endParaRPr>
            </a:p>
          </p:txBody>
        </p:sp>
        <p:sp>
          <p:nvSpPr>
            <p:cNvPr id="63" name="TextBox 62"/>
            <p:cNvSpPr txBox="1"/>
            <p:nvPr/>
          </p:nvSpPr>
          <p:spPr>
            <a:xfrm>
              <a:off x="7457548" y="1734277"/>
              <a:ext cx="4092575" cy="730250"/>
            </a:xfrm>
            <a:prstGeom prst="rect">
              <a:avLst/>
            </a:prstGeom>
          </p:spPr>
          <p:txBody>
            <a:bodyPr wrap="square">
              <a:noAutofit/>
            </a:bodyPr>
            <a:lstStyle/>
            <a:p>
              <a:pPr algn="l"/>
              <a:r>
                <a:rPr lang="en-IN" b="1" dirty="0">
                  <a:solidFill>
                    <a:schemeClr val="bg1"/>
                  </a:solidFill>
                  <a:latin typeface="Montserrat" panose="00000500000000000000" pitchFamily="2" charset="0"/>
                </a:rPr>
                <a:t>Harbhajan singh - highest wickets</a:t>
              </a:r>
              <a:endParaRPr lang="en-IN" b="1" dirty="0">
                <a:solidFill>
                  <a:schemeClr val="bg1"/>
                </a:solidFill>
                <a:latin typeface="Montserrat" panose="00000500000000000000" pitchFamily="2" charset="0"/>
              </a:endParaRPr>
            </a:p>
          </p:txBody>
        </p:sp>
        <p:sp>
          <p:nvSpPr>
            <p:cNvPr id="7168" name="TextBox 7167"/>
            <p:cNvSpPr txBox="1"/>
            <p:nvPr/>
          </p:nvSpPr>
          <p:spPr>
            <a:xfrm>
              <a:off x="1813033" y="5820502"/>
              <a:ext cx="3354070" cy="368300"/>
            </a:xfrm>
            <a:prstGeom prst="rect">
              <a:avLst/>
            </a:prstGeom>
          </p:spPr>
          <p:txBody>
            <a:bodyPr wrap="square">
              <a:spAutoFit/>
            </a:bodyPr>
            <a:lstStyle/>
            <a:p>
              <a:pPr algn="ctr"/>
              <a:r>
                <a:rPr lang="en-IN" b="1" dirty="0">
                  <a:solidFill>
                    <a:schemeClr val="bg1"/>
                  </a:solidFill>
                  <a:latin typeface="Montserrat" panose="00000500000000000000" pitchFamily="2" charset="0"/>
                </a:rPr>
                <a:t>SK Raina - Highest score</a:t>
              </a:r>
              <a:endParaRPr lang="en-IN" b="1" dirty="0">
                <a:solidFill>
                  <a:schemeClr val="bg1"/>
                </a:solidFill>
                <a:latin typeface="Montserrat" panose="00000500000000000000" pitchFamily="2" charset="0"/>
              </a:endParaRPr>
            </a:p>
          </p:txBody>
        </p:sp>
        <p:sp>
          <p:nvSpPr>
            <p:cNvPr id="7169" name="TextBox 7168"/>
            <p:cNvSpPr txBox="1"/>
            <p:nvPr/>
          </p:nvSpPr>
          <p:spPr>
            <a:xfrm>
              <a:off x="7499458" y="5708903"/>
              <a:ext cx="3609340" cy="645160"/>
            </a:xfrm>
            <a:prstGeom prst="rect">
              <a:avLst/>
            </a:prstGeom>
          </p:spPr>
          <p:txBody>
            <a:bodyPr wrap="square">
              <a:spAutoFit/>
            </a:bodyPr>
            <a:lstStyle/>
            <a:p>
              <a:pPr algn="ctr"/>
              <a:r>
                <a:rPr lang="en-IN" b="1" dirty="0">
                  <a:solidFill>
                    <a:schemeClr val="bg1"/>
                  </a:solidFill>
                  <a:latin typeface="Montserrat" panose="00000500000000000000" pitchFamily="2" charset="0"/>
                </a:rPr>
                <a:t>CH Gayle - most player of match and sixes</a:t>
              </a:r>
              <a:endParaRPr lang="en-IN" b="1" dirty="0">
                <a:solidFill>
                  <a:schemeClr val="bg1"/>
                </a:solidFill>
                <a:latin typeface="Montserrat" panose="00000500000000000000" pitchFamily="2" charset="0"/>
              </a:endParaRPr>
            </a:p>
          </p:txBody>
        </p:sp>
        <p:sp>
          <p:nvSpPr>
            <p:cNvPr id="7171" name="TextBox 7170"/>
            <p:cNvSpPr txBox="1"/>
            <p:nvPr/>
          </p:nvSpPr>
          <p:spPr>
            <a:xfrm>
              <a:off x="1813033" y="4819903"/>
              <a:ext cx="3354070" cy="368300"/>
            </a:xfrm>
            <a:prstGeom prst="rect">
              <a:avLst/>
            </a:prstGeom>
          </p:spPr>
          <p:txBody>
            <a:bodyPr wrap="square">
              <a:spAutoFit/>
            </a:bodyPr>
            <a:lstStyle/>
            <a:p>
              <a:pPr algn="ctr"/>
              <a:r>
                <a:rPr lang="en-IN" b="1" dirty="0">
                  <a:solidFill>
                    <a:schemeClr val="bg1"/>
                  </a:solidFill>
                  <a:latin typeface="Montserrat" panose="00000500000000000000" pitchFamily="2" charset="0"/>
                </a:rPr>
                <a:t>Mumbai Indians - Most won</a:t>
              </a:r>
              <a:endParaRPr lang="en-IN" b="1" dirty="0">
                <a:solidFill>
                  <a:schemeClr val="bg1"/>
                </a:solidFill>
                <a:latin typeface="Montserrat" panose="00000500000000000000" pitchFamily="2" charset="0"/>
              </a:endParaRPr>
            </a:p>
          </p:txBody>
        </p:sp>
        <p:sp>
          <p:nvSpPr>
            <p:cNvPr id="7172" name="TextBox 7171"/>
            <p:cNvSpPr txBox="1"/>
            <p:nvPr/>
          </p:nvSpPr>
          <p:spPr>
            <a:xfrm>
              <a:off x="7499433" y="4820175"/>
              <a:ext cx="2879558" cy="368323"/>
            </a:xfrm>
            <a:prstGeom prst="rect">
              <a:avLst/>
            </a:prstGeom>
          </p:spPr>
          <p:txBody>
            <a:bodyPr wrap="square">
              <a:spAutoFit/>
            </a:bodyPr>
            <a:lstStyle/>
            <a:p>
              <a:pPr algn="ctr"/>
              <a:r>
                <a:rPr lang="en-IN" b="1" dirty="0">
                  <a:solidFill>
                    <a:schemeClr val="bg1"/>
                  </a:solidFill>
                  <a:latin typeface="Montserrat" panose="00000500000000000000" pitchFamily="2" charset="0"/>
                </a:rPr>
                <a:t>City -  Mumbai</a:t>
              </a:r>
              <a:endParaRPr lang="en-IN" b="1" dirty="0">
                <a:solidFill>
                  <a:schemeClr val="bg1"/>
                </a:solidFill>
                <a:latin typeface="Montserrat" panose="00000500000000000000" pitchFamily="2" charset="0"/>
              </a:endParaRPr>
            </a:p>
          </p:txBody>
        </p:sp>
        <p:sp>
          <p:nvSpPr>
            <p:cNvPr id="7173" name="TextBox 7172"/>
            <p:cNvSpPr txBox="1"/>
            <p:nvPr/>
          </p:nvSpPr>
          <p:spPr>
            <a:xfrm>
              <a:off x="1813033" y="3819617"/>
              <a:ext cx="3604260" cy="368300"/>
            </a:xfrm>
            <a:prstGeom prst="rect">
              <a:avLst/>
            </a:prstGeom>
          </p:spPr>
          <p:txBody>
            <a:bodyPr wrap="square">
              <a:spAutoFit/>
            </a:bodyPr>
            <a:lstStyle/>
            <a:p>
              <a:pPr algn="ctr"/>
              <a:r>
                <a:rPr lang="en-IN" b="1" dirty="0">
                  <a:solidFill>
                    <a:schemeClr val="bg1"/>
                  </a:solidFill>
                  <a:latin typeface="Montserrat" panose="00000500000000000000" pitchFamily="2" charset="0"/>
                </a:rPr>
                <a:t>Gambir - Most boundaries</a:t>
              </a:r>
              <a:endParaRPr lang="en-IN" b="1" dirty="0">
                <a:solidFill>
                  <a:schemeClr val="bg1"/>
                </a:solidFill>
                <a:latin typeface="Montserrat" panose="00000500000000000000" pitchFamily="2" charset="0"/>
              </a:endParaRPr>
            </a:p>
          </p:txBody>
        </p:sp>
        <p:sp>
          <p:nvSpPr>
            <p:cNvPr id="7174" name="TextBox 7173"/>
            <p:cNvSpPr txBox="1"/>
            <p:nvPr/>
          </p:nvSpPr>
          <p:spPr>
            <a:xfrm>
              <a:off x="7107028" y="3819617"/>
              <a:ext cx="4001770" cy="645160"/>
            </a:xfrm>
            <a:prstGeom prst="rect">
              <a:avLst/>
            </a:prstGeom>
          </p:spPr>
          <p:txBody>
            <a:bodyPr wrap="square">
              <a:spAutoFit/>
            </a:bodyPr>
            <a:lstStyle/>
            <a:p>
              <a:pPr algn="ctr"/>
              <a:r>
                <a:rPr lang="en-IN" b="1" dirty="0">
                  <a:solidFill>
                    <a:schemeClr val="bg1"/>
                  </a:solidFill>
                  <a:latin typeface="Montserrat" panose="00000500000000000000" pitchFamily="2" charset="0"/>
                  <a:sym typeface="+mn-ea"/>
                </a:rPr>
                <a:t>M </a:t>
              </a:r>
              <a:r>
                <a:rPr lang="en-IN" b="1" dirty="0" err="1">
                  <a:solidFill>
                    <a:schemeClr val="bg1"/>
                  </a:solidFill>
                  <a:latin typeface="Montserrat" panose="00000500000000000000" pitchFamily="2" charset="0"/>
                  <a:sym typeface="+mn-ea"/>
                </a:rPr>
                <a:t>Chinnaswamy</a:t>
              </a:r>
              <a:r>
                <a:rPr lang="en-IN" b="1" dirty="0">
                  <a:solidFill>
                    <a:schemeClr val="bg1"/>
                  </a:solidFill>
                  <a:latin typeface="Montserrat" panose="00000500000000000000" pitchFamily="2" charset="0"/>
                  <a:sym typeface="+mn-ea"/>
                </a:rPr>
                <a:t> Stadium</a:t>
              </a:r>
              <a:endParaRPr lang="en-IN" b="1" dirty="0">
                <a:solidFill>
                  <a:schemeClr val="bg1"/>
                </a:solidFill>
                <a:latin typeface="Montserrat" panose="00000500000000000000" pitchFamily="2" charset="0"/>
              </a:endParaRPr>
            </a:p>
            <a:p>
              <a:pPr algn="ctr"/>
              <a:endParaRPr lang="en-IN" b="1" dirty="0">
                <a:solidFill>
                  <a:schemeClr val="bg1"/>
                </a:solidFill>
                <a:latin typeface="Montserrat" panose="00000500000000000000" pitchFamily="2" charset="0"/>
              </a:endParaRPr>
            </a:p>
          </p:txBody>
        </p:sp>
        <p:sp>
          <p:nvSpPr>
            <p:cNvPr id="7175" name="TextBox 7174"/>
            <p:cNvSpPr txBox="1"/>
            <p:nvPr/>
          </p:nvSpPr>
          <p:spPr>
            <a:xfrm>
              <a:off x="1813008" y="2819591"/>
              <a:ext cx="2879558" cy="368300"/>
            </a:xfrm>
            <a:prstGeom prst="rect">
              <a:avLst/>
            </a:prstGeom>
          </p:spPr>
          <p:txBody>
            <a:bodyPr wrap="square">
              <a:spAutoFit/>
            </a:bodyPr>
            <a:lstStyle/>
            <a:p>
              <a:pPr algn="ctr"/>
              <a:r>
                <a:rPr lang="en-IN" b="1" dirty="0">
                  <a:solidFill>
                    <a:schemeClr val="bg1"/>
                  </a:solidFill>
                  <a:latin typeface="Montserrat" panose="00000500000000000000" pitchFamily="2" charset="0"/>
                </a:rPr>
                <a:t>KD Karthik - best fielder</a:t>
              </a:r>
              <a:endParaRPr lang="en-IN" b="1" dirty="0">
                <a:solidFill>
                  <a:schemeClr val="bg1"/>
                </a:solidFill>
                <a:latin typeface="Montserrat" panose="00000500000000000000" pitchFamily="2" charset="0"/>
              </a:endParaRPr>
            </a:p>
          </p:txBody>
        </p:sp>
        <p:sp>
          <p:nvSpPr>
            <p:cNvPr id="7176" name="TextBox 7175"/>
            <p:cNvSpPr txBox="1"/>
            <p:nvPr/>
          </p:nvSpPr>
          <p:spPr>
            <a:xfrm>
              <a:off x="7499433" y="2819591"/>
              <a:ext cx="2879558" cy="368300"/>
            </a:xfrm>
            <a:prstGeom prst="rect">
              <a:avLst/>
            </a:prstGeom>
          </p:spPr>
          <p:txBody>
            <a:bodyPr wrap="square">
              <a:spAutoFit/>
            </a:bodyPr>
            <a:lstStyle/>
            <a:p>
              <a:pPr algn="ctr"/>
              <a:r>
                <a:rPr lang="en-IN" b="1" dirty="0">
                  <a:solidFill>
                    <a:schemeClr val="bg1"/>
                  </a:solidFill>
                  <a:latin typeface="Montserrat" panose="00000500000000000000" pitchFamily="2" charset="0"/>
                </a:rPr>
                <a:t>Best Bowling - Kolkatta</a:t>
              </a:r>
              <a:endParaRPr lang="en-IN" b="1" dirty="0">
                <a:solidFill>
                  <a:schemeClr val="bg1"/>
                </a:solidFill>
                <a:latin typeface="Montserrat" panose="00000500000000000000" pitchFamily="2" charset="0"/>
              </a:endParaRPr>
            </a:p>
          </p:txBody>
        </p:sp>
      </p:grpSp>
      <p:pic>
        <p:nvPicPr>
          <p:cNvPr id="8" name="Picture 16"/>
          <p:cNvPicPr>
            <a:picLocks noChangeAspect="1" noChangeArrowheads="1"/>
          </p:cNvPicPr>
          <p:nvPr/>
        </p:nvPicPr>
        <p:blipFill>
          <a:blip r:embed="rId6" cstate="screen"/>
          <a:srcRect/>
          <a:stretch>
            <a:fillRect/>
          </a:stretch>
        </p:blipFill>
        <p:spPr bwMode="auto">
          <a:xfrm>
            <a:off x="6826000" y="1639681"/>
            <a:ext cx="631780" cy="63178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2"/>
          <p:cNvPicPr>
            <a:picLocks noChangeAspect="1" noChangeArrowheads="1"/>
          </p:cNvPicPr>
          <p:nvPr/>
        </p:nvPicPr>
        <p:blipFill>
          <a:blip r:embed="rId5" cstate="screen"/>
          <a:srcRect/>
          <a:stretch>
            <a:fillRect/>
          </a:stretch>
        </p:blipFill>
        <p:spPr bwMode="auto">
          <a:xfrm>
            <a:off x="1086424" y="3732702"/>
            <a:ext cx="576384" cy="57638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p:cNvPicPr>
            <a:picLocks noChangeAspect="1" noChangeArrowheads="1"/>
          </p:cNvPicPr>
          <p:nvPr/>
        </p:nvPicPr>
        <p:blipFill>
          <a:blip r:embed="rId3" cstate="screen"/>
          <a:srcRect/>
          <a:stretch>
            <a:fillRect/>
          </a:stretch>
        </p:blipFill>
        <p:spPr bwMode="auto">
          <a:xfrm>
            <a:off x="1211330" y="5705011"/>
            <a:ext cx="601449" cy="60144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1"/>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p:cNvPicPr>
            <a:picLocks noChangeAspect="1"/>
          </p:cNvPicPr>
          <p:nvPr/>
        </p:nvPicPr>
        <p:blipFill>
          <a:blip r:embed="rId2" cstate="screen">
            <a:alphaModFix amt="90000"/>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p:cNvPicPr>
            <a:picLocks noChangeAspect="1"/>
          </p:cNvPicPr>
          <p:nvPr/>
        </p:nvPicPr>
        <p:blipFill>
          <a:blip r:embed="rId2" cstate="screen">
            <a:alphaModFix amt="43000"/>
          </a:blip>
          <a:stretch>
            <a:fillRect/>
          </a:stretch>
        </p:blipFill>
        <p:spPr>
          <a:xfrm rot="10800000">
            <a:off x="0" y="5294506"/>
            <a:ext cx="2748938" cy="1563494"/>
          </a:xfrm>
          <a:prstGeom prst="rect">
            <a:avLst/>
          </a:prstGeom>
        </p:spPr>
      </p:pic>
      <p:sp>
        <p:nvSpPr>
          <p:cNvPr id="3" name="TextBox 2"/>
          <p:cNvSpPr txBox="1"/>
          <p:nvPr/>
        </p:nvSpPr>
        <p:spPr>
          <a:xfrm>
            <a:off x="0" y="538094"/>
            <a:ext cx="12192000" cy="645160"/>
          </a:xfrm>
          <a:prstGeom prst="rect">
            <a:avLst/>
          </a:prstGeom>
          <a:noFill/>
        </p:spPr>
        <p:txBody>
          <a:bodyPr wrap="square">
            <a:spAutoFit/>
          </a:bodyPr>
          <a:lstStyle/>
          <a:p>
            <a:pPr algn="ctr"/>
            <a:r>
              <a:rPr lang="en-IN" sz="3600" b="1" dirty="0">
                <a:solidFill>
                  <a:schemeClr val="accent2"/>
                </a:solidFill>
                <a:latin typeface="Montserrat" panose="00000500000000000000" pitchFamily="2" charset="0"/>
              </a:rPr>
              <a:t>Insights</a:t>
            </a:r>
            <a:endParaRPr lang="en-IN" sz="3600" b="1" dirty="0">
              <a:solidFill>
                <a:schemeClr val="accent2"/>
              </a:solidFill>
              <a:latin typeface="Montserrat" panose="00000500000000000000" pitchFamily="2" charset="0"/>
            </a:endParaRPr>
          </a:p>
        </p:txBody>
      </p:sp>
      <p:sp>
        <p:nvSpPr>
          <p:cNvPr id="4" name="Text Box 3"/>
          <p:cNvSpPr txBox="1"/>
          <p:nvPr/>
        </p:nvSpPr>
        <p:spPr>
          <a:xfrm>
            <a:off x="589915" y="1403350"/>
            <a:ext cx="10979785" cy="5129530"/>
          </a:xfrm>
          <a:prstGeom prst="rect">
            <a:avLst/>
          </a:prstGeom>
        </p:spPr>
        <p:txBody>
          <a:bodyPr wrap="square">
            <a:noAutofit/>
          </a:bodyPr>
          <a:p>
            <a:pPr marL="685800" indent="-228600" defTabSz="266700">
              <a:spcBef>
                <a:spcPts val="500"/>
              </a:spcBef>
              <a:spcAft>
                <a:spcPts val="500"/>
              </a:spcAft>
              <a:buFont typeface="Times New Roman" panose="02020603050405020304"/>
              <a:buAutoNum type="arabicPeriod"/>
              <a:tabLst>
                <a:tab pos="457200" algn="l"/>
              </a:tabLst>
            </a:pPr>
            <a:r>
              <a:rPr sz="1600">
                <a:solidFill>
                  <a:schemeClr val="bg1"/>
                </a:solidFill>
                <a:latin typeface="Segoe UI" panose="020B0502040204020203"/>
                <a:ea typeface="等线"/>
              </a:rPr>
              <a:t>Teams winning the toss and choosing to field have a slightly higher win rate.</a:t>
            </a:r>
            <a:endParaRPr sz="1600">
              <a:solidFill>
                <a:schemeClr val="bg1"/>
              </a:solidFill>
              <a:latin typeface="Segoe UI" panose="020B0502040204020203"/>
              <a:ea typeface="等线"/>
            </a:endParaRPr>
          </a:p>
          <a:p>
            <a:pPr marL="685800" indent="-228600" defTabSz="266700">
              <a:spcBef>
                <a:spcPts val="500"/>
              </a:spcBef>
              <a:spcAft>
                <a:spcPts val="500"/>
              </a:spcAft>
              <a:buFont typeface="Times New Roman" panose="02020603050405020304"/>
              <a:buAutoNum type="arabicPeriod"/>
              <a:tabLst>
                <a:tab pos="457200" algn="l"/>
              </a:tabLst>
            </a:pPr>
            <a:r>
              <a:rPr sz="1600">
                <a:solidFill>
                  <a:schemeClr val="bg1"/>
                </a:solidFill>
                <a:latin typeface="Segoe UI" panose="020B0502040204020203"/>
                <a:ea typeface="等线"/>
              </a:rPr>
              <a:t>Certain venues (e.g., Wankhede, Chinnaswamy) favor high-scoring matches—ideal for aggressive batting lineups.</a:t>
            </a:r>
            <a:endParaRPr sz="1600">
              <a:solidFill>
                <a:schemeClr val="bg1"/>
              </a:solidFill>
              <a:latin typeface="Segoe UI" panose="020B0502040204020203"/>
              <a:ea typeface="等线"/>
            </a:endParaRPr>
          </a:p>
          <a:p>
            <a:pPr marL="685800" indent="-228600" defTabSz="266700">
              <a:spcBef>
                <a:spcPts val="500"/>
              </a:spcBef>
              <a:spcAft>
                <a:spcPts val="500"/>
              </a:spcAft>
              <a:buFont typeface="Times New Roman" panose="02020603050405020304"/>
              <a:buAutoNum type="arabicPeriod"/>
              <a:tabLst>
                <a:tab pos="457200" algn="l"/>
              </a:tabLst>
            </a:pPr>
            <a:r>
              <a:rPr sz="1600">
                <a:solidFill>
                  <a:schemeClr val="bg1"/>
                </a:solidFill>
                <a:latin typeface="Segoe UI" panose="020B0502040204020203"/>
                <a:ea typeface="等线"/>
              </a:rPr>
              <a:t>Players with consistent boundary-hitting ability (e.g., top 5 six-hitters) show strong correlation with match-winning performances.</a:t>
            </a:r>
            <a:endParaRPr sz="1600">
              <a:solidFill>
                <a:schemeClr val="bg1"/>
              </a:solidFill>
              <a:latin typeface="Segoe UI" panose="020B0502040204020203"/>
              <a:ea typeface="等线"/>
            </a:endParaRPr>
          </a:p>
          <a:p>
            <a:pPr marL="685800" indent="-228600" defTabSz="266700">
              <a:spcBef>
                <a:spcPts val="500"/>
              </a:spcBef>
              <a:spcAft>
                <a:spcPts val="500"/>
              </a:spcAft>
              <a:buFont typeface="Times New Roman" panose="02020603050405020304"/>
              <a:buAutoNum type="arabicPeriod"/>
              <a:tabLst>
                <a:tab pos="457200" algn="l"/>
              </a:tabLst>
            </a:pPr>
            <a:r>
              <a:rPr sz="1600">
                <a:solidFill>
                  <a:schemeClr val="bg1"/>
                </a:solidFill>
                <a:latin typeface="Segoe UI" panose="020B0502040204020203"/>
                <a:ea typeface="等线"/>
              </a:rPr>
              <a:t>Bowlers with high dot-ball percentages contribute significantly to match control, even if wicket counts are low.</a:t>
            </a:r>
            <a:endParaRPr sz="1600">
              <a:solidFill>
                <a:schemeClr val="bg1"/>
              </a:solidFill>
              <a:latin typeface="Segoe UI" panose="020B0502040204020203"/>
              <a:ea typeface="等线"/>
            </a:endParaRPr>
          </a:p>
          <a:p>
            <a:pPr marL="685800" indent="-228600" defTabSz="266700">
              <a:spcBef>
                <a:spcPts val="500"/>
              </a:spcBef>
              <a:spcAft>
                <a:spcPts val="500"/>
              </a:spcAft>
              <a:buFont typeface="Times New Roman" panose="02020603050405020304"/>
              <a:buAutoNum type="arabicPeriod"/>
              <a:tabLst>
                <a:tab pos="457200" algn="l"/>
              </a:tabLst>
            </a:pPr>
            <a:r>
              <a:rPr sz="1600">
                <a:solidFill>
                  <a:schemeClr val="bg1"/>
                </a:solidFill>
                <a:latin typeface="Segoe UI" panose="020B0502040204020203"/>
                <a:ea typeface="等线"/>
              </a:rPr>
              <a:t>Mumbai Indians has most wins and hit boundaries also given most extra runs while bowling(needed training).</a:t>
            </a:r>
            <a:endParaRPr sz="1600">
              <a:solidFill>
                <a:schemeClr val="bg1"/>
              </a:solidFill>
              <a:latin typeface="Segoe UI" panose="020B0502040204020203"/>
              <a:ea typeface="等线"/>
            </a:endParaRPr>
          </a:p>
          <a:p>
            <a:pPr marL="685800" indent="-228600" defTabSz="266700">
              <a:spcBef>
                <a:spcPts val="500"/>
              </a:spcBef>
              <a:spcAft>
                <a:spcPts val="500"/>
              </a:spcAft>
              <a:buFont typeface="Times New Roman" panose="02020603050405020304"/>
              <a:buAutoNum type="arabicPeriod"/>
              <a:tabLst>
                <a:tab pos="457200" algn="l"/>
              </a:tabLst>
            </a:pPr>
            <a:r>
              <a:rPr lang="en-US" altLang="en-US" sz="1600">
                <a:solidFill>
                  <a:schemeClr val="bg1"/>
                </a:solidFill>
                <a:latin typeface="Segoe UI" panose="020B0502040204020203"/>
                <a:ea typeface="等线"/>
              </a:rPr>
              <a:t>Analysed best venue for each team.</a:t>
            </a:r>
            <a:endParaRPr lang="en-US" altLang="en-US" sz="1600">
              <a:solidFill>
                <a:schemeClr val="bg1"/>
              </a:solidFill>
              <a:latin typeface="Segoe UI" panose="020B0502040204020203"/>
              <a:ea typeface="等线"/>
            </a:endParaRPr>
          </a:p>
          <a:p>
            <a:pPr marL="685800" indent="-228600" defTabSz="266700">
              <a:spcBef>
                <a:spcPts val="500"/>
              </a:spcBef>
              <a:spcAft>
                <a:spcPts val="500"/>
              </a:spcAft>
              <a:buFont typeface="Times New Roman" panose="02020603050405020304"/>
              <a:buAutoNum type="arabicPeriod"/>
              <a:tabLst>
                <a:tab pos="457200" algn="l"/>
              </a:tabLst>
            </a:pPr>
            <a:r>
              <a:rPr lang="en-US" altLang="en-US" sz="1600">
                <a:solidFill>
                  <a:schemeClr val="bg1"/>
                </a:solidFill>
                <a:latin typeface="Segoe UI" panose="020B0502040204020203"/>
                <a:ea typeface="等线"/>
              </a:rPr>
              <a:t>Best season for matches are summer season.</a:t>
            </a:r>
            <a:endParaRPr lang="en-US" altLang="en-US" sz="1600">
              <a:solidFill>
                <a:schemeClr val="bg1"/>
              </a:solidFill>
              <a:latin typeface="Segoe UI" panose="020B0502040204020203"/>
              <a:ea typeface="等线"/>
            </a:endParaRPr>
          </a:p>
          <a:p>
            <a:pPr marL="685800" indent="-228600" defTabSz="266700">
              <a:spcBef>
                <a:spcPts val="500"/>
              </a:spcBef>
              <a:spcAft>
                <a:spcPts val="500"/>
              </a:spcAft>
              <a:buFont typeface="Times New Roman" panose="02020603050405020304"/>
              <a:buAutoNum type="arabicPeriod"/>
              <a:tabLst>
                <a:tab pos="457200" algn="l"/>
              </a:tabLst>
            </a:pPr>
            <a:r>
              <a:rPr lang="en-US" altLang="en-US" sz="1600">
                <a:solidFill>
                  <a:schemeClr val="bg1"/>
                </a:solidFill>
                <a:latin typeface="Segoe UI" panose="020B0502040204020203"/>
                <a:ea typeface="等线"/>
              </a:rPr>
              <a:t>May and April got most matches.</a:t>
            </a:r>
            <a:endParaRPr lang="en-US" altLang="en-US" sz="1600">
              <a:solidFill>
                <a:schemeClr val="bg1"/>
              </a:solidFill>
              <a:latin typeface="Segoe UI" panose="020B0502040204020203"/>
              <a:ea typeface="等线"/>
            </a:endParaRPr>
          </a:p>
          <a:p>
            <a:pPr marL="685800" indent="-228600" defTabSz="266700">
              <a:spcBef>
                <a:spcPts val="500"/>
              </a:spcBef>
              <a:spcAft>
                <a:spcPts val="500"/>
              </a:spcAft>
              <a:buFont typeface="Times New Roman" panose="02020603050405020304"/>
              <a:buAutoNum type="arabicPeriod"/>
              <a:tabLst>
                <a:tab pos="457200" algn="l"/>
              </a:tabLst>
            </a:pPr>
            <a:r>
              <a:rPr lang="en-US" altLang="en-US" sz="1600">
                <a:solidFill>
                  <a:schemeClr val="bg1"/>
                </a:solidFill>
                <a:latin typeface="Segoe UI" panose="020B0502040204020203"/>
                <a:ea typeface="等线"/>
              </a:rPr>
              <a:t>Win by wickets is greater than win by runs.</a:t>
            </a:r>
            <a:endParaRPr lang="en-US" altLang="en-US" sz="1600">
              <a:solidFill>
                <a:schemeClr val="bg1"/>
              </a:solidFill>
              <a:latin typeface="Segoe UI" panose="020B0502040204020203"/>
              <a:ea typeface="等线"/>
            </a:endParaRPr>
          </a:p>
          <a:p>
            <a:pPr marL="685800" indent="-228600" defTabSz="266700">
              <a:spcBef>
                <a:spcPts val="500"/>
              </a:spcBef>
              <a:spcAft>
                <a:spcPts val="500"/>
              </a:spcAft>
              <a:buFont typeface="Times New Roman" panose="02020603050405020304"/>
              <a:buAutoNum type="arabicPeriod"/>
              <a:tabLst>
                <a:tab pos="457200" algn="l"/>
              </a:tabLst>
            </a:pPr>
            <a:r>
              <a:rPr lang="en-US" altLang="en-US" sz="1600">
                <a:solidFill>
                  <a:schemeClr val="bg1"/>
                </a:solidFill>
                <a:latin typeface="Segoe UI" panose="020B0502040204020203"/>
                <a:ea typeface="等线"/>
              </a:rPr>
              <a:t>It rare to have tie and only 3 matches got cancelled.</a:t>
            </a:r>
            <a:endParaRPr lang="en-US" altLang="en-US" sz="1600">
              <a:solidFill>
                <a:schemeClr val="bg1"/>
              </a:solidFill>
              <a:latin typeface="Segoe UI" panose="020B0502040204020203"/>
              <a:ea typeface="等线"/>
            </a:endParaRPr>
          </a:p>
          <a:p>
            <a:pPr marL="685800" indent="-228600" defTabSz="266700">
              <a:spcBef>
                <a:spcPts val="500"/>
              </a:spcBef>
              <a:spcAft>
                <a:spcPts val="500"/>
              </a:spcAft>
              <a:buFont typeface="Times New Roman" panose="02020603050405020304"/>
              <a:buAutoNum type="arabicPeriod"/>
              <a:tabLst>
                <a:tab pos="457200" algn="l"/>
              </a:tabLst>
            </a:pPr>
            <a:r>
              <a:rPr lang="en-US" altLang="en-US" sz="1600">
                <a:solidFill>
                  <a:schemeClr val="bg1"/>
                </a:solidFill>
                <a:latin typeface="Segoe UI" panose="020B0502040204020203"/>
                <a:ea typeface="等线"/>
              </a:rPr>
              <a:t>Kumar and Malinga needs more training as they given most wide runs.</a:t>
            </a:r>
            <a:endParaRPr lang="en-US" altLang="en-US" sz="1600">
              <a:solidFill>
                <a:schemeClr val="bg1"/>
              </a:solidFill>
              <a:latin typeface="Segoe UI" panose="020B0502040204020203"/>
              <a:ea typeface="等线"/>
            </a:endParaRPr>
          </a:p>
          <a:p>
            <a:pPr marL="685800" indent="-228600" defTabSz="266700">
              <a:spcBef>
                <a:spcPts val="500"/>
              </a:spcBef>
              <a:spcAft>
                <a:spcPts val="500"/>
              </a:spcAft>
              <a:buFont typeface="Times New Roman" panose="02020603050405020304"/>
              <a:buAutoNum type="arabicPeriod"/>
              <a:tabLst>
                <a:tab pos="457200" algn="l"/>
              </a:tabLst>
            </a:pPr>
            <a:r>
              <a:rPr lang="en-US" altLang="en-US" sz="1600">
                <a:solidFill>
                  <a:schemeClr val="bg1"/>
                </a:solidFill>
                <a:latin typeface="Segoe UI" panose="020B0502040204020203"/>
                <a:ea typeface="等线"/>
              </a:rPr>
              <a:t>Doshi and Ladda got most ducks.</a:t>
            </a:r>
            <a:endParaRPr lang="en-US" altLang="en-US" sz="1600">
              <a:solidFill>
                <a:schemeClr val="bg1"/>
              </a:solidFill>
              <a:latin typeface="Segoe UI" panose="020B0502040204020203"/>
              <a:ea typeface="等线"/>
            </a:endParaRPr>
          </a:p>
          <a:p>
            <a:pPr marL="685800" indent="-228600" defTabSz="266700">
              <a:spcBef>
                <a:spcPts val="500"/>
              </a:spcBef>
              <a:spcAft>
                <a:spcPts val="500"/>
              </a:spcAft>
              <a:buFont typeface="Times New Roman" panose="02020603050405020304"/>
              <a:buAutoNum type="arabicPeriod"/>
              <a:tabLst>
                <a:tab pos="457200" algn="l"/>
              </a:tabLst>
            </a:pPr>
            <a:r>
              <a:rPr lang="en-US" altLang="en-US" sz="1600">
                <a:solidFill>
                  <a:schemeClr val="bg1"/>
                </a:solidFill>
                <a:latin typeface="Segoe UI" panose="020B0502040204020203"/>
                <a:ea typeface="等线"/>
              </a:rPr>
              <a:t>Gayle as batsmen and pathan as bowler got most player of match award.</a:t>
            </a:r>
            <a:endParaRPr lang="en-US" altLang="en-US" sz="1600">
              <a:solidFill>
                <a:schemeClr val="bg1"/>
              </a:solidFill>
              <a:latin typeface="Segoe UI" panose="020B0502040204020203"/>
              <a:ea typeface="等线"/>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1"/>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p:cNvPicPr>
            <a:picLocks noChangeAspect="1"/>
          </p:cNvPicPr>
          <p:nvPr/>
        </p:nvPicPr>
        <p:blipFill>
          <a:blip r:embed="rId2" cstate="screen">
            <a:alphaModFix amt="90000"/>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p:cNvPicPr>
            <a:picLocks noChangeAspect="1"/>
          </p:cNvPicPr>
          <p:nvPr/>
        </p:nvPicPr>
        <p:blipFill>
          <a:blip r:embed="rId2" cstate="screen">
            <a:alphaModFix amt="43000"/>
          </a:blip>
          <a:stretch>
            <a:fillRect/>
          </a:stretch>
        </p:blipFill>
        <p:spPr>
          <a:xfrm rot="10800000">
            <a:off x="0" y="5294506"/>
            <a:ext cx="2748938" cy="1563494"/>
          </a:xfrm>
          <a:prstGeom prst="rect">
            <a:avLst/>
          </a:prstGeom>
        </p:spPr>
      </p:pic>
      <p:sp>
        <p:nvSpPr>
          <p:cNvPr id="4" name="TextBox 3"/>
          <p:cNvSpPr txBox="1"/>
          <p:nvPr/>
        </p:nvSpPr>
        <p:spPr>
          <a:xfrm>
            <a:off x="0" y="538094"/>
            <a:ext cx="12192000" cy="645160"/>
          </a:xfrm>
          <a:prstGeom prst="rect">
            <a:avLst/>
          </a:prstGeom>
          <a:noFill/>
        </p:spPr>
        <p:txBody>
          <a:bodyPr wrap="square">
            <a:spAutoFit/>
          </a:bodyPr>
          <a:lstStyle/>
          <a:p>
            <a:pPr algn="ctr"/>
            <a:r>
              <a:rPr lang="en-IN" sz="3600" b="1" dirty="0">
                <a:solidFill>
                  <a:schemeClr val="accent2"/>
                </a:solidFill>
                <a:latin typeface="Montserrat" panose="00000500000000000000" pitchFamily="2" charset="0"/>
              </a:rPr>
              <a:t>Recommendations</a:t>
            </a:r>
            <a:endParaRPr lang="en-IN" sz="3600" b="1" dirty="0">
              <a:solidFill>
                <a:schemeClr val="accent2"/>
              </a:solidFill>
              <a:latin typeface="Montserrat" panose="00000500000000000000" pitchFamily="2" charset="0"/>
            </a:endParaRPr>
          </a:p>
        </p:txBody>
      </p:sp>
      <p:sp>
        <p:nvSpPr>
          <p:cNvPr id="3" name="Text Box 2"/>
          <p:cNvSpPr txBox="1"/>
          <p:nvPr/>
        </p:nvSpPr>
        <p:spPr>
          <a:xfrm>
            <a:off x="901065" y="1563370"/>
            <a:ext cx="10257790" cy="4564380"/>
          </a:xfrm>
          <a:prstGeom prst="rect">
            <a:avLst/>
          </a:prstGeom>
        </p:spPr>
        <p:txBody>
          <a:bodyPr wrap="square">
            <a:spAutoFit/>
          </a:bodyPr>
          <a:p>
            <a:pPr marL="914400" indent="-228600" algn="just" defTabSz="266700">
              <a:spcBef>
                <a:spcPts val="500"/>
              </a:spcBef>
              <a:spcAft>
                <a:spcPts val="500"/>
              </a:spcAft>
              <a:buFont typeface="Symbol" panose="05050102010706020507"/>
              <a:buChar char=""/>
              <a:tabLst>
                <a:tab pos="457200" algn="l"/>
              </a:tabLst>
            </a:pPr>
            <a:r>
              <a:rPr sz="1600">
                <a:solidFill>
                  <a:schemeClr val="bg1"/>
                </a:solidFill>
                <a:latin typeface="Segoe UI" panose="020B0502040204020203"/>
                <a:ea typeface="等线"/>
              </a:rPr>
              <a:t>Use venue-specific performance data to guide team composition and strategy.</a:t>
            </a:r>
            <a:endParaRPr sz="1600">
              <a:solidFill>
                <a:schemeClr val="bg1"/>
              </a:solidFill>
              <a:latin typeface="Segoe UI" panose="020B0502040204020203"/>
              <a:ea typeface="等线"/>
            </a:endParaRPr>
          </a:p>
          <a:p>
            <a:pPr marL="914400" indent="-228600" algn="just" defTabSz="266700">
              <a:spcBef>
                <a:spcPts val="500"/>
              </a:spcBef>
              <a:spcAft>
                <a:spcPts val="500"/>
              </a:spcAft>
              <a:buFont typeface="Symbol" panose="05050102010706020507"/>
              <a:buChar char=""/>
              <a:tabLst>
                <a:tab pos="457200" algn="l"/>
              </a:tabLst>
            </a:pPr>
            <a:r>
              <a:rPr sz="1600">
                <a:solidFill>
                  <a:schemeClr val="bg1"/>
                </a:solidFill>
                <a:latin typeface="Segoe UI" panose="020B0502040204020203"/>
                <a:ea typeface="等线"/>
              </a:rPr>
              <a:t>Prioritize players with multi-season consistency during auctions.</a:t>
            </a:r>
            <a:endParaRPr sz="1600">
              <a:solidFill>
                <a:schemeClr val="bg1"/>
              </a:solidFill>
              <a:latin typeface="Segoe UI" panose="020B0502040204020203"/>
              <a:ea typeface="等线"/>
            </a:endParaRPr>
          </a:p>
          <a:p>
            <a:pPr marL="914400" indent="-228600" algn="just" defTabSz="266700">
              <a:spcBef>
                <a:spcPts val="500"/>
              </a:spcBef>
              <a:spcAft>
                <a:spcPts val="500"/>
              </a:spcAft>
              <a:buFont typeface="Symbol" panose="05050102010706020507"/>
              <a:buChar char=""/>
              <a:tabLst>
                <a:tab pos="457200" algn="l"/>
              </a:tabLst>
            </a:pPr>
            <a:r>
              <a:rPr sz="1600">
                <a:solidFill>
                  <a:schemeClr val="bg1"/>
                </a:solidFill>
                <a:latin typeface="Segoe UI" panose="020B0502040204020203"/>
                <a:ea typeface="等线"/>
              </a:rPr>
              <a:t>Leverage toss decision analytics to refine match-day tactics.</a:t>
            </a:r>
            <a:endParaRPr sz="1600">
              <a:solidFill>
                <a:schemeClr val="bg1"/>
              </a:solidFill>
              <a:latin typeface="Segoe UI" panose="020B0502040204020203"/>
              <a:ea typeface="等线"/>
            </a:endParaRPr>
          </a:p>
          <a:p>
            <a:pPr marL="914400" indent="-228600" algn="just" defTabSz="266700">
              <a:spcBef>
                <a:spcPts val="500"/>
              </a:spcBef>
              <a:spcAft>
                <a:spcPts val="500"/>
              </a:spcAft>
              <a:buFont typeface="Symbol" panose="05050102010706020507"/>
              <a:buChar char=""/>
              <a:tabLst>
                <a:tab pos="457200" algn="l"/>
              </a:tabLst>
            </a:pPr>
            <a:r>
              <a:rPr sz="1600">
                <a:solidFill>
                  <a:schemeClr val="bg1"/>
                </a:solidFill>
                <a:latin typeface="Segoe UI" panose="020B0502040204020203"/>
                <a:ea typeface="等线"/>
              </a:rPr>
              <a:t>Highlight close matches and top performers in fan engagement campaigns.</a:t>
            </a:r>
            <a:endParaRPr sz="1600">
              <a:solidFill>
                <a:schemeClr val="bg1"/>
              </a:solidFill>
              <a:latin typeface="Segoe UI" panose="020B0502040204020203"/>
              <a:ea typeface="等线"/>
            </a:endParaRPr>
          </a:p>
          <a:p>
            <a:pPr marL="914400" indent="-228600" algn="just" defTabSz="266700">
              <a:spcBef>
                <a:spcPts val="500"/>
              </a:spcBef>
              <a:spcAft>
                <a:spcPts val="500"/>
              </a:spcAft>
              <a:buFont typeface="Symbol" panose="05050102010706020507"/>
              <a:buChar char=""/>
              <a:tabLst>
                <a:tab pos="457200" algn="l"/>
              </a:tabLst>
            </a:pPr>
            <a:r>
              <a:rPr sz="1600" b="0">
                <a:solidFill>
                  <a:schemeClr val="bg1"/>
                </a:solidFill>
                <a:latin typeface="Segoe UI" panose="020B0502040204020203"/>
                <a:ea typeface="Segoe UI" panose="020B0502040204020203"/>
              </a:rPr>
              <a:t>Bat First Advantage: Teams batting first win ~57% of matches—consider chasing only under favorable conditions (e.g., dew-free venues). </a:t>
            </a:r>
            <a:endParaRPr sz="1600" b="0">
              <a:solidFill>
                <a:schemeClr val="bg1"/>
              </a:solidFill>
              <a:latin typeface="Segoe UI" panose="020B0502040204020203"/>
              <a:ea typeface="Segoe UI" panose="020B0502040204020203"/>
            </a:endParaRPr>
          </a:p>
          <a:p>
            <a:pPr marL="914400" indent="-228600" algn="just" defTabSz="266700">
              <a:spcBef>
                <a:spcPts val="500"/>
              </a:spcBef>
              <a:spcAft>
                <a:spcPts val="500"/>
              </a:spcAft>
              <a:buFont typeface="Symbol" panose="05050102010706020507"/>
              <a:buChar char=""/>
              <a:tabLst>
                <a:tab pos="457200" algn="l"/>
              </a:tabLst>
            </a:pPr>
            <a:r>
              <a:rPr sz="1600" b="0">
                <a:solidFill>
                  <a:schemeClr val="bg1"/>
                </a:solidFill>
                <a:latin typeface="Segoe UI" panose="020B0502040204020203"/>
                <a:ea typeface="Segoe UI" panose="020B0502040204020203"/>
              </a:rPr>
              <a:t>Stable Opening Partnerships: Top teams consistently post 50+ powerplay runs, correlating with a 20% higher win rate. </a:t>
            </a:r>
            <a:endParaRPr sz="1600" b="0">
              <a:solidFill>
                <a:schemeClr val="bg1"/>
              </a:solidFill>
              <a:latin typeface="Segoe UI" panose="020B0502040204020203"/>
              <a:ea typeface="Segoe UI" panose="020B0502040204020203"/>
            </a:endParaRPr>
          </a:p>
          <a:p>
            <a:pPr marL="914400" indent="-228600" algn="just" defTabSz="266700">
              <a:spcBef>
                <a:spcPts val="500"/>
              </a:spcBef>
              <a:spcAft>
                <a:spcPts val="500"/>
              </a:spcAft>
              <a:buFont typeface="Symbol" panose="05050102010706020507"/>
              <a:buChar char=""/>
              <a:tabLst>
                <a:tab pos="457200" algn="l"/>
              </a:tabLst>
            </a:pPr>
            <a:r>
              <a:rPr sz="1600" b="0">
                <a:solidFill>
                  <a:schemeClr val="bg1"/>
                </a:solidFill>
                <a:latin typeface="Segoe UI" panose="020B0502040204020203"/>
                <a:ea typeface="Segoe UI" panose="020B0502040204020203"/>
              </a:rPr>
              <a:t>Death-Over Specialists: Bowlers with economy &lt;8 in overs 16–20 are 30% more likely to belong to title-winning squads. </a:t>
            </a:r>
            <a:endParaRPr sz="1600" b="0">
              <a:solidFill>
                <a:schemeClr val="bg1"/>
              </a:solidFill>
              <a:latin typeface="Segoe UI" panose="020B0502040204020203"/>
              <a:ea typeface="Segoe UI" panose="020B0502040204020203"/>
            </a:endParaRPr>
          </a:p>
          <a:p>
            <a:pPr marL="914400" indent="-228600" algn="just" defTabSz="266700">
              <a:spcBef>
                <a:spcPts val="500"/>
              </a:spcBef>
              <a:spcAft>
                <a:spcPts val="500"/>
              </a:spcAft>
              <a:buFont typeface="Symbol" panose="05050102010706020507"/>
              <a:buChar char=""/>
              <a:tabLst>
                <a:tab pos="457200" algn="l"/>
              </a:tabLst>
            </a:pPr>
            <a:r>
              <a:rPr sz="1600" b="0">
                <a:solidFill>
                  <a:schemeClr val="bg1"/>
                </a:solidFill>
                <a:latin typeface="Segoe UI" panose="020B0502040204020203"/>
                <a:ea typeface="Segoe UI" panose="020B0502040204020203"/>
              </a:rPr>
              <a:t>Venue Selection Strategy: Certain stadiums (e.g., Chennai) favor spin—teams should bid accordingly and adjust playing XI. </a:t>
            </a:r>
            <a:endParaRPr sz="1600" b="0">
              <a:solidFill>
                <a:schemeClr val="bg1"/>
              </a:solidFill>
              <a:latin typeface="Segoe UI" panose="020B0502040204020203"/>
              <a:ea typeface="Segoe UI" panose="020B0502040204020203"/>
            </a:endParaRPr>
          </a:p>
          <a:p>
            <a:pPr marL="914400" indent="-228600" algn="just" defTabSz="266700">
              <a:spcBef>
                <a:spcPts val="500"/>
              </a:spcBef>
              <a:spcAft>
                <a:spcPts val="500"/>
              </a:spcAft>
              <a:buFont typeface="Symbol" panose="05050102010706020507"/>
              <a:buChar char=""/>
              <a:tabLst>
                <a:tab pos="457200" algn="l"/>
              </a:tabLst>
            </a:pPr>
            <a:r>
              <a:rPr sz="1600" b="0">
                <a:solidFill>
                  <a:schemeClr val="bg1"/>
                </a:solidFill>
                <a:latin typeface="Segoe UI" panose="020B0502040204020203"/>
                <a:ea typeface="Segoe UI" panose="020B0502040204020203"/>
              </a:rPr>
              <a:t>Fielding Excellence: Teams in top four have 15% more catches/run-outs per match—invest in fielding coaches and drills.</a:t>
            </a:r>
            <a:r>
              <a:rPr sz="1600">
                <a:solidFill>
                  <a:schemeClr val="bg1"/>
                </a:solidFill>
                <a:latin typeface="Segoe UI" panose="020B0502040204020203"/>
                <a:ea typeface="Segoe UI" panose="020B0502040204020203"/>
              </a:rPr>
              <a:t> </a:t>
            </a:r>
            <a:endParaRPr sz="1600">
              <a:solidFill>
                <a:schemeClr val="bg1"/>
              </a:solidFill>
              <a:latin typeface="Segoe UI" panose="020B0502040204020203"/>
              <a:ea typeface="Segoe UI" panose="020B0502040204020203"/>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1"/>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p:cNvPicPr>
            <a:picLocks noChangeAspect="1"/>
          </p:cNvPicPr>
          <p:nvPr/>
        </p:nvPicPr>
        <p:blipFill>
          <a:blip r:embed="rId2" cstate="screen">
            <a:alphaModFix amt="90000"/>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p:cNvPicPr>
            <a:picLocks noChangeAspect="1"/>
          </p:cNvPicPr>
          <p:nvPr/>
        </p:nvPicPr>
        <p:blipFill>
          <a:blip r:embed="rId2" cstate="screen">
            <a:alphaModFix amt="43000"/>
          </a:blip>
          <a:stretch>
            <a:fillRect/>
          </a:stretch>
        </p:blipFill>
        <p:spPr>
          <a:xfrm rot="10800000">
            <a:off x="0" y="5294506"/>
            <a:ext cx="2748938" cy="1563494"/>
          </a:xfrm>
          <a:prstGeom prst="rect">
            <a:avLst/>
          </a:prstGeom>
        </p:spPr>
      </p:pic>
      <p:sp>
        <p:nvSpPr>
          <p:cNvPr id="4" name="TextBox 3"/>
          <p:cNvSpPr txBox="1"/>
          <p:nvPr/>
        </p:nvSpPr>
        <p:spPr>
          <a:xfrm>
            <a:off x="0" y="538094"/>
            <a:ext cx="12192000" cy="645160"/>
          </a:xfrm>
          <a:prstGeom prst="rect">
            <a:avLst/>
          </a:prstGeom>
          <a:noFill/>
        </p:spPr>
        <p:txBody>
          <a:bodyPr wrap="square">
            <a:spAutoFit/>
          </a:bodyPr>
          <a:lstStyle/>
          <a:p>
            <a:pPr algn="ctr"/>
            <a:r>
              <a:rPr lang="en-IN" sz="3600" b="1" dirty="0">
                <a:solidFill>
                  <a:schemeClr val="accent2"/>
                </a:solidFill>
                <a:latin typeface="Montserrat" panose="00000500000000000000" pitchFamily="2" charset="0"/>
              </a:rPr>
              <a:t>Dashboard</a:t>
            </a:r>
            <a:endParaRPr lang="en-IN" sz="3600" b="1" dirty="0">
              <a:solidFill>
                <a:schemeClr val="accent2"/>
              </a:solidFill>
              <a:latin typeface="Montserrat" panose="00000500000000000000" pitchFamily="2" charset="0"/>
            </a:endParaRPr>
          </a:p>
        </p:txBody>
      </p:sp>
      <p:pic>
        <p:nvPicPr>
          <p:cNvPr id="3" name="Picture 1"/>
          <p:cNvPicPr>
            <a:picLocks noChangeAspect="1"/>
          </p:cNvPicPr>
          <p:nvPr/>
        </p:nvPicPr>
        <p:blipFill>
          <a:blip r:embed="rId3"/>
          <a:stretch>
            <a:fillRect/>
          </a:stretch>
        </p:blipFill>
        <p:spPr>
          <a:xfrm>
            <a:off x="545465" y="1403350"/>
            <a:ext cx="11002645" cy="501777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1"/>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p:cNvPicPr>
            <a:picLocks noChangeAspect="1"/>
          </p:cNvPicPr>
          <p:nvPr/>
        </p:nvPicPr>
        <p:blipFill>
          <a:blip r:embed="rId2" cstate="screen">
            <a:alphaModFix amt="90000"/>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p:cNvPicPr>
            <a:picLocks noChangeAspect="1"/>
          </p:cNvPicPr>
          <p:nvPr/>
        </p:nvPicPr>
        <p:blipFill>
          <a:blip r:embed="rId2" cstate="screen">
            <a:alphaModFix amt="43000"/>
          </a:blip>
          <a:stretch>
            <a:fillRect/>
          </a:stretch>
        </p:blipFill>
        <p:spPr>
          <a:xfrm rot="10800000">
            <a:off x="0" y="5294506"/>
            <a:ext cx="2748938" cy="1563494"/>
          </a:xfrm>
          <a:prstGeom prst="rect">
            <a:avLst/>
          </a:prstGeom>
        </p:spPr>
      </p:pic>
      <p:grpSp>
        <p:nvGrpSpPr>
          <p:cNvPr id="3" name="Group 2"/>
          <p:cNvGrpSpPr/>
          <p:nvPr/>
        </p:nvGrpSpPr>
        <p:grpSpPr>
          <a:xfrm>
            <a:off x="1381125" y="2042819"/>
            <a:ext cx="4882541" cy="4477286"/>
            <a:chOff x="1047749" y="1989662"/>
            <a:chExt cx="4882541" cy="4477286"/>
          </a:xfrm>
        </p:grpSpPr>
        <p:sp>
          <p:nvSpPr>
            <p:cNvPr id="4" name="TextBox 3"/>
            <p:cNvSpPr txBox="1"/>
            <p:nvPr/>
          </p:nvSpPr>
          <p:spPr>
            <a:xfrm>
              <a:off x="1047749" y="2635993"/>
              <a:ext cx="4882541" cy="3830955"/>
            </a:xfrm>
            <a:prstGeom prst="rect">
              <a:avLst/>
            </a:prstGeom>
            <a:noFill/>
          </p:spPr>
          <p:txBody>
            <a:bodyPr wrap="square">
              <a:spAutoFit/>
            </a:bodyPr>
            <a:lstStyle/>
            <a:p>
              <a:pPr>
                <a:lnSpc>
                  <a:spcPct val="150000"/>
                </a:lnSpc>
              </a:pPr>
              <a:r>
                <a:rPr lang="en-US" altLang="en-US" dirty="0">
                  <a:solidFill>
                    <a:schemeClr val="bg1"/>
                  </a:solidFill>
                  <a:latin typeface="Segoe UI" panose="020B0502040204020203" pitchFamily="34" charset="0"/>
                  <a:cs typeface="Segoe UI" panose="020B0502040204020203" pitchFamily="34" charset="0"/>
                </a:rPr>
                <a:t>This IPL analytics dashboard delivers actionable insights into team strategies, player performance, and match conditions. By leveraging interactive visualizations in Power BI/Tableau, stakeholders can make informed decisions on squad composition, match tactics, auction strategies, and broadcasting narratives—ultimately driving competitive advantage and fan engagement. </a:t>
              </a:r>
              <a:endParaRPr lang="en-US" altLang="en-US" dirty="0">
                <a:solidFill>
                  <a:schemeClr val="bg1"/>
                </a:solidFill>
                <a:latin typeface="Segoe UI" panose="020B0502040204020203" pitchFamily="34" charset="0"/>
                <a:cs typeface="Segoe UI" panose="020B0502040204020203" pitchFamily="34" charset="0"/>
              </a:endParaRPr>
            </a:p>
          </p:txBody>
        </p:sp>
        <p:sp>
          <p:nvSpPr>
            <p:cNvPr id="5" name="TextBox 4"/>
            <p:cNvSpPr txBox="1"/>
            <p:nvPr/>
          </p:nvSpPr>
          <p:spPr>
            <a:xfrm>
              <a:off x="1047750" y="1989662"/>
              <a:ext cx="3629025" cy="646331"/>
            </a:xfrm>
            <a:prstGeom prst="rect">
              <a:avLst/>
            </a:prstGeom>
            <a:noFill/>
          </p:spPr>
          <p:txBody>
            <a:bodyPr wrap="square">
              <a:spAutoFit/>
            </a:bodyPr>
            <a:lstStyle/>
            <a:p>
              <a:r>
                <a:rPr lang="en-US" sz="3600" b="1" i="0" dirty="0">
                  <a:solidFill>
                    <a:schemeClr val="accent2"/>
                  </a:solidFill>
                  <a:effectLst/>
                  <a:latin typeface="Montserrat" panose="00000500000000000000" pitchFamily="2" charset="0"/>
                </a:rPr>
                <a:t>Conclusion</a:t>
              </a:r>
              <a:endParaRPr lang="en-IN" sz="3600" b="1" dirty="0">
                <a:solidFill>
                  <a:schemeClr val="accent2"/>
                </a:solidFill>
                <a:latin typeface="Montserrat" panose="00000500000000000000" pitchFamily="2" charset="0"/>
              </a:endParaRPr>
            </a:p>
          </p:txBody>
        </p:sp>
      </p:grpSp>
      <p:grpSp>
        <p:nvGrpSpPr>
          <p:cNvPr id="33" name="Group 32"/>
          <p:cNvGrpSpPr/>
          <p:nvPr/>
        </p:nvGrpSpPr>
        <p:grpSpPr>
          <a:xfrm>
            <a:off x="5837139" y="406400"/>
            <a:ext cx="5656361" cy="6449391"/>
            <a:chOff x="804862" y="907512"/>
            <a:chExt cx="5218804" cy="5950488"/>
          </a:xfrm>
        </p:grpSpPr>
        <p:pic>
          <p:nvPicPr>
            <p:cNvPr id="10" name="Picture 9" descr="A gold trophy with blue ribbons&#10;&#10;Description automatically generated"/>
            <p:cNvPicPr>
              <a:picLocks noChangeAspect="1"/>
            </p:cNvPicPr>
            <p:nvPr/>
          </p:nvPicPr>
          <p:blipFill rotWithShape="1">
            <a:blip r:embed="rId3" cstate="screen"/>
            <a:srcRect l="25250" r="25417"/>
            <a:stretch>
              <a:fillRect/>
            </a:stretch>
          </p:blipFill>
          <p:spPr>
            <a:xfrm>
              <a:off x="804862" y="907512"/>
              <a:ext cx="5218804" cy="5950488"/>
            </a:xfrm>
            <a:prstGeom prst="rect">
              <a:avLst/>
            </a:prstGeom>
          </p:spPr>
        </p:pic>
        <p:pic>
          <p:nvPicPr>
            <p:cNvPr id="31" name="Picture 30" descr="A poster of a sports team&#10;&#10;Description automatically generated"/>
            <p:cNvPicPr>
              <a:picLocks noChangeAspect="1"/>
            </p:cNvPicPr>
            <p:nvPr/>
          </p:nvPicPr>
          <p:blipFill>
            <a:blip r:embed="rId4" cstate="screen">
              <a:alphaModFix amt="20000"/>
            </a:blip>
            <a:srcRect/>
            <a:stretch>
              <a:fillRect/>
            </a:stretch>
          </p:blipFill>
          <p:spPr>
            <a:xfrm>
              <a:off x="926944" y="1102935"/>
              <a:ext cx="4986817" cy="5749937"/>
            </a:xfrm>
            <a:custGeom>
              <a:avLst/>
              <a:gdLst>
                <a:gd name="connsiteX0" fmla="*/ 2080499 w 5060722"/>
                <a:gd name="connsiteY0" fmla="*/ 4163352 h 5835152"/>
                <a:gd name="connsiteX1" fmla="*/ 2033995 w 5060722"/>
                <a:gd name="connsiteY1" fmla="*/ 4180683 h 5835152"/>
                <a:gd name="connsiteX2" fmla="*/ 1993733 w 5060722"/>
                <a:gd name="connsiteY2" fmla="*/ 4215285 h 5835152"/>
                <a:gd name="connsiteX3" fmla="*/ 2037082 w 5060722"/>
                <a:gd name="connsiteY3" fmla="*/ 4306228 h 5835152"/>
                <a:gd name="connsiteX4" fmla="*/ 2061779 w 5060722"/>
                <a:gd name="connsiteY4" fmla="*/ 4344303 h 5835152"/>
                <a:gd name="connsiteX5" fmla="*/ 1931346 w 5060722"/>
                <a:gd name="connsiteY5" fmla="*/ 4396914 h 5835152"/>
                <a:gd name="connsiteX6" fmla="*/ 1982799 w 5060722"/>
                <a:gd name="connsiteY6" fmla="*/ 4427786 h 5835152"/>
                <a:gd name="connsiteX7" fmla="*/ 1914624 w 5060722"/>
                <a:gd name="connsiteY7" fmla="*/ 4591277 h 5835152"/>
                <a:gd name="connsiteX8" fmla="*/ 2138701 w 5060722"/>
                <a:gd name="connsiteY8" fmla="*/ 4565551 h 5835152"/>
                <a:gd name="connsiteX9" fmla="*/ 2357376 w 5060722"/>
                <a:gd name="connsiteY9" fmla="*/ 4496990 h 5835152"/>
                <a:gd name="connsiteX10" fmla="*/ 2330621 w 5060722"/>
                <a:gd name="connsiteY10" fmla="*/ 4406947 h 5835152"/>
                <a:gd name="connsiteX11" fmla="*/ 2255113 w 5060722"/>
                <a:gd name="connsiteY11" fmla="*/ 4453641 h 5835152"/>
                <a:gd name="connsiteX12" fmla="*/ 2251126 w 5060722"/>
                <a:gd name="connsiteY12" fmla="*/ 4388038 h 5835152"/>
                <a:gd name="connsiteX13" fmla="*/ 2236976 w 5060722"/>
                <a:gd name="connsiteY13" fmla="*/ 4384436 h 5835152"/>
                <a:gd name="connsiteX14" fmla="*/ 2213179 w 5060722"/>
                <a:gd name="connsiteY14" fmla="*/ 4454541 h 5835152"/>
                <a:gd name="connsiteX15" fmla="*/ 2137158 w 5060722"/>
                <a:gd name="connsiteY15" fmla="*/ 4454541 h 5835152"/>
                <a:gd name="connsiteX16" fmla="*/ 2142432 w 5060722"/>
                <a:gd name="connsiteY16" fmla="*/ 4377362 h 5835152"/>
                <a:gd name="connsiteX17" fmla="*/ 2124037 w 5060722"/>
                <a:gd name="connsiteY17" fmla="*/ 4328868 h 5835152"/>
                <a:gd name="connsiteX18" fmla="*/ 2260001 w 5060722"/>
                <a:gd name="connsiteY18" fmla="*/ 4338258 h 5835152"/>
                <a:gd name="connsiteX19" fmla="*/ 2279939 w 5060722"/>
                <a:gd name="connsiteY19" fmla="*/ 4309058 h 5835152"/>
                <a:gd name="connsiteX20" fmla="*/ 2314799 w 5060722"/>
                <a:gd name="connsiteY20" fmla="*/ 4240111 h 5835152"/>
                <a:gd name="connsiteX21" fmla="*/ 2215623 w 5060722"/>
                <a:gd name="connsiteY21" fmla="*/ 4172450 h 5835152"/>
                <a:gd name="connsiteX22" fmla="*/ 2080499 w 5060722"/>
                <a:gd name="connsiteY22" fmla="*/ 4163352 h 5835152"/>
                <a:gd name="connsiteX23" fmla="*/ 1448846 w 5060722"/>
                <a:gd name="connsiteY23" fmla="*/ 2867219 h 5835152"/>
                <a:gd name="connsiteX24" fmla="*/ 1446402 w 5060722"/>
                <a:gd name="connsiteY24" fmla="*/ 2897962 h 5835152"/>
                <a:gd name="connsiteX25" fmla="*/ 1467755 w 5060722"/>
                <a:gd name="connsiteY25" fmla="*/ 3268037 h 5835152"/>
                <a:gd name="connsiteX26" fmla="*/ 1479332 w 5060722"/>
                <a:gd name="connsiteY26" fmla="*/ 3936153 h 5835152"/>
                <a:gd name="connsiteX27" fmla="*/ 1482805 w 5060722"/>
                <a:gd name="connsiteY27" fmla="*/ 4505994 h 5835152"/>
                <a:gd name="connsiteX28" fmla="*/ 1503772 w 5060722"/>
                <a:gd name="connsiteY28" fmla="*/ 4629610 h 5835152"/>
                <a:gd name="connsiteX29" fmla="*/ 1541333 w 5060722"/>
                <a:gd name="connsiteY29" fmla="*/ 4585746 h 5835152"/>
                <a:gd name="connsiteX30" fmla="*/ 1626359 w 5060722"/>
                <a:gd name="connsiteY30" fmla="*/ 4318320 h 5835152"/>
                <a:gd name="connsiteX31" fmla="*/ 1682314 w 5060722"/>
                <a:gd name="connsiteY31" fmla="*/ 4182741 h 5835152"/>
                <a:gd name="connsiteX32" fmla="*/ 1778531 w 5060722"/>
                <a:gd name="connsiteY32" fmla="*/ 4099387 h 5835152"/>
                <a:gd name="connsiteX33" fmla="*/ 1953342 w 5060722"/>
                <a:gd name="connsiteY33" fmla="*/ 3916215 h 5835152"/>
                <a:gd name="connsiteX34" fmla="*/ 1834357 w 5060722"/>
                <a:gd name="connsiteY34" fmla="*/ 3898078 h 5835152"/>
                <a:gd name="connsiteX35" fmla="*/ 1981641 w 5060722"/>
                <a:gd name="connsiteY35" fmla="*/ 3676702 h 5835152"/>
                <a:gd name="connsiteX36" fmla="*/ 2016372 w 5060722"/>
                <a:gd name="connsiteY36" fmla="*/ 3380848 h 5835152"/>
                <a:gd name="connsiteX37" fmla="*/ 1846449 w 5060722"/>
                <a:gd name="connsiteY37" fmla="*/ 3274726 h 5835152"/>
                <a:gd name="connsiteX38" fmla="*/ 1619541 w 5060722"/>
                <a:gd name="connsiteY38" fmla="*/ 3016046 h 5835152"/>
                <a:gd name="connsiteX39" fmla="*/ 1448846 w 5060722"/>
                <a:gd name="connsiteY39" fmla="*/ 2867219 h 5835152"/>
                <a:gd name="connsiteX40" fmla="*/ 3833174 w 5060722"/>
                <a:gd name="connsiteY40" fmla="*/ 2860144 h 5835152"/>
                <a:gd name="connsiteX41" fmla="*/ 3658491 w 5060722"/>
                <a:gd name="connsiteY41" fmla="*/ 2925489 h 5835152"/>
                <a:gd name="connsiteX42" fmla="*/ 3224872 w 5060722"/>
                <a:gd name="connsiteY42" fmla="*/ 3372615 h 5835152"/>
                <a:gd name="connsiteX43" fmla="*/ 3272981 w 5060722"/>
                <a:gd name="connsiteY43" fmla="*/ 3566978 h 5835152"/>
                <a:gd name="connsiteX44" fmla="*/ 3416148 w 5060722"/>
                <a:gd name="connsiteY44" fmla="*/ 3895891 h 5835152"/>
                <a:gd name="connsiteX45" fmla="*/ 3320060 w 5060722"/>
                <a:gd name="connsiteY45" fmla="*/ 3918273 h 5835152"/>
                <a:gd name="connsiteX46" fmla="*/ 3399040 w 5060722"/>
                <a:gd name="connsiteY46" fmla="*/ 4069030 h 5835152"/>
                <a:gd name="connsiteX47" fmla="*/ 3429397 w 5060722"/>
                <a:gd name="connsiteY47" fmla="*/ 4085752 h 5835152"/>
                <a:gd name="connsiteX48" fmla="*/ 3590188 w 5060722"/>
                <a:gd name="connsiteY48" fmla="*/ 4243585 h 5835152"/>
                <a:gd name="connsiteX49" fmla="*/ 3664923 w 5060722"/>
                <a:gd name="connsiteY49" fmla="*/ 4467148 h 5835152"/>
                <a:gd name="connsiteX50" fmla="*/ 3757924 w 5060722"/>
                <a:gd name="connsiteY50" fmla="*/ 4622792 h 5835152"/>
                <a:gd name="connsiteX51" fmla="*/ 3831502 w 5060722"/>
                <a:gd name="connsiteY51" fmla="*/ 4592307 h 5835152"/>
                <a:gd name="connsiteX52" fmla="*/ 3820568 w 5060722"/>
                <a:gd name="connsiteY52" fmla="*/ 4401159 h 5835152"/>
                <a:gd name="connsiteX53" fmla="*/ 3788539 w 5060722"/>
                <a:gd name="connsiteY53" fmla="*/ 3961236 h 5835152"/>
                <a:gd name="connsiteX54" fmla="*/ 3806290 w 5060722"/>
                <a:gd name="connsiteY54" fmla="*/ 3608784 h 5835152"/>
                <a:gd name="connsiteX55" fmla="*/ 3833174 w 5060722"/>
                <a:gd name="connsiteY55" fmla="*/ 3065956 h 5835152"/>
                <a:gd name="connsiteX56" fmla="*/ 3833174 w 5060722"/>
                <a:gd name="connsiteY56" fmla="*/ 2860144 h 5835152"/>
                <a:gd name="connsiteX57" fmla="*/ 877976 w 5060722"/>
                <a:gd name="connsiteY57" fmla="*/ 1486865 h 5835152"/>
                <a:gd name="connsiteX58" fmla="*/ 671264 w 5060722"/>
                <a:gd name="connsiteY58" fmla="*/ 1671196 h 5835152"/>
                <a:gd name="connsiteX59" fmla="*/ 665990 w 5060722"/>
                <a:gd name="connsiteY59" fmla="*/ 2215696 h 5835152"/>
                <a:gd name="connsiteX60" fmla="*/ 877976 w 5060722"/>
                <a:gd name="connsiteY60" fmla="*/ 2473990 h 5835152"/>
                <a:gd name="connsiteX61" fmla="*/ 4412277 w 5060722"/>
                <a:gd name="connsiteY61" fmla="*/ 1454321 h 5835152"/>
                <a:gd name="connsiteX62" fmla="*/ 4418322 w 5060722"/>
                <a:gd name="connsiteY62" fmla="*/ 1560186 h 5835152"/>
                <a:gd name="connsiteX63" fmla="*/ 4358894 w 5060722"/>
                <a:gd name="connsiteY63" fmla="*/ 1646756 h 5835152"/>
                <a:gd name="connsiteX64" fmla="*/ 4359795 w 5060722"/>
                <a:gd name="connsiteY64" fmla="*/ 2359764 h 5835152"/>
                <a:gd name="connsiteX65" fmla="*/ 4360052 w 5060722"/>
                <a:gd name="connsiteY65" fmla="*/ 2473347 h 5835152"/>
                <a:gd name="connsiteX66" fmla="*/ 4376903 w 5060722"/>
                <a:gd name="connsiteY66" fmla="*/ 2481450 h 5835152"/>
                <a:gd name="connsiteX67" fmla="*/ 4479809 w 5060722"/>
                <a:gd name="connsiteY67" fmla="*/ 2380989 h 5835152"/>
                <a:gd name="connsiteX68" fmla="*/ 4593262 w 5060722"/>
                <a:gd name="connsiteY68" fmla="*/ 2215310 h 5835152"/>
                <a:gd name="connsiteX69" fmla="*/ 4634425 w 5060722"/>
                <a:gd name="connsiteY69" fmla="*/ 1888970 h 5835152"/>
                <a:gd name="connsiteX70" fmla="*/ 4587602 w 5060722"/>
                <a:gd name="connsiteY70" fmla="*/ 1614211 h 5835152"/>
                <a:gd name="connsiteX71" fmla="*/ 4412277 w 5060722"/>
                <a:gd name="connsiteY71" fmla="*/ 1454321 h 5835152"/>
                <a:gd name="connsiteX72" fmla="*/ 1658517 w 5060722"/>
                <a:gd name="connsiteY72" fmla="*/ 1304079 h 5835152"/>
                <a:gd name="connsiteX73" fmla="*/ 1658517 w 5060722"/>
                <a:gd name="connsiteY73" fmla="*/ 1315270 h 5835152"/>
                <a:gd name="connsiteX74" fmla="*/ 2129182 w 5060722"/>
                <a:gd name="connsiteY74" fmla="*/ 1315785 h 5835152"/>
                <a:gd name="connsiteX75" fmla="*/ 2129182 w 5060722"/>
                <a:gd name="connsiteY75" fmla="*/ 1304079 h 5835152"/>
                <a:gd name="connsiteX76" fmla="*/ 2032950 w 5060722"/>
                <a:gd name="connsiteY76" fmla="*/ 892793 h 5835152"/>
                <a:gd name="connsiteX77" fmla="*/ 1882208 w 5060722"/>
                <a:gd name="connsiteY77" fmla="*/ 956772 h 5835152"/>
                <a:gd name="connsiteX78" fmla="*/ 1836801 w 5060722"/>
                <a:gd name="connsiteY78" fmla="*/ 958187 h 5835152"/>
                <a:gd name="connsiteX79" fmla="*/ 1838988 w 5060722"/>
                <a:gd name="connsiteY79" fmla="*/ 996133 h 5835152"/>
                <a:gd name="connsiteX80" fmla="*/ 1911151 w 5060722"/>
                <a:gd name="connsiteY80" fmla="*/ 1087334 h 5835152"/>
                <a:gd name="connsiteX81" fmla="*/ 2171117 w 5060722"/>
                <a:gd name="connsiteY81" fmla="*/ 1086047 h 5835152"/>
                <a:gd name="connsiteX82" fmla="*/ 2279168 w 5060722"/>
                <a:gd name="connsiteY82" fmla="*/ 992017 h 5835152"/>
                <a:gd name="connsiteX83" fmla="*/ 2195943 w 5060722"/>
                <a:gd name="connsiteY83" fmla="*/ 905319 h 5835152"/>
                <a:gd name="connsiteX84" fmla="*/ 2032950 w 5060722"/>
                <a:gd name="connsiteY84" fmla="*/ 892793 h 5835152"/>
                <a:gd name="connsiteX85" fmla="*/ 2632649 w 5060722"/>
                <a:gd name="connsiteY85" fmla="*/ 5 h 5835152"/>
                <a:gd name="connsiteX86" fmla="*/ 2700181 w 5060722"/>
                <a:gd name="connsiteY86" fmla="*/ 48756 h 5835152"/>
                <a:gd name="connsiteX87" fmla="*/ 2857756 w 5060722"/>
                <a:gd name="connsiteY87" fmla="*/ 247879 h 5835152"/>
                <a:gd name="connsiteX88" fmla="*/ 2889656 w 5060722"/>
                <a:gd name="connsiteY88" fmla="*/ 404425 h 5835152"/>
                <a:gd name="connsiteX89" fmla="*/ 2851067 w 5060722"/>
                <a:gd name="connsiteY89" fmla="*/ 575120 h 5835152"/>
                <a:gd name="connsiteX90" fmla="*/ 2906250 w 5060722"/>
                <a:gd name="connsiteY90" fmla="*/ 616282 h 5835152"/>
                <a:gd name="connsiteX91" fmla="*/ 3107431 w 5060722"/>
                <a:gd name="connsiteY91" fmla="*/ 720217 h 5835152"/>
                <a:gd name="connsiteX92" fmla="*/ 3186540 w 5060722"/>
                <a:gd name="connsiteY92" fmla="*/ 758807 h 5835152"/>
                <a:gd name="connsiteX93" fmla="*/ 3412675 w 5060722"/>
                <a:gd name="connsiteY93" fmla="*/ 807044 h 5835152"/>
                <a:gd name="connsiteX94" fmla="*/ 3599578 w 5060722"/>
                <a:gd name="connsiteY94" fmla="*/ 1037167 h 5835152"/>
                <a:gd name="connsiteX95" fmla="*/ 3781592 w 5060722"/>
                <a:gd name="connsiteY95" fmla="*/ 1225999 h 5835152"/>
                <a:gd name="connsiteX96" fmla="*/ 3906237 w 5060722"/>
                <a:gd name="connsiteY96" fmla="*/ 1300992 h 5835152"/>
                <a:gd name="connsiteX97" fmla="*/ 3986504 w 5060722"/>
                <a:gd name="connsiteY97" fmla="*/ 1308195 h 5835152"/>
                <a:gd name="connsiteX98" fmla="*/ 4091725 w 5060722"/>
                <a:gd name="connsiteY98" fmla="*/ 1241178 h 5835152"/>
                <a:gd name="connsiteX99" fmla="*/ 4221000 w 5060722"/>
                <a:gd name="connsiteY99" fmla="*/ 1101998 h 5835152"/>
                <a:gd name="connsiteX100" fmla="*/ 4417808 w 5060722"/>
                <a:gd name="connsiteY100" fmla="*/ 1120907 h 5835152"/>
                <a:gd name="connsiteX101" fmla="*/ 4539623 w 5060722"/>
                <a:gd name="connsiteY101" fmla="*/ 1058391 h 5835152"/>
                <a:gd name="connsiteX102" fmla="*/ 4574353 w 5060722"/>
                <a:gd name="connsiteY102" fmla="*/ 1005781 h 5835152"/>
                <a:gd name="connsiteX103" fmla="*/ 4544253 w 5060722"/>
                <a:gd name="connsiteY103" fmla="*/ 1213522 h 5835152"/>
                <a:gd name="connsiteX104" fmla="*/ 4641242 w 5060722"/>
                <a:gd name="connsiteY104" fmla="*/ 1421520 h 5835152"/>
                <a:gd name="connsiteX105" fmla="*/ 4693853 w 5060722"/>
                <a:gd name="connsiteY105" fmla="*/ 1482621 h 5835152"/>
                <a:gd name="connsiteX106" fmla="*/ 4738102 w 5060722"/>
                <a:gd name="connsiteY106" fmla="*/ 1619357 h 5835152"/>
                <a:gd name="connsiteX107" fmla="*/ 4750322 w 5060722"/>
                <a:gd name="connsiteY107" fmla="*/ 1884339 h 5835152"/>
                <a:gd name="connsiteX108" fmla="*/ 4763186 w 5060722"/>
                <a:gd name="connsiteY108" fmla="*/ 1969622 h 5835152"/>
                <a:gd name="connsiteX109" fmla="*/ 4704143 w 5060722"/>
                <a:gd name="connsiteY109" fmla="*/ 2257244 h 5835152"/>
                <a:gd name="connsiteX110" fmla="*/ 4498332 w 5060722"/>
                <a:gd name="connsiteY110" fmla="*/ 2521970 h 5835152"/>
                <a:gd name="connsiteX111" fmla="*/ 4382563 w 5060722"/>
                <a:gd name="connsiteY111" fmla="*/ 2693951 h 5835152"/>
                <a:gd name="connsiteX112" fmla="*/ 4362753 w 5060722"/>
                <a:gd name="connsiteY112" fmla="*/ 3421109 h 5835152"/>
                <a:gd name="connsiteX113" fmla="*/ 4345002 w 5060722"/>
                <a:gd name="connsiteY113" fmla="*/ 4047163 h 5835152"/>
                <a:gd name="connsiteX114" fmla="*/ 4334711 w 5060722"/>
                <a:gd name="connsiteY114" fmla="*/ 4769948 h 5835152"/>
                <a:gd name="connsiteX115" fmla="*/ 4110505 w 5060722"/>
                <a:gd name="connsiteY115" fmla="*/ 4649033 h 5835152"/>
                <a:gd name="connsiteX116" fmla="*/ 4014674 w 5060722"/>
                <a:gd name="connsiteY116" fmla="*/ 4652635 h 5835152"/>
                <a:gd name="connsiteX117" fmla="*/ 3961678 w 5060722"/>
                <a:gd name="connsiteY117" fmla="*/ 4779338 h 5835152"/>
                <a:gd name="connsiteX118" fmla="*/ 3927590 w 5060722"/>
                <a:gd name="connsiteY118" fmla="*/ 4875683 h 5835152"/>
                <a:gd name="connsiteX119" fmla="*/ 3953317 w 5060722"/>
                <a:gd name="connsiteY119" fmla="*/ 4944116 h 5835152"/>
                <a:gd name="connsiteX120" fmla="*/ 3955117 w 5060722"/>
                <a:gd name="connsiteY120" fmla="*/ 5072748 h 5835152"/>
                <a:gd name="connsiteX121" fmla="*/ 3967981 w 5060722"/>
                <a:gd name="connsiteY121" fmla="*/ 5159832 h 5835152"/>
                <a:gd name="connsiteX122" fmla="*/ 4011330 w 5060722"/>
                <a:gd name="connsiteY122" fmla="*/ 5265567 h 5835152"/>
                <a:gd name="connsiteX123" fmla="*/ 4071530 w 5060722"/>
                <a:gd name="connsiteY123" fmla="*/ 5294639 h 5835152"/>
                <a:gd name="connsiteX124" fmla="*/ 4886544 w 5060722"/>
                <a:gd name="connsiteY124" fmla="*/ 5294639 h 5835152"/>
                <a:gd name="connsiteX125" fmla="*/ 5055181 w 5060722"/>
                <a:gd name="connsiteY125" fmla="*/ 5397544 h 5835152"/>
                <a:gd name="connsiteX126" fmla="*/ 5036786 w 5060722"/>
                <a:gd name="connsiteY126" fmla="*/ 5554862 h 5835152"/>
                <a:gd name="connsiteX127" fmla="*/ 4945200 w 5060722"/>
                <a:gd name="connsiteY127" fmla="*/ 5574929 h 5835152"/>
                <a:gd name="connsiteX128" fmla="*/ 4700799 w 5060722"/>
                <a:gd name="connsiteY128" fmla="*/ 5574929 h 5835152"/>
                <a:gd name="connsiteX129" fmla="*/ 4629794 w 5060722"/>
                <a:gd name="connsiteY129" fmla="*/ 5642846 h 5835152"/>
                <a:gd name="connsiteX130" fmla="*/ 4628379 w 5060722"/>
                <a:gd name="connsiteY130" fmla="*/ 5835152 h 5835152"/>
                <a:gd name="connsiteX131" fmla="*/ 712941 w 5060722"/>
                <a:gd name="connsiteY131" fmla="*/ 5835152 h 5835152"/>
                <a:gd name="connsiteX132" fmla="*/ 709597 w 5060722"/>
                <a:gd name="connsiteY132" fmla="*/ 5636286 h 5835152"/>
                <a:gd name="connsiteX133" fmla="*/ 664061 w 5060722"/>
                <a:gd name="connsiteY133" fmla="*/ 5575058 h 5835152"/>
                <a:gd name="connsiteX134" fmla="*/ 79170 w 5060722"/>
                <a:gd name="connsiteY134" fmla="*/ 5531965 h 5835152"/>
                <a:gd name="connsiteX135" fmla="*/ 318 w 5060722"/>
                <a:gd name="connsiteY135" fmla="*/ 5446168 h 5835152"/>
                <a:gd name="connsiteX136" fmla="*/ 3406 w 5060722"/>
                <a:gd name="connsiteY136" fmla="*/ 5375677 h 5835152"/>
                <a:gd name="connsiteX137" fmla="*/ 96535 w 5060722"/>
                <a:gd name="connsiteY137" fmla="*/ 5289236 h 5835152"/>
                <a:gd name="connsiteX138" fmla="*/ 147988 w 5060722"/>
                <a:gd name="connsiteY138" fmla="*/ 5289236 h 5835152"/>
                <a:gd name="connsiteX139" fmla="*/ 1135627 w 5060722"/>
                <a:gd name="connsiteY139" fmla="*/ 5279589 h 5835152"/>
                <a:gd name="connsiteX140" fmla="*/ 1275450 w 5060722"/>
                <a:gd name="connsiteY140" fmla="*/ 5159189 h 5835152"/>
                <a:gd name="connsiteX141" fmla="*/ 1259371 w 5060722"/>
                <a:gd name="connsiteY141" fmla="*/ 4763387 h 5835152"/>
                <a:gd name="connsiteX142" fmla="*/ 961201 w 5060722"/>
                <a:gd name="connsiteY142" fmla="*/ 4765317 h 5835152"/>
                <a:gd name="connsiteX143" fmla="*/ 961201 w 5060722"/>
                <a:gd name="connsiteY143" fmla="*/ 4320506 h 5835152"/>
                <a:gd name="connsiteX144" fmla="*/ 949110 w 5060722"/>
                <a:gd name="connsiteY144" fmla="*/ 3427541 h 5835152"/>
                <a:gd name="connsiteX145" fmla="*/ 949110 w 5060722"/>
                <a:gd name="connsiteY145" fmla="*/ 3298908 h 5835152"/>
                <a:gd name="connsiteX146" fmla="*/ 911549 w 5060722"/>
                <a:gd name="connsiteY146" fmla="*/ 2782193 h 5835152"/>
                <a:gd name="connsiteX147" fmla="*/ 835142 w 5060722"/>
                <a:gd name="connsiteY147" fmla="*/ 2590917 h 5835152"/>
                <a:gd name="connsiteX148" fmla="*/ 556910 w 5060722"/>
                <a:gd name="connsiteY148" fmla="*/ 2254543 h 5835152"/>
                <a:gd name="connsiteX149" fmla="*/ 526682 w 5060722"/>
                <a:gd name="connsiteY149" fmla="*/ 2028407 h 5835152"/>
                <a:gd name="connsiteX150" fmla="*/ 535429 w 5060722"/>
                <a:gd name="connsiteY150" fmla="*/ 1884982 h 5835152"/>
                <a:gd name="connsiteX151" fmla="*/ 535429 w 5060722"/>
                <a:gd name="connsiteY151" fmla="*/ 1598004 h 5835152"/>
                <a:gd name="connsiteX152" fmla="*/ 558840 w 5060722"/>
                <a:gd name="connsiteY152" fmla="*/ 1506160 h 5835152"/>
                <a:gd name="connsiteX153" fmla="*/ 620583 w 5060722"/>
                <a:gd name="connsiteY153" fmla="*/ 1445832 h 5835152"/>
                <a:gd name="connsiteX154" fmla="*/ 744199 w 5060722"/>
                <a:gd name="connsiteY154" fmla="*/ 1242464 h 5835152"/>
                <a:gd name="connsiteX155" fmla="*/ 683742 w 5060722"/>
                <a:gd name="connsiteY155" fmla="*/ 1072541 h 5835152"/>
                <a:gd name="connsiteX156" fmla="*/ 880935 w 5060722"/>
                <a:gd name="connsiteY156" fmla="*/ 1147147 h 5835152"/>
                <a:gd name="connsiteX157" fmla="*/ 1039024 w 5060722"/>
                <a:gd name="connsiteY157" fmla="*/ 1134284 h 5835152"/>
                <a:gd name="connsiteX158" fmla="*/ 1133955 w 5060722"/>
                <a:gd name="connsiteY158" fmla="*/ 1250053 h 5835152"/>
                <a:gd name="connsiteX159" fmla="*/ 1179876 w 5060722"/>
                <a:gd name="connsiteY159" fmla="*/ 1283627 h 5835152"/>
                <a:gd name="connsiteX160" fmla="*/ 1387875 w 5060722"/>
                <a:gd name="connsiteY160" fmla="*/ 1312440 h 5835152"/>
                <a:gd name="connsiteX161" fmla="*/ 1519594 w 5060722"/>
                <a:gd name="connsiteY161" fmla="*/ 1217895 h 5835152"/>
                <a:gd name="connsiteX162" fmla="*/ 1730165 w 5060722"/>
                <a:gd name="connsiteY162" fmla="*/ 947767 h 5835152"/>
                <a:gd name="connsiteX163" fmla="*/ 2043642 w 5060722"/>
                <a:gd name="connsiteY163" fmla="*/ 756234 h 5835152"/>
                <a:gd name="connsiteX164" fmla="*/ 2134585 w 5060722"/>
                <a:gd name="connsiteY164" fmla="*/ 764466 h 5835152"/>
                <a:gd name="connsiteX165" fmla="*/ 2403298 w 5060722"/>
                <a:gd name="connsiteY165" fmla="*/ 613195 h 5835152"/>
                <a:gd name="connsiteX166" fmla="*/ 2396995 w 5060722"/>
                <a:gd name="connsiteY166" fmla="*/ 541933 h 5835152"/>
                <a:gd name="connsiteX167" fmla="*/ 2357762 w 5060722"/>
                <a:gd name="connsiteY167" fmla="*/ 379470 h 5835152"/>
                <a:gd name="connsiteX168" fmla="*/ 2393007 w 5060722"/>
                <a:gd name="connsiteY168" fmla="*/ 259327 h 5835152"/>
                <a:gd name="connsiteX169" fmla="*/ 2562673 w 5060722"/>
                <a:gd name="connsiteY169" fmla="*/ 45927 h 5835152"/>
                <a:gd name="connsiteX170" fmla="*/ 2632649 w 5060722"/>
                <a:gd name="connsiteY170" fmla="*/ 5 h 5835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Lst>
              <a:rect l="l" t="t" r="r" b="b"/>
              <a:pathLst>
                <a:path w="5060722" h="5835152">
                  <a:moveTo>
                    <a:pt x="2080499" y="4163352"/>
                  </a:moveTo>
                  <a:cubicBezTo>
                    <a:pt x="2065100" y="4165006"/>
                    <a:pt x="2049592" y="4169974"/>
                    <a:pt x="2033995" y="4180683"/>
                  </a:cubicBezTo>
                  <a:cubicBezTo>
                    <a:pt x="2018559" y="4191360"/>
                    <a:pt x="1979454" y="4175152"/>
                    <a:pt x="1993733" y="4215285"/>
                  </a:cubicBezTo>
                  <a:cubicBezTo>
                    <a:pt x="2004538" y="4245771"/>
                    <a:pt x="1952570" y="4309058"/>
                    <a:pt x="2037082" y="4306228"/>
                  </a:cubicBezTo>
                  <a:cubicBezTo>
                    <a:pt x="2044928" y="4305457"/>
                    <a:pt x="2053547" y="4330797"/>
                    <a:pt x="2061779" y="4344303"/>
                  </a:cubicBezTo>
                  <a:cubicBezTo>
                    <a:pt x="2014185" y="4346619"/>
                    <a:pt x="1965434" y="4345719"/>
                    <a:pt x="1931346" y="4396914"/>
                  </a:cubicBezTo>
                  <a:lnTo>
                    <a:pt x="1982799" y="4427786"/>
                  </a:lnTo>
                  <a:cubicBezTo>
                    <a:pt x="1895972" y="4455056"/>
                    <a:pt x="1902532" y="4516799"/>
                    <a:pt x="1914624" y="4591277"/>
                  </a:cubicBezTo>
                  <a:cubicBezTo>
                    <a:pt x="1990002" y="4583045"/>
                    <a:pt x="2065767" y="4580601"/>
                    <a:pt x="2138701" y="4565551"/>
                  </a:cubicBezTo>
                  <a:cubicBezTo>
                    <a:pt x="2211636" y="4550501"/>
                    <a:pt x="2280197" y="4521688"/>
                    <a:pt x="2357376" y="4496990"/>
                  </a:cubicBezTo>
                  <a:cubicBezTo>
                    <a:pt x="2349915" y="4471907"/>
                    <a:pt x="2342197" y="4446180"/>
                    <a:pt x="2330621" y="4406947"/>
                  </a:cubicBezTo>
                  <a:cubicBezTo>
                    <a:pt x="2319816" y="4478210"/>
                    <a:pt x="2285857" y="4458400"/>
                    <a:pt x="2255113" y="4453641"/>
                  </a:cubicBezTo>
                  <a:lnTo>
                    <a:pt x="2251126" y="4388038"/>
                  </a:lnTo>
                  <a:lnTo>
                    <a:pt x="2236976" y="4384436"/>
                  </a:lnTo>
                  <a:lnTo>
                    <a:pt x="2213179" y="4454541"/>
                  </a:lnTo>
                  <a:lnTo>
                    <a:pt x="2137158" y="4454541"/>
                  </a:lnTo>
                  <a:cubicBezTo>
                    <a:pt x="2140810" y="4428982"/>
                    <a:pt x="2142572" y="4403178"/>
                    <a:pt x="2142432" y="4377362"/>
                  </a:cubicBezTo>
                  <a:cubicBezTo>
                    <a:pt x="2141145" y="4360768"/>
                    <a:pt x="2130469" y="4344947"/>
                    <a:pt x="2124037" y="4328868"/>
                  </a:cubicBezTo>
                  <a:cubicBezTo>
                    <a:pt x="2170988" y="4313432"/>
                    <a:pt x="2219354" y="4270212"/>
                    <a:pt x="2260001" y="4338258"/>
                  </a:cubicBezTo>
                  <a:cubicBezTo>
                    <a:pt x="2267144" y="4328868"/>
                    <a:pt x="2273799" y="4319130"/>
                    <a:pt x="2279939" y="4309058"/>
                  </a:cubicBezTo>
                  <a:cubicBezTo>
                    <a:pt x="2292031" y="4286291"/>
                    <a:pt x="2303222" y="4263136"/>
                    <a:pt x="2314799" y="4240111"/>
                  </a:cubicBezTo>
                  <a:cubicBezTo>
                    <a:pt x="2274408" y="4229178"/>
                    <a:pt x="2278910" y="4156886"/>
                    <a:pt x="2215623" y="4172450"/>
                  </a:cubicBezTo>
                  <a:cubicBezTo>
                    <a:pt x="2171921" y="4183255"/>
                    <a:pt x="2126698" y="4158389"/>
                    <a:pt x="2080499" y="4163352"/>
                  </a:cubicBezTo>
                  <a:close/>
                  <a:moveTo>
                    <a:pt x="1448846" y="2867219"/>
                  </a:moveTo>
                  <a:cubicBezTo>
                    <a:pt x="1447237" y="2877394"/>
                    <a:pt x="1446420" y="2887671"/>
                    <a:pt x="1446402" y="2897962"/>
                  </a:cubicBezTo>
                  <a:cubicBezTo>
                    <a:pt x="1453477" y="3021320"/>
                    <a:pt x="1464282" y="3144550"/>
                    <a:pt x="1467755" y="3268037"/>
                  </a:cubicBezTo>
                  <a:cubicBezTo>
                    <a:pt x="1473930" y="3490699"/>
                    <a:pt x="1476760" y="3713362"/>
                    <a:pt x="1479332" y="3936153"/>
                  </a:cubicBezTo>
                  <a:cubicBezTo>
                    <a:pt x="1481390" y="4126014"/>
                    <a:pt x="1480104" y="4316005"/>
                    <a:pt x="1482805" y="4505994"/>
                  </a:cubicBezTo>
                  <a:cubicBezTo>
                    <a:pt x="1482805" y="4542268"/>
                    <a:pt x="1494639" y="4578414"/>
                    <a:pt x="1503772" y="4629610"/>
                  </a:cubicBezTo>
                  <a:cubicBezTo>
                    <a:pt x="1524096" y="4606327"/>
                    <a:pt x="1537345" y="4597580"/>
                    <a:pt x="1541333" y="4585746"/>
                  </a:cubicBezTo>
                  <a:cubicBezTo>
                    <a:pt x="1570532" y="4496862"/>
                    <a:pt x="1596516" y="4406947"/>
                    <a:pt x="1626359" y="4318320"/>
                  </a:cubicBezTo>
                  <a:cubicBezTo>
                    <a:pt x="1641923" y="4272012"/>
                    <a:pt x="1662633" y="4227506"/>
                    <a:pt x="1682314" y="4182741"/>
                  </a:cubicBezTo>
                  <a:cubicBezTo>
                    <a:pt x="1700966" y="4140421"/>
                    <a:pt x="1748688" y="4114437"/>
                    <a:pt x="1778531" y="4099387"/>
                  </a:cubicBezTo>
                  <a:cubicBezTo>
                    <a:pt x="1858926" y="4058740"/>
                    <a:pt x="1893528" y="3987092"/>
                    <a:pt x="1953342" y="3916215"/>
                  </a:cubicBezTo>
                  <a:lnTo>
                    <a:pt x="1834357" y="3898078"/>
                  </a:lnTo>
                  <a:cubicBezTo>
                    <a:pt x="1932504" y="3843281"/>
                    <a:pt x="1968778" y="3765586"/>
                    <a:pt x="1981641" y="3676702"/>
                  </a:cubicBezTo>
                  <a:cubicBezTo>
                    <a:pt x="1996048" y="3576497"/>
                    <a:pt x="2005438" y="3475521"/>
                    <a:pt x="2016372" y="3380848"/>
                  </a:cubicBezTo>
                  <a:cubicBezTo>
                    <a:pt x="1958745" y="3345860"/>
                    <a:pt x="1893785" y="3319618"/>
                    <a:pt x="1846449" y="3274726"/>
                  </a:cubicBezTo>
                  <a:cubicBezTo>
                    <a:pt x="1762966" y="3194974"/>
                    <a:pt x="1668164" y="3115736"/>
                    <a:pt x="1619541" y="3016046"/>
                  </a:cubicBezTo>
                  <a:cubicBezTo>
                    <a:pt x="1579022" y="2932821"/>
                    <a:pt x="1532071" y="2890758"/>
                    <a:pt x="1448846" y="2867219"/>
                  </a:cubicBezTo>
                  <a:close/>
                  <a:moveTo>
                    <a:pt x="3833174" y="2860144"/>
                  </a:moveTo>
                  <a:lnTo>
                    <a:pt x="3658491" y="2925489"/>
                  </a:lnTo>
                  <a:cubicBezTo>
                    <a:pt x="3573980" y="3137089"/>
                    <a:pt x="3434414" y="3287718"/>
                    <a:pt x="3224872" y="3372615"/>
                  </a:cubicBezTo>
                  <a:cubicBezTo>
                    <a:pt x="3276325" y="3435259"/>
                    <a:pt x="3269636" y="3501247"/>
                    <a:pt x="3272981" y="3566978"/>
                  </a:cubicBezTo>
                  <a:cubicBezTo>
                    <a:pt x="3279669" y="3694324"/>
                    <a:pt x="3260117" y="3834919"/>
                    <a:pt x="3416148" y="3895891"/>
                  </a:cubicBezTo>
                  <a:lnTo>
                    <a:pt x="3320060" y="3918273"/>
                  </a:lnTo>
                  <a:cubicBezTo>
                    <a:pt x="3349903" y="3976029"/>
                    <a:pt x="3373185" y="4023237"/>
                    <a:pt x="3399040" y="4069030"/>
                  </a:cubicBezTo>
                  <a:cubicBezTo>
                    <a:pt x="3406925" y="4077944"/>
                    <a:pt x="3417653" y="4083862"/>
                    <a:pt x="3429397" y="4085752"/>
                  </a:cubicBezTo>
                  <a:cubicBezTo>
                    <a:pt x="3513394" y="4107620"/>
                    <a:pt x="3562403" y="4165633"/>
                    <a:pt x="3590188" y="4243585"/>
                  </a:cubicBezTo>
                  <a:cubicBezTo>
                    <a:pt x="3615914" y="4317548"/>
                    <a:pt x="3634566" y="4394984"/>
                    <a:pt x="3664923" y="4467148"/>
                  </a:cubicBezTo>
                  <a:cubicBezTo>
                    <a:pt x="3687730" y="4523501"/>
                    <a:pt x="3719103" y="4576008"/>
                    <a:pt x="3757924" y="4622792"/>
                  </a:cubicBezTo>
                  <a:cubicBezTo>
                    <a:pt x="3788539" y="4658166"/>
                    <a:pt x="3831373" y="4638485"/>
                    <a:pt x="3831502" y="4592307"/>
                  </a:cubicBezTo>
                  <a:cubicBezTo>
                    <a:pt x="3831502" y="4528633"/>
                    <a:pt x="3825328" y="4464831"/>
                    <a:pt x="3820568" y="4401159"/>
                  </a:cubicBezTo>
                  <a:cubicBezTo>
                    <a:pt x="3809634" y="4254518"/>
                    <a:pt x="3792012" y="4108005"/>
                    <a:pt x="3788539" y="3961236"/>
                  </a:cubicBezTo>
                  <a:cubicBezTo>
                    <a:pt x="3785837" y="3843924"/>
                    <a:pt x="3800244" y="3726354"/>
                    <a:pt x="3806290" y="3608784"/>
                  </a:cubicBezTo>
                  <a:cubicBezTo>
                    <a:pt x="3815680" y="3427927"/>
                    <a:pt x="3825585" y="3246941"/>
                    <a:pt x="3833174" y="3065956"/>
                  </a:cubicBezTo>
                  <a:cubicBezTo>
                    <a:pt x="3836133" y="2994693"/>
                    <a:pt x="3833174" y="2923174"/>
                    <a:pt x="3833174" y="2860144"/>
                  </a:cubicBezTo>
                  <a:close/>
                  <a:moveTo>
                    <a:pt x="877976" y="1486865"/>
                  </a:moveTo>
                  <a:cubicBezTo>
                    <a:pt x="737896" y="1522754"/>
                    <a:pt x="720016" y="1548480"/>
                    <a:pt x="671264" y="1671196"/>
                  </a:cubicBezTo>
                  <a:cubicBezTo>
                    <a:pt x="599873" y="1851281"/>
                    <a:pt x="602832" y="2036254"/>
                    <a:pt x="665990" y="2215696"/>
                  </a:cubicBezTo>
                  <a:cubicBezTo>
                    <a:pt x="702136" y="2318602"/>
                    <a:pt x="771469" y="2406329"/>
                    <a:pt x="877976" y="2473990"/>
                  </a:cubicBezTo>
                  <a:close/>
                  <a:moveTo>
                    <a:pt x="4412277" y="1454321"/>
                  </a:moveTo>
                  <a:lnTo>
                    <a:pt x="4418322" y="1560186"/>
                  </a:lnTo>
                  <a:cubicBezTo>
                    <a:pt x="4365069" y="1566746"/>
                    <a:pt x="4358380" y="1600705"/>
                    <a:pt x="4358894" y="1646756"/>
                  </a:cubicBezTo>
                  <a:cubicBezTo>
                    <a:pt x="4360952" y="1884468"/>
                    <a:pt x="4359795" y="2122052"/>
                    <a:pt x="4359795" y="2359764"/>
                  </a:cubicBezTo>
                  <a:lnTo>
                    <a:pt x="4360052" y="2473347"/>
                  </a:lnTo>
                  <a:lnTo>
                    <a:pt x="4376903" y="2481450"/>
                  </a:lnTo>
                  <a:cubicBezTo>
                    <a:pt x="4411634" y="2448263"/>
                    <a:pt x="4450480" y="2418292"/>
                    <a:pt x="4479809" y="2380989"/>
                  </a:cubicBezTo>
                  <a:cubicBezTo>
                    <a:pt x="4521125" y="2328236"/>
                    <a:pt x="4559020" y="2272899"/>
                    <a:pt x="4593262" y="2215310"/>
                  </a:cubicBezTo>
                  <a:cubicBezTo>
                    <a:pt x="4654491" y="2113691"/>
                    <a:pt x="4630308" y="1997536"/>
                    <a:pt x="4634425" y="1888970"/>
                  </a:cubicBezTo>
                  <a:cubicBezTo>
                    <a:pt x="4637898" y="1797770"/>
                    <a:pt x="4615773" y="1702324"/>
                    <a:pt x="4587602" y="1614211"/>
                  </a:cubicBezTo>
                  <a:cubicBezTo>
                    <a:pt x="4561876" y="1534974"/>
                    <a:pt x="4501805" y="1476832"/>
                    <a:pt x="4412277" y="1454321"/>
                  </a:cubicBezTo>
                  <a:close/>
                  <a:moveTo>
                    <a:pt x="1658517" y="1304079"/>
                  </a:moveTo>
                  <a:lnTo>
                    <a:pt x="1658517" y="1315270"/>
                  </a:lnTo>
                  <a:lnTo>
                    <a:pt x="2129182" y="1315785"/>
                  </a:lnTo>
                  <a:lnTo>
                    <a:pt x="2129182" y="1304079"/>
                  </a:lnTo>
                  <a:close/>
                  <a:moveTo>
                    <a:pt x="2032950" y="892793"/>
                  </a:moveTo>
                  <a:cubicBezTo>
                    <a:pt x="1979937" y="895897"/>
                    <a:pt x="1928966" y="911751"/>
                    <a:pt x="1882208" y="956772"/>
                  </a:cubicBezTo>
                  <a:cubicBezTo>
                    <a:pt x="1874233" y="964747"/>
                    <a:pt x="1853009" y="958187"/>
                    <a:pt x="1836801" y="958187"/>
                  </a:cubicBezTo>
                  <a:cubicBezTo>
                    <a:pt x="1838555" y="970754"/>
                    <a:pt x="1839286" y="983450"/>
                    <a:pt x="1838988" y="996133"/>
                  </a:cubicBezTo>
                  <a:cubicBezTo>
                    <a:pt x="1829341" y="1083089"/>
                    <a:pt x="1828955" y="1085275"/>
                    <a:pt x="1911151" y="1087334"/>
                  </a:cubicBezTo>
                  <a:cubicBezTo>
                    <a:pt x="1997720" y="1089520"/>
                    <a:pt x="2084547" y="1088363"/>
                    <a:pt x="2171117" y="1086047"/>
                  </a:cubicBezTo>
                  <a:cubicBezTo>
                    <a:pt x="2217553" y="1084761"/>
                    <a:pt x="2271707" y="1030992"/>
                    <a:pt x="2279168" y="992017"/>
                  </a:cubicBezTo>
                  <a:cubicBezTo>
                    <a:pt x="2292031" y="920883"/>
                    <a:pt x="2251383" y="911365"/>
                    <a:pt x="2195943" y="905319"/>
                  </a:cubicBezTo>
                  <a:cubicBezTo>
                    <a:pt x="2141017" y="899338"/>
                    <a:pt x="2085962" y="889690"/>
                    <a:pt x="2032950" y="892793"/>
                  </a:cubicBezTo>
                  <a:close/>
                  <a:moveTo>
                    <a:pt x="2632649" y="5"/>
                  </a:moveTo>
                  <a:cubicBezTo>
                    <a:pt x="2656703" y="391"/>
                    <a:pt x="2694907" y="27018"/>
                    <a:pt x="2700181" y="48756"/>
                  </a:cubicBezTo>
                  <a:cubicBezTo>
                    <a:pt x="2722692" y="141372"/>
                    <a:pt x="2780576" y="199256"/>
                    <a:pt x="2857756" y="247879"/>
                  </a:cubicBezTo>
                  <a:cubicBezTo>
                    <a:pt x="2927860" y="292129"/>
                    <a:pt x="2925673" y="330332"/>
                    <a:pt x="2889656" y="404425"/>
                  </a:cubicBezTo>
                  <a:cubicBezTo>
                    <a:pt x="2864702" y="455878"/>
                    <a:pt x="2857498" y="517235"/>
                    <a:pt x="2851067" y="575120"/>
                  </a:cubicBezTo>
                  <a:cubicBezTo>
                    <a:pt x="2849652" y="587983"/>
                    <a:pt x="2885797" y="614739"/>
                    <a:pt x="2906250" y="616282"/>
                  </a:cubicBezTo>
                  <a:cubicBezTo>
                    <a:pt x="2989218" y="622714"/>
                    <a:pt x="3059065" y="649212"/>
                    <a:pt x="3107431" y="720217"/>
                  </a:cubicBezTo>
                  <a:cubicBezTo>
                    <a:pt x="3126726" y="748387"/>
                    <a:pt x="3150909" y="755848"/>
                    <a:pt x="3186540" y="758807"/>
                  </a:cubicBezTo>
                  <a:cubicBezTo>
                    <a:pt x="3263719" y="766267"/>
                    <a:pt x="3352733" y="767039"/>
                    <a:pt x="3412675" y="807044"/>
                  </a:cubicBezTo>
                  <a:cubicBezTo>
                    <a:pt x="3493328" y="860683"/>
                    <a:pt x="3547482" y="949440"/>
                    <a:pt x="3599578" y="1037167"/>
                  </a:cubicBezTo>
                  <a:cubicBezTo>
                    <a:pt x="3643056" y="1110488"/>
                    <a:pt x="3716247" y="1167729"/>
                    <a:pt x="3781592" y="1225999"/>
                  </a:cubicBezTo>
                  <a:cubicBezTo>
                    <a:pt x="3819179" y="1257051"/>
                    <a:pt x="3861190" y="1282327"/>
                    <a:pt x="3906237" y="1300992"/>
                  </a:cubicBezTo>
                  <a:cubicBezTo>
                    <a:pt x="3929906" y="1311797"/>
                    <a:pt x="3963993" y="1317328"/>
                    <a:pt x="3986504" y="1308195"/>
                  </a:cubicBezTo>
                  <a:cubicBezTo>
                    <a:pt x="4025093" y="1292888"/>
                    <a:pt x="4057251" y="1264075"/>
                    <a:pt x="4091725" y="1241178"/>
                  </a:cubicBezTo>
                  <a:cubicBezTo>
                    <a:pt x="4069857" y="1162455"/>
                    <a:pt x="4134174" y="1094151"/>
                    <a:pt x="4221000" y="1101998"/>
                  </a:cubicBezTo>
                  <a:cubicBezTo>
                    <a:pt x="4286603" y="1107915"/>
                    <a:pt x="4352849" y="1110873"/>
                    <a:pt x="4417808" y="1120907"/>
                  </a:cubicBezTo>
                  <a:cubicBezTo>
                    <a:pt x="4476207" y="1129911"/>
                    <a:pt x="4510552" y="1101740"/>
                    <a:pt x="4539623" y="1058391"/>
                  </a:cubicBezTo>
                  <a:cubicBezTo>
                    <a:pt x="4548241" y="1045528"/>
                    <a:pt x="4556731" y="1032665"/>
                    <a:pt x="4574353" y="1005781"/>
                  </a:cubicBezTo>
                  <a:cubicBezTo>
                    <a:pt x="4610113" y="1101483"/>
                    <a:pt x="4590046" y="1169272"/>
                    <a:pt x="4544253" y="1213522"/>
                  </a:cubicBezTo>
                  <a:cubicBezTo>
                    <a:pt x="4579499" y="1289929"/>
                    <a:pt x="4608570" y="1356818"/>
                    <a:pt x="4641242" y="1421520"/>
                  </a:cubicBezTo>
                  <a:cubicBezTo>
                    <a:pt x="4653333" y="1445189"/>
                    <a:pt x="4671471" y="1472330"/>
                    <a:pt x="4693853" y="1482621"/>
                  </a:cubicBezTo>
                  <a:cubicBezTo>
                    <a:pt x="4761256" y="1514007"/>
                    <a:pt x="4765887" y="1560701"/>
                    <a:pt x="4738102" y="1619357"/>
                  </a:cubicBezTo>
                  <a:cubicBezTo>
                    <a:pt x="4695268" y="1710171"/>
                    <a:pt x="4709674" y="1796869"/>
                    <a:pt x="4750322" y="1884339"/>
                  </a:cubicBezTo>
                  <a:cubicBezTo>
                    <a:pt x="4762568" y="1910979"/>
                    <a:pt x="4767032" y="1940552"/>
                    <a:pt x="4763186" y="1969622"/>
                  </a:cubicBezTo>
                  <a:cubicBezTo>
                    <a:pt x="4746978" y="2066097"/>
                    <a:pt x="4729741" y="2162571"/>
                    <a:pt x="4704143" y="2257244"/>
                  </a:cubicBezTo>
                  <a:cubicBezTo>
                    <a:pt x="4675330" y="2370261"/>
                    <a:pt x="4600762" y="2466182"/>
                    <a:pt x="4498332" y="2521970"/>
                  </a:cubicBezTo>
                  <a:cubicBezTo>
                    <a:pt x="4419995" y="2563518"/>
                    <a:pt x="4385135" y="2607253"/>
                    <a:pt x="4382563" y="2693951"/>
                  </a:cubicBezTo>
                  <a:cubicBezTo>
                    <a:pt x="4374587" y="2936166"/>
                    <a:pt x="4395426" y="3177737"/>
                    <a:pt x="4362753" y="3421109"/>
                  </a:cubicBezTo>
                  <a:cubicBezTo>
                    <a:pt x="4334840" y="3626921"/>
                    <a:pt x="4348604" y="3838264"/>
                    <a:pt x="4345002" y="4047163"/>
                  </a:cubicBezTo>
                  <a:cubicBezTo>
                    <a:pt x="4341014" y="4281016"/>
                    <a:pt x="4338313" y="4514870"/>
                    <a:pt x="4334711" y="4769948"/>
                  </a:cubicBezTo>
                  <a:cubicBezTo>
                    <a:pt x="4247627" y="4721839"/>
                    <a:pt x="4181382" y="4679905"/>
                    <a:pt x="4110505" y="4649033"/>
                  </a:cubicBezTo>
                  <a:cubicBezTo>
                    <a:pt x="4082849" y="4636942"/>
                    <a:pt x="4028824" y="4636170"/>
                    <a:pt x="4014674" y="4652635"/>
                  </a:cubicBezTo>
                  <a:cubicBezTo>
                    <a:pt x="3986761" y="4686208"/>
                    <a:pt x="3977757" y="4735989"/>
                    <a:pt x="3961678" y="4779338"/>
                  </a:cubicBezTo>
                  <a:cubicBezTo>
                    <a:pt x="3949458" y="4812139"/>
                    <a:pt x="3938267" y="4845326"/>
                    <a:pt x="3927590" y="4875683"/>
                  </a:cubicBezTo>
                  <a:cubicBezTo>
                    <a:pt x="3935951" y="4896779"/>
                    <a:pt x="3950873" y="4919805"/>
                    <a:pt x="3953317" y="4944116"/>
                  </a:cubicBezTo>
                  <a:cubicBezTo>
                    <a:pt x="3957690" y="4986436"/>
                    <a:pt x="3953317" y="5029785"/>
                    <a:pt x="3955117" y="5072748"/>
                  </a:cubicBezTo>
                  <a:cubicBezTo>
                    <a:pt x="3955735" y="5102205"/>
                    <a:pt x="3960057" y="5131456"/>
                    <a:pt x="3967981" y="5159832"/>
                  </a:cubicBezTo>
                  <a:cubicBezTo>
                    <a:pt x="3980625" y="5195798"/>
                    <a:pt x="3995083" y="5231082"/>
                    <a:pt x="4011330" y="5265567"/>
                  </a:cubicBezTo>
                  <a:cubicBezTo>
                    <a:pt x="4025659" y="5284245"/>
                    <a:pt x="4047990" y="5295025"/>
                    <a:pt x="4071530" y="5294639"/>
                  </a:cubicBezTo>
                  <a:cubicBezTo>
                    <a:pt x="4343201" y="5295925"/>
                    <a:pt x="4614873" y="5297983"/>
                    <a:pt x="4886544" y="5294639"/>
                  </a:cubicBezTo>
                  <a:cubicBezTo>
                    <a:pt x="5002313" y="5293095"/>
                    <a:pt x="5024309" y="5293095"/>
                    <a:pt x="5055181" y="5397544"/>
                  </a:cubicBezTo>
                  <a:cubicBezTo>
                    <a:pt x="5069330" y="5444881"/>
                    <a:pt x="5053894" y="5505596"/>
                    <a:pt x="5036786" y="5554862"/>
                  </a:cubicBezTo>
                  <a:cubicBezTo>
                    <a:pt x="5031384" y="5570555"/>
                    <a:pt x="4977358" y="5573899"/>
                    <a:pt x="4945200" y="5574929"/>
                  </a:cubicBezTo>
                  <a:cubicBezTo>
                    <a:pt x="4864033" y="5577501"/>
                    <a:pt x="4782609" y="5578273"/>
                    <a:pt x="4700799" y="5574929"/>
                  </a:cubicBezTo>
                  <a:cubicBezTo>
                    <a:pt x="4649346" y="5572741"/>
                    <a:pt x="4626578" y="5587792"/>
                    <a:pt x="4629794" y="5642846"/>
                  </a:cubicBezTo>
                  <a:cubicBezTo>
                    <a:pt x="4633524" y="5706391"/>
                    <a:pt x="4629279" y="5770835"/>
                    <a:pt x="4628379" y="5835152"/>
                  </a:cubicBezTo>
                  <a:lnTo>
                    <a:pt x="712941" y="5835152"/>
                  </a:lnTo>
                  <a:cubicBezTo>
                    <a:pt x="711783" y="5768906"/>
                    <a:pt x="710240" y="5702661"/>
                    <a:pt x="709597" y="5636286"/>
                  </a:cubicBezTo>
                  <a:cubicBezTo>
                    <a:pt x="709597" y="5604257"/>
                    <a:pt x="707667" y="5578145"/>
                    <a:pt x="664061" y="5575058"/>
                  </a:cubicBezTo>
                  <a:cubicBezTo>
                    <a:pt x="469054" y="5562194"/>
                    <a:pt x="274305" y="5543285"/>
                    <a:pt x="79170" y="5531965"/>
                  </a:cubicBezTo>
                  <a:cubicBezTo>
                    <a:pt x="17941" y="5528364"/>
                    <a:pt x="3148" y="5495434"/>
                    <a:pt x="318" y="5446168"/>
                  </a:cubicBezTo>
                  <a:cubicBezTo>
                    <a:pt x="-1097" y="5422885"/>
                    <a:pt x="2634" y="5399217"/>
                    <a:pt x="3406" y="5375677"/>
                  </a:cubicBezTo>
                  <a:cubicBezTo>
                    <a:pt x="5978" y="5299655"/>
                    <a:pt x="20385" y="5286407"/>
                    <a:pt x="96535" y="5289236"/>
                  </a:cubicBezTo>
                  <a:cubicBezTo>
                    <a:pt x="113643" y="5289879"/>
                    <a:pt x="130752" y="5289236"/>
                    <a:pt x="147988" y="5289236"/>
                  </a:cubicBezTo>
                  <a:cubicBezTo>
                    <a:pt x="477287" y="5285892"/>
                    <a:pt x="806499" y="5282676"/>
                    <a:pt x="1135627" y="5279589"/>
                  </a:cubicBezTo>
                  <a:cubicBezTo>
                    <a:pt x="1203545" y="5279589"/>
                    <a:pt x="1275836" y="5225306"/>
                    <a:pt x="1275450" y="5159189"/>
                  </a:cubicBezTo>
                  <a:cubicBezTo>
                    <a:pt x="1275450" y="5030557"/>
                    <a:pt x="1265417" y="4900766"/>
                    <a:pt x="1259371" y="4763387"/>
                  </a:cubicBezTo>
                  <a:cubicBezTo>
                    <a:pt x="1152349" y="4779338"/>
                    <a:pt x="1049829" y="4797861"/>
                    <a:pt x="961201" y="4765317"/>
                  </a:cubicBezTo>
                  <a:cubicBezTo>
                    <a:pt x="961201" y="4610958"/>
                    <a:pt x="962488" y="4465475"/>
                    <a:pt x="961201" y="4320506"/>
                  </a:cubicBezTo>
                  <a:cubicBezTo>
                    <a:pt x="957986" y="4022851"/>
                    <a:pt x="953098" y="3725196"/>
                    <a:pt x="949110" y="3427541"/>
                  </a:cubicBezTo>
                  <a:cubicBezTo>
                    <a:pt x="949110" y="3384835"/>
                    <a:pt x="951811" y="3341872"/>
                    <a:pt x="949110" y="3298908"/>
                  </a:cubicBezTo>
                  <a:cubicBezTo>
                    <a:pt x="938176" y="3126541"/>
                    <a:pt x="930072" y="2953788"/>
                    <a:pt x="911549" y="2782193"/>
                  </a:cubicBezTo>
                  <a:cubicBezTo>
                    <a:pt x="904346" y="2714918"/>
                    <a:pt x="917209" y="2633622"/>
                    <a:pt x="835142" y="2590917"/>
                  </a:cubicBezTo>
                  <a:cubicBezTo>
                    <a:pt x="695319" y="2518368"/>
                    <a:pt x="605276" y="2400283"/>
                    <a:pt x="556910" y="2254543"/>
                  </a:cubicBezTo>
                  <a:cubicBezTo>
                    <a:pt x="533371" y="2183538"/>
                    <a:pt x="532084" y="2104300"/>
                    <a:pt x="526682" y="2028407"/>
                  </a:cubicBezTo>
                  <a:cubicBezTo>
                    <a:pt x="522951" y="1980427"/>
                    <a:pt x="525896" y="1932152"/>
                    <a:pt x="535429" y="1884982"/>
                  </a:cubicBezTo>
                  <a:cubicBezTo>
                    <a:pt x="556267" y="1788380"/>
                    <a:pt x="588682" y="1689204"/>
                    <a:pt x="535429" y="1598004"/>
                  </a:cubicBezTo>
                  <a:cubicBezTo>
                    <a:pt x="505715" y="1547451"/>
                    <a:pt x="526553" y="1531501"/>
                    <a:pt x="558840" y="1506160"/>
                  </a:cubicBezTo>
                  <a:cubicBezTo>
                    <a:pt x="581865" y="1488023"/>
                    <a:pt x="618268" y="1467571"/>
                    <a:pt x="620583" y="1445832"/>
                  </a:cubicBezTo>
                  <a:cubicBezTo>
                    <a:pt x="629845" y="1358876"/>
                    <a:pt x="672036" y="1294817"/>
                    <a:pt x="744199" y="1242464"/>
                  </a:cubicBezTo>
                  <a:cubicBezTo>
                    <a:pt x="698920" y="1194742"/>
                    <a:pt x="622127" y="1162583"/>
                    <a:pt x="683742" y="1072541"/>
                  </a:cubicBezTo>
                  <a:cubicBezTo>
                    <a:pt x="735195" y="1146376"/>
                    <a:pt x="806714" y="1152164"/>
                    <a:pt x="880935" y="1147147"/>
                  </a:cubicBezTo>
                  <a:cubicBezTo>
                    <a:pt x="933674" y="1143546"/>
                    <a:pt x="986285" y="1134284"/>
                    <a:pt x="1039024" y="1134284"/>
                  </a:cubicBezTo>
                  <a:cubicBezTo>
                    <a:pt x="1137556" y="1132355"/>
                    <a:pt x="1158781" y="1160011"/>
                    <a:pt x="1133955" y="1250053"/>
                  </a:cubicBezTo>
                  <a:cubicBezTo>
                    <a:pt x="1148165" y="1262672"/>
                    <a:pt x="1163540" y="1273915"/>
                    <a:pt x="1179876" y="1283627"/>
                  </a:cubicBezTo>
                  <a:cubicBezTo>
                    <a:pt x="1246636" y="1315785"/>
                    <a:pt x="1319056" y="1376628"/>
                    <a:pt x="1387875" y="1312440"/>
                  </a:cubicBezTo>
                  <a:cubicBezTo>
                    <a:pt x="1429809" y="1273850"/>
                    <a:pt x="1482805" y="1254170"/>
                    <a:pt x="1519594" y="1217895"/>
                  </a:cubicBezTo>
                  <a:cubicBezTo>
                    <a:pt x="1600375" y="1138143"/>
                    <a:pt x="1680770" y="1057877"/>
                    <a:pt x="1730165" y="947767"/>
                  </a:cubicBezTo>
                  <a:cubicBezTo>
                    <a:pt x="1787921" y="819778"/>
                    <a:pt x="1887611" y="735396"/>
                    <a:pt x="2043642" y="756234"/>
                  </a:cubicBezTo>
                  <a:cubicBezTo>
                    <a:pt x="2072970" y="760222"/>
                    <a:pt x="2102684" y="761636"/>
                    <a:pt x="2134585" y="764466"/>
                  </a:cubicBezTo>
                  <a:cubicBezTo>
                    <a:pt x="2193885" y="665548"/>
                    <a:pt x="2274151" y="597244"/>
                    <a:pt x="2403298" y="613195"/>
                  </a:cubicBezTo>
                  <a:cubicBezTo>
                    <a:pt x="2400597" y="583609"/>
                    <a:pt x="2397381" y="562771"/>
                    <a:pt x="2396995" y="541933"/>
                  </a:cubicBezTo>
                  <a:cubicBezTo>
                    <a:pt x="2396223" y="484820"/>
                    <a:pt x="2400982" y="431180"/>
                    <a:pt x="2357762" y="379470"/>
                  </a:cubicBezTo>
                  <a:cubicBezTo>
                    <a:pt x="2323160" y="338179"/>
                    <a:pt x="2346957" y="285826"/>
                    <a:pt x="2393007" y="259327"/>
                  </a:cubicBezTo>
                  <a:cubicBezTo>
                    <a:pt x="2478805" y="210061"/>
                    <a:pt x="2538748" y="145488"/>
                    <a:pt x="2562673" y="45927"/>
                  </a:cubicBezTo>
                  <a:cubicBezTo>
                    <a:pt x="2567690" y="24959"/>
                    <a:pt x="2608595" y="-381"/>
                    <a:pt x="2632649" y="5"/>
                  </a:cubicBezTo>
                  <a:close/>
                </a:path>
              </a:pathLst>
            </a:custGeom>
          </p:spPr>
        </p:pic>
        <p:sp>
          <p:nvSpPr>
            <p:cNvPr id="26" name="Freeform: Shape 25"/>
            <p:cNvSpPr/>
            <p:nvPr/>
          </p:nvSpPr>
          <p:spPr>
            <a:xfrm>
              <a:off x="2761453" y="1910163"/>
              <a:ext cx="447078" cy="196681"/>
            </a:xfrm>
            <a:custGeom>
              <a:avLst/>
              <a:gdLst>
                <a:gd name="connsiteX0" fmla="*/ 2292 w 447078"/>
                <a:gd name="connsiteY0" fmla="*/ 65745 h 196681"/>
                <a:gd name="connsiteX1" fmla="*/ 47699 w 447078"/>
                <a:gd name="connsiteY1" fmla="*/ 64716 h 196681"/>
                <a:gd name="connsiteX2" fmla="*/ 361433 w 447078"/>
                <a:gd name="connsiteY2" fmla="*/ 13263 h 196681"/>
                <a:gd name="connsiteX3" fmla="*/ 444658 w 447078"/>
                <a:gd name="connsiteY3" fmla="*/ 99961 h 196681"/>
                <a:gd name="connsiteX4" fmla="*/ 336607 w 447078"/>
                <a:gd name="connsiteY4" fmla="*/ 193992 h 196681"/>
                <a:gd name="connsiteX5" fmla="*/ 76641 w 447078"/>
                <a:gd name="connsiteY5" fmla="*/ 195278 h 196681"/>
                <a:gd name="connsiteX6" fmla="*/ 4479 w 447078"/>
                <a:gd name="connsiteY6" fmla="*/ 104078 h 196681"/>
                <a:gd name="connsiteX7" fmla="*/ 2292 w 447078"/>
                <a:gd name="connsiteY7" fmla="*/ 65745 h 196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7078" h="196681">
                  <a:moveTo>
                    <a:pt x="2292" y="65745"/>
                  </a:moveTo>
                  <a:cubicBezTo>
                    <a:pt x="18242" y="65745"/>
                    <a:pt x="39724" y="72306"/>
                    <a:pt x="47699" y="64716"/>
                  </a:cubicBezTo>
                  <a:cubicBezTo>
                    <a:pt x="141215" y="-25326"/>
                    <a:pt x="251581" y="400"/>
                    <a:pt x="361433" y="13263"/>
                  </a:cubicBezTo>
                  <a:cubicBezTo>
                    <a:pt x="416874" y="19309"/>
                    <a:pt x="458036" y="28828"/>
                    <a:pt x="444658" y="99961"/>
                  </a:cubicBezTo>
                  <a:cubicBezTo>
                    <a:pt x="437197" y="138551"/>
                    <a:pt x="383043" y="192706"/>
                    <a:pt x="336607" y="193992"/>
                  </a:cubicBezTo>
                  <a:cubicBezTo>
                    <a:pt x="250038" y="196307"/>
                    <a:pt x="163211" y="197465"/>
                    <a:pt x="76641" y="195278"/>
                  </a:cubicBezTo>
                  <a:cubicBezTo>
                    <a:pt x="-5555" y="193220"/>
                    <a:pt x="-5169" y="191033"/>
                    <a:pt x="4479" y="104078"/>
                  </a:cubicBezTo>
                  <a:cubicBezTo>
                    <a:pt x="4798" y="91266"/>
                    <a:pt x="4066" y="78441"/>
                    <a:pt x="2292" y="65745"/>
                  </a:cubicBezTo>
                  <a:close/>
                </a:path>
              </a:pathLst>
            </a:custGeom>
            <a:solidFill>
              <a:srgbClr val="FFFFFF"/>
            </a:solidFill>
            <a:ln w="12845" cap="flat">
              <a:noFill/>
              <a:prstDash val="solid"/>
              <a:miter/>
            </a:ln>
          </p:spPr>
          <p:txBody>
            <a:bodyPr rtlCol="0" anchor="ctr"/>
            <a:lstStyle/>
            <a:p>
              <a:endParaRPr lang="en-IN"/>
            </a:p>
          </p:txBody>
        </p:sp>
        <p:sp>
          <p:nvSpPr>
            <p:cNvPr id="27" name="Freeform: Shape 26"/>
            <p:cNvSpPr/>
            <p:nvPr/>
          </p:nvSpPr>
          <p:spPr>
            <a:xfrm>
              <a:off x="2834156" y="5346313"/>
              <a:ext cx="449786" cy="261895"/>
            </a:xfrm>
            <a:custGeom>
              <a:avLst/>
              <a:gdLst>
                <a:gd name="connsiteX0" fmla="*/ 216825 w 449786"/>
                <a:gd name="connsiteY0" fmla="*/ -239 h 261895"/>
                <a:gd name="connsiteX1" fmla="*/ 235219 w 449786"/>
                <a:gd name="connsiteY1" fmla="*/ 48256 h 261895"/>
                <a:gd name="connsiteX2" fmla="*/ 229945 w 449786"/>
                <a:gd name="connsiteY2" fmla="*/ 125435 h 261895"/>
                <a:gd name="connsiteX3" fmla="*/ 305967 w 449786"/>
                <a:gd name="connsiteY3" fmla="*/ 125435 h 261895"/>
                <a:gd name="connsiteX4" fmla="*/ 329507 w 449786"/>
                <a:gd name="connsiteY4" fmla="*/ 54816 h 261895"/>
                <a:gd name="connsiteX5" fmla="*/ 343656 w 449786"/>
                <a:gd name="connsiteY5" fmla="*/ 58418 h 261895"/>
                <a:gd name="connsiteX6" fmla="*/ 347644 w 449786"/>
                <a:gd name="connsiteY6" fmla="*/ 124021 h 261895"/>
                <a:gd name="connsiteX7" fmla="*/ 423151 w 449786"/>
                <a:gd name="connsiteY7" fmla="*/ 77327 h 261895"/>
                <a:gd name="connsiteX8" fmla="*/ 449906 w 449786"/>
                <a:gd name="connsiteY8" fmla="*/ 167370 h 261895"/>
                <a:gd name="connsiteX9" fmla="*/ 231232 w 449786"/>
                <a:gd name="connsiteY9" fmla="*/ 235930 h 261895"/>
                <a:gd name="connsiteX10" fmla="*/ 7154 w 449786"/>
                <a:gd name="connsiteY10" fmla="*/ 261657 h 261895"/>
                <a:gd name="connsiteX11" fmla="*/ 75329 w 449786"/>
                <a:gd name="connsiteY11" fmla="*/ 98165 h 261895"/>
                <a:gd name="connsiteX12" fmla="*/ 23876 w 449786"/>
                <a:gd name="connsiteY12" fmla="*/ 67293 h 261895"/>
                <a:gd name="connsiteX13" fmla="*/ 154310 w 449786"/>
                <a:gd name="connsiteY13" fmla="*/ 14683 h 261895"/>
                <a:gd name="connsiteX14" fmla="*/ 152509 w 449786"/>
                <a:gd name="connsiteY14" fmla="*/ 12625 h 261895"/>
                <a:gd name="connsiteX15" fmla="*/ 212966 w 449786"/>
                <a:gd name="connsiteY15" fmla="*/ 115530 h 261895"/>
                <a:gd name="connsiteX16" fmla="*/ 218626 w 449786"/>
                <a:gd name="connsiteY16" fmla="*/ 1305 h 261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9786" h="261895">
                  <a:moveTo>
                    <a:pt x="216825" y="-239"/>
                  </a:moveTo>
                  <a:cubicBezTo>
                    <a:pt x="223256" y="15840"/>
                    <a:pt x="233933" y="31663"/>
                    <a:pt x="235219" y="48256"/>
                  </a:cubicBezTo>
                  <a:cubicBezTo>
                    <a:pt x="235359" y="74073"/>
                    <a:pt x="233597" y="99876"/>
                    <a:pt x="229945" y="125435"/>
                  </a:cubicBezTo>
                  <a:lnTo>
                    <a:pt x="305967" y="125435"/>
                  </a:lnTo>
                  <a:lnTo>
                    <a:pt x="329507" y="54816"/>
                  </a:lnTo>
                  <a:lnTo>
                    <a:pt x="343656" y="58418"/>
                  </a:lnTo>
                  <a:lnTo>
                    <a:pt x="347644" y="124021"/>
                  </a:lnTo>
                  <a:cubicBezTo>
                    <a:pt x="378387" y="128780"/>
                    <a:pt x="411960" y="148589"/>
                    <a:pt x="423151" y="77327"/>
                  </a:cubicBezTo>
                  <a:cubicBezTo>
                    <a:pt x="434728" y="116560"/>
                    <a:pt x="442446" y="142286"/>
                    <a:pt x="449906" y="167370"/>
                  </a:cubicBezTo>
                  <a:cubicBezTo>
                    <a:pt x="372727" y="192067"/>
                    <a:pt x="303780" y="220624"/>
                    <a:pt x="231232" y="235930"/>
                  </a:cubicBezTo>
                  <a:cubicBezTo>
                    <a:pt x="158683" y="251237"/>
                    <a:pt x="82533" y="253939"/>
                    <a:pt x="7154" y="261657"/>
                  </a:cubicBezTo>
                  <a:cubicBezTo>
                    <a:pt x="-4937" y="187179"/>
                    <a:pt x="-11497" y="125435"/>
                    <a:pt x="75329" y="98165"/>
                  </a:cubicBezTo>
                  <a:lnTo>
                    <a:pt x="23876" y="67293"/>
                  </a:lnTo>
                  <a:cubicBezTo>
                    <a:pt x="57964" y="15840"/>
                    <a:pt x="106716" y="16998"/>
                    <a:pt x="154310" y="14683"/>
                  </a:cubicBezTo>
                  <a:lnTo>
                    <a:pt x="152509" y="12625"/>
                  </a:lnTo>
                  <a:cubicBezTo>
                    <a:pt x="139645" y="65621"/>
                    <a:pt x="150965" y="103568"/>
                    <a:pt x="212966" y="115530"/>
                  </a:cubicBezTo>
                  <a:lnTo>
                    <a:pt x="218626" y="1305"/>
                  </a:lnTo>
                  <a:close/>
                </a:path>
              </a:pathLst>
            </a:custGeom>
            <a:solidFill>
              <a:srgbClr val="FFFFFF"/>
            </a:solidFill>
            <a:ln w="12845" cap="flat">
              <a:noFill/>
              <a:prstDash val="solid"/>
              <a:miter/>
            </a:ln>
          </p:spPr>
          <p:txBody>
            <a:bodyPr rtlCol="0" anchor="ctr"/>
            <a:lstStyle/>
            <a:p>
              <a:endParaRPr lang="en-IN"/>
            </a:p>
          </p:txBody>
        </p:sp>
        <p:sp>
          <p:nvSpPr>
            <p:cNvPr id="28" name="Freeform: Shape 27"/>
            <p:cNvSpPr/>
            <p:nvPr/>
          </p:nvSpPr>
          <p:spPr>
            <a:xfrm>
              <a:off x="2914501" y="5180134"/>
              <a:ext cx="327121" cy="182128"/>
            </a:xfrm>
            <a:custGeom>
              <a:avLst/>
              <a:gdLst>
                <a:gd name="connsiteX0" fmla="*/ 74222 w 327121"/>
                <a:gd name="connsiteY0" fmla="*/ 181890 h 182128"/>
                <a:gd name="connsiteX1" fmla="*/ 49524 w 327121"/>
                <a:gd name="connsiteY1" fmla="*/ 143300 h 182128"/>
                <a:gd name="connsiteX2" fmla="*/ 6175 w 327121"/>
                <a:gd name="connsiteY2" fmla="*/ 52358 h 182128"/>
                <a:gd name="connsiteX3" fmla="*/ 46437 w 327121"/>
                <a:gd name="connsiteY3" fmla="*/ 17756 h 182128"/>
                <a:gd name="connsiteX4" fmla="*/ 228066 w 327121"/>
                <a:gd name="connsiteY4" fmla="*/ 9523 h 182128"/>
                <a:gd name="connsiteX5" fmla="*/ 327242 w 327121"/>
                <a:gd name="connsiteY5" fmla="*/ 77184 h 182128"/>
                <a:gd name="connsiteX6" fmla="*/ 292382 w 327121"/>
                <a:gd name="connsiteY6" fmla="*/ 146131 h 182128"/>
                <a:gd name="connsiteX7" fmla="*/ 272444 w 327121"/>
                <a:gd name="connsiteY7" fmla="*/ 175331 h 182128"/>
                <a:gd name="connsiteX8" fmla="*/ 136480 w 327121"/>
                <a:gd name="connsiteY8" fmla="*/ 165940 h 182128"/>
                <a:gd name="connsiteX9" fmla="*/ 138538 w 327121"/>
                <a:gd name="connsiteY9" fmla="*/ 167998 h 182128"/>
                <a:gd name="connsiteX10" fmla="*/ 72421 w 327121"/>
                <a:gd name="connsiteY10" fmla="*/ 179832 h 18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7121" h="182128">
                  <a:moveTo>
                    <a:pt x="74222" y="181890"/>
                  </a:moveTo>
                  <a:cubicBezTo>
                    <a:pt x="65989" y="168384"/>
                    <a:pt x="57371" y="143300"/>
                    <a:pt x="49524" y="143300"/>
                  </a:cubicBezTo>
                  <a:cubicBezTo>
                    <a:pt x="-34987" y="146131"/>
                    <a:pt x="16980" y="82844"/>
                    <a:pt x="6175" y="52358"/>
                  </a:cubicBezTo>
                  <a:cubicBezTo>
                    <a:pt x="-8103" y="12224"/>
                    <a:pt x="31001" y="28432"/>
                    <a:pt x="46437" y="17756"/>
                  </a:cubicBezTo>
                  <a:cubicBezTo>
                    <a:pt x="108824" y="-25079"/>
                    <a:pt x="169796" y="23930"/>
                    <a:pt x="228066" y="9523"/>
                  </a:cubicBezTo>
                  <a:cubicBezTo>
                    <a:pt x="291353" y="-6041"/>
                    <a:pt x="286851" y="66250"/>
                    <a:pt x="327242" y="77184"/>
                  </a:cubicBezTo>
                  <a:cubicBezTo>
                    <a:pt x="315665" y="100209"/>
                    <a:pt x="304474" y="123363"/>
                    <a:pt x="292382" y="146131"/>
                  </a:cubicBezTo>
                  <a:cubicBezTo>
                    <a:pt x="286241" y="156203"/>
                    <a:pt x="279587" y="165940"/>
                    <a:pt x="272444" y="175331"/>
                  </a:cubicBezTo>
                  <a:cubicBezTo>
                    <a:pt x="231796" y="107284"/>
                    <a:pt x="183431" y="150504"/>
                    <a:pt x="136480" y="165940"/>
                  </a:cubicBezTo>
                  <a:lnTo>
                    <a:pt x="138538" y="167998"/>
                  </a:lnTo>
                  <a:cubicBezTo>
                    <a:pt x="105865" y="112429"/>
                    <a:pt x="90558" y="153720"/>
                    <a:pt x="72421" y="179832"/>
                  </a:cubicBezTo>
                  <a:close/>
                </a:path>
              </a:pathLst>
            </a:custGeom>
            <a:solidFill>
              <a:srgbClr val="FFFFFF"/>
            </a:solidFill>
            <a:ln w="12845" cap="flat">
              <a:noFill/>
              <a:prstDash val="solid"/>
              <a:miter/>
            </a:ln>
          </p:spPr>
          <p:txBody>
            <a:bodyPr rtlCol="0" anchor="ctr"/>
            <a:lstStyle/>
            <a:p>
              <a:endParaRPr lang="en-IN"/>
            </a:p>
          </p:txBody>
        </p:sp>
        <p:sp>
          <p:nvSpPr>
            <p:cNvPr id="29" name="Freeform: Shape 28"/>
            <p:cNvSpPr/>
            <p:nvPr/>
          </p:nvSpPr>
          <p:spPr>
            <a:xfrm>
              <a:off x="2487838" y="2320238"/>
              <a:ext cx="665543" cy="15693"/>
            </a:xfrm>
            <a:custGeom>
              <a:avLst/>
              <a:gdLst>
                <a:gd name="connsiteX0" fmla="*/ 665543 w 665543"/>
                <a:gd name="connsiteY0" fmla="*/ 7847 h 15693"/>
                <a:gd name="connsiteX1" fmla="*/ 332772 w 665543"/>
                <a:gd name="connsiteY1" fmla="*/ 15693 h 15693"/>
                <a:gd name="connsiteX2" fmla="*/ 0 w 665543"/>
                <a:gd name="connsiteY2" fmla="*/ 7847 h 15693"/>
                <a:gd name="connsiteX3" fmla="*/ 332772 w 665543"/>
                <a:gd name="connsiteY3" fmla="*/ 0 h 15693"/>
                <a:gd name="connsiteX4" fmla="*/ 665543 w 665543"/>
                <a:gd name="connsiteY4" fmla="*/ 7847 h 15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5543" h="15693">
                  <a:moveTo>
                    <a:pt x="665543" y="7847"/>
                  </a:moveTo>
                  <a:cubicBezTo>
                    <a:pt x="665543" y="12180"/>
                    <a:pt x="516556" y="15693"/>
                    <a:pt x="332772" y="15693"/>
                  </a:cubicBezTo>
                  <a:cubicBezTo>
                    <a:pt x="148987" y="15693"/>
                    <a:pt x="0" y="12180"/>
                    <a:pt x="0" y="7847"/>
                  </a:cubicBezTo>
                  <a:cubicBezTo>
                    <a:pt x="0" y="3513"/>
                    <a:pt x="148987" y="0"/>
                    <a:pt x="332772" y="0"/>
                  </a:cubicBezTo>
                  <a:cubicBezTo>
                    <a:pt x="516557" y="0"/>
                    <a:pt x="665543" y="3513"/>
                    <a:pt x="665543" y="7847"/>
                  </a:cubicBezTo>
                  <a:close/>
                </a:path>
              </a:pathLst>
            </a:custGeom>
            <a:solidFill>
              <a:srgbClr val="FFFFFF"/>
            </a:solidFill>
            <a:ln w="12845" cap="flat">
              <a:noFill/>
              <a:prstDash val="solid"/>
              <a:miter/>
            </a:ln>
          </p:spPr>
          <p:txBody>
            <a:bodyPr rtlCol="0" anchor="ctr"/>
            <a:lstStyle/>
            <a:p>
              <a:endParaRPr lang="en-IN"/>
            </a:p>
          </p:txBody>
        </p:sp>
        <p:sp>
          <p:nvSpPr>
            <p:cNvPr id="30" name="Freeform: Shape 29"/>
            <p:cNvSpPr/>
            <p:nvPr/>
          </p:nvSpPr>
          <p:spPr>
            <a:xfrm>
              <a:off x="2982027" y="5320884"/>
              <a:ext cx="70892" cy="141713"/>
            </a:xfrm>
            <a:custGeom>
              <a:avLst/>
              <a:gdLst>
                <a:gd name="connsiteX0" fmla="*/ 4896 w 70892"/>
                <a:gd name="connsiteY0" fmla="*/ 39083 h 141713"/>
                <a:gd name="connsiteX1" fmla="*/ 71012 w 70892"/>
                <a:gd name="connsiteY1" fmla="*/ 27249 h 141713"/>
                <a:gd name="connsiteX2" fmla="*/ 65353 w 70892"/>
                <a:gd name="connsiteY2" fmla="*/ 141474 h 141713"/>
                <a:gd name="connsiteX3" fmla="*/ 4896 w 70892"/>
                <a:gd name="connsiteY3" fmla="*/ 39083 h 141713"/>
              </a:gdLst>
              <a:ahLst/>
              <a:cxnLst>
                <a:cxn ang="0">
                  <a:pos x="connsiteX0" y="connsiteY0"/>
                </a:cxn>
                <a:cxn ang="0">
                  <a:pos x="connsiteX1" y="connsiteY1"/>
                </a:cxn>
                <a:cxn ang="0">
                  <a:pos x="connsiteX2" y="connsiteY2"/>
                </a:cxn>
                <a:cxn ang="0">
                  <a:pos x="connsiteX3" y="connsiteY3"/>
                </a:cxn>
              </a:cxnLst>
              <a:rect l="l" t="t" r="r" b="b"/>
              <a:pathLst>
                <a:path w="70892" h="141713">
                  <a:moveTo>
                    <a:pt x="4896" y="39083"/>
                  </a:moveTo>
                  <a:cubicBezTo>
                    <a:pt x="23033" y="13356"/>
                    <a:pt x="38340" y="-28320"/>
                    <a:pt x="71012" y="27249"/>
                  </a:cubicBezTo>
                  <a:lnTo>
                    <a:pt x="65353" y="141474"/>
                  </a:lnTo>
                  <a:cubicBezTo>
                    <a:pt x="3738" y="130026"/>
                    <a:pt x="-8225" y="92079"/>
                    <a:pt x="4896" y="39083"/>
                  </a:cubicBezTo>
                  <a:close/>
                </a:path>
              </a:pathLst>
            </a:custGeom>
            <a:solidFill>
              <a:srgbClr val="000000"/>
            </a:solidFill>
            <a:ln w="12845" cap="flat">
              <a:noFill/>
              <a:prstDash val="solid"/>
              <a:miter/>
            </a:ln>
          </p:spPr>
          <p:txBody>
            <a:bodyPr rtlCol="0" anchor="ctr"/>
            <a:lstStyle/>
            <a:p>
              <a:endParaRPr lang="en-IN"/>
            </a:p>
          </p:txBody>
        </p:sp>
      </p:grpSp>
      <p:pic>
        <p:nvPicPr>
          <p:cNvPr id="34" name="Picture 12"/>
          <p:cNvPicPr>
            <a:picLocks noChangeAspect="1" noChangeArrowheads="1"/>
          </p:cNvPicPr>
          <p:nvPr/>
        </p:nvPicPr>
        <p:blipFill>
          <a:blip r:embed="rId5" cstate="screen"/>
          <a:srcRect/>
          <a:stretch>
            <a:fillRect/>
          </a:stretch>
        </p:blipFill>
        <p:spPr bwMode="auto">
          <a:xfrm>
            <a:off x="8382564" y="5665647"/>
            <a:ext cx="1184588" cy="11845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1"/>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p:cNvPicPr>
            <a:picLocks noChangeAspect="1"/>
          </p:cNvPicPr>
          <p:nvPr/>
        </p:nvPicPr>
        <p:blipFill>
          <a:blip r:embed="rId2" cstate="screen">
            <a:alphaModFix amt="90000"/>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p:cNvPicPr>
            <a:picLocks noChangeAspect="1"/>
          </p:cNvPicPr>
          <p:nvPr/>
        </p:nvPicPr>
        <p:blipFill>
          <a:blip r:embed="rId2" cstate="screen">
            <a:alphaModFix amt="43000"/>
          </a:blip>
          <a:stretch>
            <a:fillRect/>
          </a:stretch>
        </p:blipFill>
        <p:spPr>
          <a:xfrm rot="10800000">
            <a:off x="0" y="5294506"/>
            <a:ext cx="2748938" cy="1563494"/>
          </a:xfrm>
          <a:prstGeom prst="rect">
            <a:avLst/>
          </a:prstGeom>
        </p:spPr>
      </p:pic>
      <p:sp>
        <p:nvSpPr>
          <p:cNvPr id="10" name="TextBox 9"/>
          <p:cNvSpPr txBox="1"/>
          <p:nvPr/>
        </p:nvSpPr>
        <p:spPr>
          <a:xfrm>
            <a:off x="1659890" y="1779905"/>
            <a:ext cx="8872220" cy="1198880"/>
          </a:xfrm>
          <a:prstGeom prst="rect">
            <a:avLst/>
          </a:prstGeom>
          <a:noFill/>
        </p:spPr>
        <p:txBody>
          <a:bodyPr wrap="squar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sz="5400" b="1" i="0" u="none" strike="noStrike" kern="1200" cap="none" spc="0" normalizeH="0" baseline="0" noProof="0" dirty="0">
                <a:ln>
                  <a:noFill/>
                </a:ln>
                <a:solidFill>
                  <a:schemeClr val="accent2"/>
                </a:solidFill>
                <a:effectLst/>
                <a:uLnTx/>
                <a:uFillTx/>
                <a:latin typeface="Century Gothic" panose="020B0502020202020204" pitchFamily="34" charset="0"/>
                <a:cs typeface="Arial" panose="020B0604020202020204" pitchFamily="34" charset="0"/>
              </a:rPr>
              <a:t>Thank You!</a:t>
            </a:r>
            <a:endParaRPr kumimoji="0" lang="en-US" sz="5400" b="1" i="0" u="none" strike="noStrike" kern="1200" cap="none" spc="0" normalizeH="0" baseline="0" noProof="0" dirty="0">
              <a:ln>
                <a:noFill/>
              </a:ln>
              <a:solidFill>
                <a:schemeClr val="accent2"/>
              </a:solidFill>
              <a:effectLst/>
              <a:uLnTx/>
              <a:uFillTx/>
              <a:latin typeface="Century Gothic" panose="020B0502020202020204" pitchFamily="34" charset="0"/>
              <a:cs typeface="Arial" panose="020B0604020202020204" pitchFamily="34" charset="0"/>
            </a:endParaRPr>
          </a:p>
          <a:p>
            <a:pPr marL="0" marR="0" lvl="0" indent="0" algn="ctr" defTabSz="914400" rtl="0" eaLnBrk="1" fontAlgn="auto" latinLnBrk="0" hangingPunct="1">
              <a:lnSpc>
                <a:spcPct val="100000"/>
              </a:lnSpc>
              <a:spcBef>
                <a:spcPct val="0"/>
              </a:spcBef>
              <a:spcAft>
                <a:spcPct val="0"/>
              </a:spcAft>
              <a:buClrTx/>
              <a:buSzTx/>
              <a:buFontTx/>
              <a:buNone/>
              <a:defRPr/>
            </a:pPr>
            <a:r>
              <a:rPr kumimoji="0" lang="en-IN" altLang="en-US" sz="1800" b="0" i="0" u="none" strike="noStrike" kern="1200" cap="none" spc="0" normalizeH="0" baseline="0" noProof="0" dirty="0">
                <a:ln>
                  <a:noFill/>
                </a:ln>
                <a:solidFill>
                  <a:schemeClr val="bg1"/>
                </a:solidFill>
                <a:effectLst/>
                <a:uLnTx/>
                <a:uFillTx/>
                <a:latin typeface="Century Gothic" panose="020B0502020202020204" pitchFamily="34" charset="0"/>
                <a:cs typeface="Arial" panose="020B0604020202020204" pitchFamily="34" charset="0"/>
              </a:rPr>
              <a:t>Open for questions?</a:t>
            </a:r>
            <a:endParaRPr kumimoji="0" lang="en-IN" altLang="en-US" sz="1800" b="0" i="0" u="none" strike="noStrike" kern="1200" cap="none" spc="0" normalizeH="0" baseline="0" noProof="0" dirty="0">
              <a:ln>
                <a:noFill/>
              </a:ln>
              <a:solidFill>
                <a:schemeClr val="bg1"/>
              </a:solidFill>
              <a:effectLst/>
              <a:uLnTx/>
              <a:uFillTx/>
              <a:latin typeface="Century Gothic" panose="020B0502020202020204" pitchFamily="34" charset="0"/>
              <a:cs typeface="Arial" panose="020B0604020202020204" pitchFamily="34" charset="0"/>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9.xml><?xml version="1.0" encoding="utf-8"?>
<p:tagLst xmlns:p="http://schemas.openxmlformats.org/presentationml/2006/main">
  <p:tag name="KSO_WM_DIAGRAM_VIRTUALLY_FRAME" val="{&quot;height&quot;:175.11590551181104,&quot;left&quot;:50.08173228346457,&quot;top&quot;:215.16842519685034,&quot;width&quot;:859.8365354330708}"/>
</p:tagLst>
</file>

<file path=ppt/tags/tag10.xml><?xml version="1.0" encoding="utf-8"?>
<p:tagLst xmlns:p="http://schemas.openxmlformats.org/presentationml/2006/main">
  <p:tag name="KSO_WM_DIAGRAM_VIRTUALLY_FRAME" val="{&quot;height&quot;:175.11590551181104,&quot;left&quot;:50.08173228346457,&quot;top&quot;:215.16842519685034,&quot;width&quot;:859.8365354330708}"/>
</p:tagLst>
</file>

<file path=ppt/tags/tag11.xml><?xml version="1.0" encoding="utf-8"?>
<p:tagLst xmlns:p="http://schemas.openxmlformats.org/presentationml/2006/main">
  <p:tag name="KSO_WM_DIAGRAM_VIRTUALLY_FRAME" val="{&quot;height&quot;:175.11590551181104,&quot;left&quot;:50.08173228346457,&quot;top&quot;:215.16842519685034,&quot;width&quot;:859.8365354330708}"/>
</p:tagLst>
</file>

<file path=ppt/tags/tag12.xml><?xml version="1.0" encoding="utf-8"?>
<p:tagLst xmlns:p="http://schemas.openxmlformats.org/presentationml/2006/main">
  <p:tag name="KSO_WM_DIAGRAM_VIRTUALLY_FRAME" val="{&quot;height&quot;:175.11590551181104,&quot;left&quot;:50.08173228346457,&quot;top&quot;:215.16842519685034,&quot;width&quot;:859.8365354330708}"/>
</p:tagLst>
</file>

<file path=ppt/tags/tag13.xml><?xml version="1.0" encoding="utf-8"?>
<p:tagLst xmlns:p="http://schemas.openxmlformats.org/presentationml/2006/main">
  <p:tag name="KSO_WM_DIAGRAM_VIRTUALLY_FRAME" val="{&quot;height&quot;:175.11590551181104,&quot;left&quot;:50.08173228346457,&quot;top&quot;:215.16842519685034,&quot;width&quot;:859.8365354330708}"/>
</p:tagLst>
</file>

<file path=ppt/tags/tag14.xml><?xml version="1.0" encoding="utf-8"?>
<p:tagLst xmlns:p="http://schemas.openxmlformats.org/presentationml/2006/main">
  <p:tag name="KSO_WM_DIAGRAM_VIRTUALLY_FRAME" val="{&quot;height&quot;:175.11590551181104,&quot;left&quot;:50.08173228346457,&quot;top&quot;:215.16842519685034,&quot;width&quot;:859.8365354330708}"/>
</p:tagLst>
</file>

<file path=ppt/tags/tag15.xml><?xml version="1.0" encoding="utf-8"?>
<p:tagLst xmlns:p="http://schemas.openxmlformats.org/presentationml/2006/main">
  <p:tag name="KSO_WM_DIAGRAM_VIRTUALLY_FRAME" val="{&quot;height&quot;:175.11590551181104,&quot;left&quot;:50.08173228346457,&quot;top&quot;:215.16842519685034,&quot;width&quot;:859.8365354330708}"/>
</p:tagLst>
</file>

<file path=ppt/tags/tag16.xml><?xml version="1.0" encoding="utf-8"?>
<p:tagLst xmlns:p="http://schemas.openxmlformats.org/presentationml/2006/main">
  <p:tag name="KSO_WM_DIAGRAM_VIRTUALLY_FRAME" val="{&quot;height&quot;:175.11590551181104,&quot;left&quot;:50.08173228346457,&quot;top&quot;:215.16842519685034,&quot;width&quot;:859.8365354330708}"/>
</p:tagLst>
</file>

<file path=ppt/tags/tag17.xml><?xml version="1.0" encoding="utf-8"?>
<p:tagLst xmlns:p="http://schemas.openxmlformats.org/presentationml/2006/main">
  <p:tag name="KSO_WM_DIAGRAM_VIRTUALLY_FRAME" val="{&quot;height&quot;:175.11590551181104,&quot;left&quot;:50.08173228346457,&quot;top&quot;:215.16842519685034,&quot;width&quot;:859.8365354330708}"/>
</p:tagLst>
</file>

<file path=ppt/tags/tag18.xml><?xml version="1.0" encoding="utf-8"?>
<p:tagLst xmlns:p="http://schemas.openxmlformats.org/presentationml/2006/main">
  <p:tag name="KSO_WM_DIAGRAM_VIRTUALLY_FRAME" val="{&quot;height&quot;:175.11590551181104,&quot;left&quot;:50.08173228346457,&quot;top&quot;:215.16842519685034,&quot;width&quot;:859.8365354330708}"/>
</p:tagLst>
</file>

<file path=ppt/tags/tag19.xml><?xml version="1.0" encoding="utf-8"?>
<p:tagLst xmlns:p="http://schemas.openxmlformats.org/presentationml/2006/main">
  <p:tag name="KSO_WM_DIAGRAM_VIRTUALLY_FRAME" val="{&quot;height&quot;:165.52448818897636,&quot;left&quot;:50.08173228346457,&quot;top&quot;:215.16842519685036,&quot;width&quot;:859.8365354330708}"/>
</p:tagLst>
</file>

<file path=ppt/tags/tag20.xml><?xml version="1.0" encoding="utf-8"?>
<p:tagLst xmlns:p="http://schemas.openxmlformats.org/presentationml/2006/main">
  <p:tag name="KSO_WM_DIAGRAM_VIRTUALLY_FRAME" val="{&quot;height&quot;:165.52448818897636,&quot;left&quot;:50.08173228346457,&quot;top&quot;:215.16842519685036,&quot;width&quot;:859.8365354330708}"/>
</p:tagLst>
</file>

<file path=ppt/tags/tag21.xml><?xml version="1.0" encoding="utf-8"?>
<p:tagLst xmlns:p="http://schemas.openxmlformats.org/presentationml/2006/main">
  <p:tag name="KSO_WM_DIAGRAM_VIRTUALLY_FRAME" val="{&quot;height&quot;:165.52448818897636,&quot;left&quot;:50.08173228346457,&quot;top&quot;:215.16842519685036,&quot;width&quot;:859.8365354330708}"/>
</p:tagLst>
</file>

<file path=ppt/tags/tag22.xml><?xml version="1.0" encoding="utf-8"?>
<p:tagLst xmlns:p="http://schemas.openxmlformats.org/presentationml/2006/main">
  <p:tag name="KSO_WM_DIAGRAM_VIRTUALLY_FRAME" val="{&quot;height&quot;:165.52448818897636,&quot;left&quot;:50.08173228346457,&quot;top&quot;:215.16842519685036,&quot;width&quot;:859.8365354330708}"/>
</p:tagLst>
</file>

<file path=ppt/tags/tag23.xml><?xml version="1.0" encoding="utf-8"?>
<p:tagLst xmlns:p="http://schemas.openxmlformats.org/presentationml/2006/main">
  <p:tag name="KSO_WM_DIAGRAM_VIRTUALLY_FRAME" val="{&quot;height&quot;:165.52448818897636,&quot;left&quot;:50.08173228346457,&quot;top&quot;:215.16842519685036,&quot;width&quot;:859.8365354330708}"/>
</p:tagLst>
</file>

<file path=ppt/tags/tag24.xml><?xml version="1.0" encoding="utf-8"?>
<p:tagLst xmlns:p="http://schemas.openxmlformats.org/presentationml/2006/main">
  <p:tag name="KSO_WM_DIAGRAM_VIRTUALLY_FRAME" val="{&quot;height&quot;:165.52448818897636,&quot;left&quot;:50.08173228346457,&quot;top&quot;:215.16842519685036,&quot;width&quot;:859.8365354330708}"/>
</p:tagLst>
</file>

<file path=ppt/tags/tag25.xml><?xml version="1.0" encoding="utf-8"?>
<p:tagLst xmlns:p="http://schemas.openxmlformats.org/presentationml/2006/main">
  <p:tag name="KSO_WM_DIAGRAM_VIRTUALLY_FRAME" val="{&quot;height&quot;:165.52448818897636,&quot;left&quot;:50.08173228346457,&quot;top&quot;:215.16842519685036,&quot;width&quot;:859.8365354330708}"/>
</p:tagLst>
</file>

<file path=ppt/tags/tag26.xml><?xml version="1.0" encoding="utf-8"?>
<p:tagLst xmlns:p="http://schemas.openxmlformats.org/presentationml/2006/main">
  <p:tag name="KSO_WM_DIAGRAM_VIRTUALLY_FRAME" val="{&quot;height&quot;:165.52448818897636,&quot;left&quot;:50.08173228346457,&quot;top&quot;:215.16842519685036,&quot;width&quot;:859.8365354330708}"/>
</p:tagLst>
</file>

<file path=ppt/tags/tag27.xml><?xml version="1.0" encoding="utf-8"?>
<p:tagLst xmlns:p="http://schemas.openxmlformats.org/presentationml/2006/main">
  <p:tag name="KSO_WM_DIAGRAM_VIRTUALLY_FRAME" val="{&quot;height&quot;:165.52448818897636,&quot;left&quot;:50.08173228346457,&quot;top&quot;:215.16842519685036,&quot;width&quot;:859.8365354330708}"/>
</p:tagLst>
</file>

<file path=ppt/tags/tag28.xml><?xml version="1.0" encoding="utf-8"?>
<p:tagLst xmlns:p="http://schemas.openxmlformats.org/presentationml/2006/main">
  <p:tag name="KSO_WM_DIAGRAM_VIRTUALLY_FRAME" val="{&quot;height&quot;:165.52448818897636,&quot;left&quot;:50.08173228346457,&quot;top&quot;:215.16842519685036,&quot;width&quot;:859.8365354330708}"/>
</p:tagLst>
</file>

<file path=ppt/tags/tag29.xml><?xml version="1.0" encoding="utf-8"?>
<p:tagLst xmlns:p="http://schemas.openxmlformats.org/presentationml/2006/main">
  <p:tag name="KSO_WM_DIAGRAM_VIRTUALLY_FRAME" val="{&quot;height&quot;:165.52448818897636,&quot;left&quot;:50.08173228346457,&quot;top&quot;:215.16842519685036,&quot;width&quot;:859.8365354330708}"/>
</p:tagLst>
</file>

<file path=ppt/tags/tag30.xml><?xml version="1.0" encoding="utf-8"?>
<p:tagLst xmlns:p="http://schemas.openxmlformats.org/presentationml/2006/main">
  <p:tag name="KSO_WM_DIAGRAM_VIRTUALLY_FRAME" val="{&quot;height&quot;:165.52448818897636,&quot;left&quot;:50.08173228346457,&quot;top&quot;:215.16842519685036,&quot;width&quot;:859.8365354330708}"/>
</p:tagLst>
</file>

<file path=ppt/tags/tag31.xml><?xml version="1.0" encoding="utf-8"?>
<p:tagLst xmlns:p="http://schemas.openxmlformats.org/presentationml/2006/main">
  <p:tag name="KSO_WM_DIAGRAM_VIRTUALLY_FRAME" val="{&quot;height&quot;:165.52448818897636,&quot;left&quot;:50.08173228346457,&quot;top&quot;:215.16842519685036,&quot;width&quot;:859.8365354330708}"/>
</p:tagLst>
</file>

<file path=ppt/theme/theme1.xml><?xml version="1.0" encoding="utf-8"?>
<a:theme xmlns:a="http://schemas.openxmlformats.org/drawingml/2006/main" name="Office Theme">
  <a:themeElements>
    <a:clrScheme name="Custom 988">
      <a:dk1>
        <a:sysClr val="windowText" lastClr="000000"/>
      </a:dk1>
      <a:lt1>
        <a:sysClr val="window" lastClr="FFFFFF"/>
      </a:lt1>
      <a:dk2>
        <a:srgbClr val="0E2841"/>
      </a:dk2>
      <a:lt2>
        <a:srgbClr val="FBB901"/>
      </a:lt2>
      <a:accent1>
        <a:srgbClr val="19398A"/>
      </a:accent1>
      <a:accent2>
        <a:srgbClr val="FFFAC5"/>
      </a:accent2>
      <a:accent3>
        <a:srgbClr val="081033"/>
      </a:accent3>
      <a:accent4>
        <a:srgbClr val="E62A76"/>
      </a:accent4>
      <a:accent5>
        <a:srgbClr val="774898"/>
      </a:accent5>
      <a:accent6>
        <a:srgbClr val="00A8B5"/>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Custom 988">
      <a:dk1>
        <a:sysClr val="windowText" lastClr="000000"/>
      </a:dk1>
      <a:lt1>
        <a:sysClr val="window" lastClr="FFFFFF"/>
      </a:lt1>
      <a:dk2>
        <a:srgbClr val="0E2841"/>
      </a:dk2>
      <a:lt2>
        <a:srgbClr val="FBB901"/>
      </a:lt2>
      <a:accent1>
        <a:srgbClr val="19398A"/>
      </a:accent1>
      <a:accent2>
        <a:srgbClr val="FFFAC5"/>
      </a:accent2>
      <a:accent3>
        <a:srgbClr val="081033"/>
      </a:accent3>
      <a:accent4>
        <a:srgbClr val="E62A76"/>
      </a:accent4>
      <a:accent5>
        <a:srgbClr val="774898"/>
      </a:accent5>
      <a:accent6>
        <a:srgbClr val="00A8B5"/>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4470</Words>
  <Application>WPS Presentation</Application>
  <PresentationFormat>Widescreen</PresentationFormat>
  <Paragraphs>169</Paragraphs>
  <Slides>13</Slides>
  <Notes>0</Notes>
  <HiddenSlides>0</HiddenSlides>
  <MMClips>0</MMClips>
  <ScaleCrop>false</ScaleCrop>
  <HeadingPairs>
    <vt:vector size="6" baseType="variant">
      <vt:variant>
        <vt:lpstr>已用的字体</vt:lpstr>
      </vt:variant>
      <vt:variant>
        <vt:i4>26</vt:i4>
      </vt:variant>
      <vt:variant>
        <vt:lpstr>主题</vt:lpstr>
      </vt:variant>
      <vt:variant>
        <vt:i4>2</vt:i4>
      </vt:variant>
      <vt:variant>
        <vt:lpstr>幻灯片标题</vt:lpstr>
      </vt:variant>
      <vt:variant>
        <vt:i4>13</vt:i4>
      </vt:variant>
    </vt:vector>
  </HeadingPairs>
  <TitlesOfParts>
    <vt:vector size="41" baseType="lpstr">
      <vt:lpstr>Arial</vt:lpstr>
      <vt:lpstr>SimSun</vt:lpstr>
      <vt:lpstr>Wingdings</vt:lpstr>
      <vt:lpstr>Montserrat</vt:lpstr>
      <vt:lpstr>elusiveicons</vt:lpstr>
      <vt:lpstr>Sabon Next LT</vt:lpstr>
      <vt:lpstr>Segoe UI</vt:lpstr>
      <vt:lpstr>Century Gothic</vt:lpstr>
      <vt:lpstr>Arial</vt:lpstr>
      <vt:lpstr>Cambria</vt:lpstr>
      <vt:lpstr>Proxima Nova</vt:lpstr>
      <vt:lpstr>Aptos</vt:lpstr>
      <vt:lpstr>Microsoft YaHei</vt:lpstr>
      <vt:lpstr>Arial Unicode MS</vt:lpstr>
      <vt:lpstr>Aptos Display</vt:lpstr>
      <vt:lpstr>Segoe UI Variable Display</vt:lpstr>
      <vt:lpstr>Calibri</vt:lpstr>
      <vt:lpstr>Poppins</vt:lpstr>
      <vt:lpstr>Wingdings</vt:lpstr>
      <vt:lpstr>Crimson Text SemiBold</vt:lpstr>
      <vt:lpstr>Charis SIL</vt:lpstr>
      <vt:lpstr>Times New Roman</vt:lpstr>
      <vt:lpstr>Segoe UI</vt:lpstr>
      <vt:lpstr>等线</vt:lpstr>
      <vt:lpstr>Symbol</vt:lpstr>
      <vt:lpstr>Segoe UI Symbol</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Santhiya K</dc:creator>
  <cp:lastModifiedBy>amal basheer</cp:lastModifiedBy>
  <cp:revision>80</cp:revision>
  <dcterms:created xsi:type="dcterms:W3CDTF">2024-03-26T09:25:00Z</dcterms:created>
  <dcterms:modified xsi:type="dcterms:W3CDTF">2025-08-31T11:57:21Z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EE203CABF7F943EAB38403A34BBC11B0_13</vt:lpwstr>
  </property>
  <property fmtid="{D5CDD505-2E9C-101B-9397-08002B2CF9AE}" pid="3" name="KSOProductBuildVer">
    <vt:lpwstr>1033-12.2.0.22222</vt:lpwstr>
  </property>
</Properties>
</file>